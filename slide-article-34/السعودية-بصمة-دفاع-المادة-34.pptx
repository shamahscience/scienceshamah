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اضغطي (نقرة أو مسافة أو السهم الأيمن) لإظهار البصمات واحدة تلو الأخرى، على الخطين الأحمرين بالتناوب بين اليمين واليسار حتى تكتمل البصمات الأربع والعشرون. لتعديل الاسمين انقري داخل المربعين أسفل الشريحة.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خط أحمر 1"/>
          <p:cNvCxnSpPr/>
          <p:nvPr/>
        </p:nvCxnSpPr>
        <p:spPr>
          <a:xfrm>
            <a:off x="502920" y="2788920"/>
            <a:ext cx="11183112" cy="0"/>
          </a:xfrm>
          <a:prstGeom prst="line">
            <a:avLst/>
          </a:prstGeom>
          <a:ln w="57150">
            <a:solidFill>
              <a:srgbClr val="C8102E"/>
            </a:solidFill>
          </a:ln>
        </p:spPr>
        <p:style>
          <a:lnRef idx="2">
            <a:schemeClr val="accent1"/>
          </a:lnRef>
          <a:fillRef idx="0">
            <a:schemeClr val="accent1"/>
          </a:fillRef>
          <a:effectRef idx="1">
            <a:schemeClr val="accent1"/>
          </a:effectRef>
          <a:fontRef idx="minor">
            <a:schemeClr val="tx1"/>
          </a:fontRef>
        </p:style>
      </p:cxnSp>
      <p:cxnSp>
        <p:nvCxnSpPr>
          <p:cNvPr id="3" name="خط أحمر 2"/>
          <p:cNvCxnSpPr/>
          <p:nvPr/>
        </p:nvCxnSpPr>
        <p:spPr>
          <a:xfrm>
            <a:off x="502920" y="3977639"/>
            <a:ext cx="11183112" cy="0"/>
          </a:xfrm>
          <a:prstGeom prst="line">
            <a:avLst/>
          </a:prstGeom>
          <a:ln w="57150">
            <a:solidFill>
              <a:srgbClr val="C8102E"/>
            </a:solidFill>
          </a:ln>
        </p:spPr>
        <p:style>
          <a:lnRef idx="2">
            <a:schemeClr val="accent1"/>
          </a:lnRef>
          <a:fillRef idx="0">
            <a:schemeClr val="accent1"/>
          </a:fillRef>
          <a:effectRef idx="1">
            <a:schemeClr val="accent1"/>
          </a:effectRef>
          <a:fontRef idx="minor">
            <a:schemeClr val="tx1"/>
          </a:fontRef>
        </p:style>
      </p:cxnSp>
      <p:pic>
        <p:nvPicPr>
          <p:cNvPr id="4" name="خريطة المملكة" descr="map.png"/>
          <p:cNvPicPr>
            <a:picLocks noChangeAspect="1"/>
          </p:cNvPicPr>
          <p:nvPr/>
        </p:nvPicPr>
        <p:blipFill>
          <a:blip r:embed="rId2"/>
          <a:stretch>
            <a:fillRect/>
          </a:stretch>
        </p:blipFill>
        <p:spPr>
          <a:xfrm>
            <a:off x="3900185" y="1572768"/>
            <a:ext cx="4391323" cy="3611880"/>
          </a:xfrm>
          <a:prstGeom prst="rect">
            <a:avLst/>
          </a:prstGeom>
        </p:spPr>
      </p:pic>
      <p:pic>
        <p:nvPicPr>
          <p:cNvPr id="5" name="العلم السعودي" descr="flag.png"/>
          <p:cNvPicPr>
            <a:picLocks noChangeAspect="1"/>
          </p:cNvPicPr>
          <p:nvPr/>
        </p:nvPicPr>
        <p:blipFill>
          <a:blip r:embed="rId3"/>
          <a:stretch>
            <a:fillRect/>
          </a:stretch>
        </p:blipFill>
        <p:spPr>
          <a:xfrm>
            <a:off x="411480" y="320040"/>
            <a:ext cx="1508760" cy="1005840"/>
          </a:xfrm>
          <a:prstGeom prst="rect">
            <a:avLst/>
          </a:prstGeom>
          <a:ln w="9525">
            <a:solidFill>
              <a:srgbClr val="D0D0D0"/>
            </a:solidFill>
          </a:ln>
        </p:spPr>
      </p:pic>
      <p:pic>
        <p:nvPicPr>
          <p:cNvPr id="6" name="شعار النخلة والسيفين" descr="emblem.png"/>
          <p:cNvPicPr>
            <a:picLocks noChangeAspect="1"/>
          </p:cNvPicPr>
          <p:nvPr/>
        </p:nvPicPr>
        <p:blipFill>
          <a:blip r:embed="rId4"/>
          <a:stretch>
            <a:fillRect/>
          </a:stretch>
        </p:blipFill>
        <p:spPr>
          <a:xfrm>
            <a:off x="10680192" y="201168"/>
            <a:ext cx="1143000" cy="1143000"/>
          </a:xfrm>
          <a:prstGeom prst="rect">
            <a:avLst/>
          </a:prstGeom>
        </p:spPr>
      </p:pic>
      <p:sp>
        <p:nvSpPr>
          <p:cNvPr id="7" name="عنوان المادة"/>
          <p:cNvSpPr txBox="1"/>
          <p:nvPr/>
        </p:nvSpPr>
        <p:spPr>
          <a:xfrm>
            <a:off x="2377440" y="201168"/>
            <a:ext cx="7434072" cy="640080"/>
          </a:xfrm>
          <a:prstGeom prst="rect">
            <a:avLst/>
          </a:prstGeom>
          <a:noFill/>
        </p:spPr>
        <p:txBody>
          <a:bodyPr wrap="square" anchor="ctr" lIns="45720" rIns="45720" tIns="0" bIns="0">
            <a:spAutoFit/>
          </a:bodyPr>
          <a:lstStyle/>
          <a:p>
            <a:pPr algn="ctr" rtl="1"/>
            <a:r>
              <a:rPr sz="4000" b="1" lang="ar-SA" altLang="en-US">
                <a:solidFill>
                  <a:srgbClr val="006C35"/>
                </a:solidFill>
                <a:latin typeface="Sakkal Majalla"/>
                <a:ea typeface="Sakkal Majalla"/>
                <a:cs typeface="Sakkal Majalla"/>
              </a:rPr>
              <a:t>المادة ٣٤</a:t>
            </a:r>
          </a:p>
        </p:txBody>
      </p:sp>
      <p:sp>
        <p:nvSpPr>
          <p:cNvPr id="8" name="نص المادة"/>
          <p:cNvSpPr txBox="1"/>
          <p:nvPr/>
        </p:nvSpPr>
        <p:spPr>
          <a:xfrm>
            <a:off x="2057400" y="822960"/>
            <a:ext cx="8074152" cy="566928"/>
          </a:xfrm>
          <a:prstGeom prst="rect">
            <a:avLst/>
          </a:prstGeom>
          <a:noFill/>
        </p:spPr>
        <p:txBody>
          <a:bodyPr wrap="square" anchor="ctr" lIns="45720" rIns="45720" tIns="0" bIns="0">
            <a:spAutoFit/>
          </a:bodyPr>
          <a:lstStyle/>
          <a:p>
            <a:pPr algn="ctr" rtl="1"/>
            <a:r>
              <a:rPr sz="2800" b="1" lang="ar-SA" altLang="en-US">
                <a:solidFill>
                  <a:srgbClr val="1A1A1A"/>
                </a:solidFill>
                <a:latin typeface="Sakkal Majalla"/>
                <a:ea typeface="Sakkal Majalla"/>
                <a:cs typeface="Sakkal Majalla"/>
              </a:rPr>
              <a:t>الدفاع عن العقيدة الإسلامية والمجتمع والوطن واجب على كل مواطن.</a:t>
            </a:r>
          </a:p>
        </p:txBody>
      </p:sp>
      <p:sp>
        <p:nvSpPr>
          <p:cNvPr id="9" name="العبارة الرئيسية"/>
          <p:cNvSpPr txBox="1"/>
          <p:nvPr/>
        </p:nvSpPr>
        <p:spPr>
          <a:xfrm>
            <a:off x="3200400" y="5230368"/>
            <a:ext cx="5788152" cy="685800"/>
          </a:xfrm>
          <a:prstGeom prst="rect">
            <a:avLst/>
          </a:prstGeom>
          <a:noFill/>
        </p:spPr>
        <p:txBody>
          <a:bodyPr wrap="square" anchor="ctr" lIns="45720" rIns="45720" tIns="0" bIns="0">
            <a:spAutoFit/>
          </a:bodyPr>
          <a:lstStyle/>
          <a:p>
            <a:pPr algn="ctr" rtl="1"/>
            <a:r>
              <a:rPr sz="4000" b="1" lang="ar-SA" altLang="en-US">
                <a:solidFill>
                  <a:srgbClr val="1A1A1A"/>
                </a:solidFill>
                <a:latin typeface="Sakkal Majalla"/>
                <a:ea typeface="Sakkal Majalla"/>
                <a:cs typeface="Sakkal Majalla"/>
              </a:rPr>
              <a:t>السعودية بصمة دفاع </a:t>
            </a:r>
            <a:r>
              <a:rPr sz="4000" b="1" lang="ar-SA" altLang="en-US">
                <a:solidFill>
                  <a:srgbClr val="C8102E"/>
                </a:solidFill>
                <a:latin typeface="Sakkal Majalla"/>
                <a:ea typeface="Sakkal Majalla"/>
                <a:cs typeface="Sakkal Majalla"/>
              </a:rPr>
              <a:t>خط أحمر</a:t>
            </a:r>
          </a:p>
        </p:txBody>
      </p:sp>
      <p:sp>
        <p:nvSpPr>
          <p:cNvPr id="10" name="مربع معلمة المادة"/>
          <p:cNvSpPr/>
          <p:nvPr/>
        </p:nvSpPr>
        <p:spPr>
          <a:xfrm>
            <a:off x="8942832" y="5833872"/>
            <a:ext cx="2834640" cy="841248"/>
          </a:xfrm>
          <a:prstGeom prst="roundRect">
            <a:avLst>
              <a:gd name="adj" fmla="val 18000"/>
            </a:avLst>
          </a:prstGeom>
          <a:solidFill>
            <a:srgbClr val="F2F8F4"/>
          </a:solidFill>
          <a:ln w="22225">
            <a:solidFill>
              <a:srgbClr val="006C35"/>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rtl="1"/>
            <a:r>
              <a:rPr sz="2400" b="1" lang="ar-SA" altLang="en-US">
                <a:solidFill>
                  <a:srgbClr val="006C35"/>
                </a:solidFill>
                <a:latin typeface="Sakkal Majalla"/>
                <a:ea typeface="Sakkal Majalla"/>
                <a:cs typeface="Sakkal Majalla"/>
              </a:rPr>
              <a:t>معلمة المادة:</a:t>
            </a:r>
          </a:p>
          <a:p>
            <a:pPr algn="ctr" rtl="1"/>
            <a:r>
              <a:rPr sz="2200" b="0" lang="ar-SA" altLang="en-US">
                <a:solidFill>
                  <a:srgbClr val="1A1A1A"/>
                </a:solidFill>
                <a:latin typeface="Sakkal Majalla"/>
                <a:ea typeface="Sakkal Majalla"/>
                <a:cs typeface="Sakkal Majalla"/>
              </a:rPr>
              <a:t>الاسم</a:t>
            </a:r>
          </a:p>
        </p:txBody>
      </p:sp>
      <p:sp>
        <p:nvSpPr>
          <p:cNvPr id="11" name="مربع مديرة المدرسة"/>
          <p:cNvSpPr/>
          <p:nvPr/>
        </p:nvSpPr>
        <p:spPr>
          <a:xfrm>
            <a:off x="411480" y="5833872"/>
            <a:ext cx="2834640" cy="841248"/>
          </a:xfrm>
          <a:prstGeom prst="roundRect">
            <a:avLst>
              <a:gd name="adj" fmla="val 18000"/>
            </a:avLst>
          </a:prstGeom>
          <a:solidFill>
            <a:srgbClr val="F2F8F4"/>
          </a:solidFill>
          <a:ln w="22225">
            <a:solidFill>
              <a:srgbClr val="006C35"/>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rtl="1"/>
            <a:r>
              <a:rPr sz="2400" b="1" lang="ar-SA" altLang="en-US">
                <a:solidFill>
                  <a:srgbClr val="006C35"/>
                </a:solidFill>
                <a:latin typeface="Sakkal Majalla"/>
                <a:ea typeface="Sakkal Majalla"/>
                <a:cs typeface="Sakkal Majalla"/>
              </a:rPr>
              <a:t>مديرة المدرسة:</a:t>
            </a:r>
          </a:p>
          <a:p>
            <a:pPr algn="ctr" rtl="1"/>
            <a:r>
              <a:rPr sz="2200" b="0" lang="ar-SA" altLang="en-US">
                <a:solidFill>
                  <a:srgbClr val="1A1A1A"/>
                </a:solidFill>
                <a:latin typeface="Sakkal Majalla"/>
                <a:ea typeface="Sakkal Majalla"/>
                <a:cs typeface="Sakkal Majalla"/>
              </a:rPr>
              <a:t>الاسم</a:t>
            </a:r>
          </a:p>
        </p:txBody>
      </p:sp>
      <p:pic>
        <p:nvPicPr>
          <p:cNvPr id="12" name="بصمة 01" descr="fp0.png"/>
          <p:cNvPicPr>
            <a:picLocks noChangeAspect="1"/>
          </p:cNvPicPr>
          <p:nvPr/>
        </p:nvPicPr>
        <p:blipFill>
          <a:blip r:embed="rId5"/>
          <a:stretch>
            <a:fillRect/>
          </a:stretch>
        </p:blipFill>
        <p:spPr>
          <a:xfrm rot="21240000">
            <a:off x="11185855" y="2514600"/>
            <a:ext cx="548640" cy="548640"/>
          </a:xfrm>
          <a:prstGeom prst="rect">
            <a:avLst/>
          </a:prstGeom>
        </p:spPr>
      </p:pic>
      <p:pic>
        <p:nvPicPr>
          <p:cNvPr id="13" name="بصمة 03" descr="fp1.png"/>
          <p:cNvPicPr>
            <a:picLocks noChangeAspect="1"/>
          </p:cNvPicPr>
          <p:nvPr/>
        </p:nvPicPr>
        <p:blipFill>
          <a:blip r:embed="rId6"/>
          <a:stretch>
            <a:fillRect/>
          </a:stretch>
        </p:blipFill>
        <p:spPr>
          <a:xfrm rot="240000">
            <a:off x="10600639" y="2514600"/>
            <a:ext cx="548640" cy="548640"/>
          </a:xfrm>
          <a:prstGeom prst="rect">
            <a:avLst/>
          </a:prstGeom>
        </p:spPr>
      </p:pic>
      <p:pic>
        <p:nvPicPr>
          <p:cNvPr id="14" name="بصمة 05" descr="fp2.png"/>
          <p:cNvPicPr>
            <a:picLocks noChangeAspect="1"/>
          </p:cNvPicPr>
          <p:nvPr/>
        </p:nvPicPr>
        <p:blipFill>
          <a:blip r:embed="rId7"/>
          <a:stretch>
            <a:fillRect/>
          </a:stretch>
        </p:blipFill>
        <p:spPr>
          <a:xfrm rot="21420000">
            <a:off x="10015423" y="2514600"/>
            <a:ext cx="548640" cy="548640"/>
          </a:xfrm>
          <a:prstGeom prst="rect">
            <a:avLst/>
          </a:prstGeom>
        </p:spPr>
      </p:pic>
      <p:pic>
        <p:nvPicPr>
          <p:cNvPr id="15" name="بصمة 07" descr="fp3.png"/>
          <p:cNvPicPr>
            <a:picLocks noChangeAspect="1"/>
          </p:cNvPicPr>
          <p:nvPr/>
        </p:nvPicPr>
        <p:blipFill>
          <a:blip r:embed="rId8"/>
          <a:stretch>
            <a:fillRect/>
          </a:stretch>
        </p:blipFill>
        <p:spPr>
          <a:xfrm rot="360000">
            <a:off x="9430207" y="2514600"/>
            <a:ext cx="548640" cy="548640"/>
          </a:xfrm>
          <a:prstGeom prst="rect">
            <a:avLst/>
          </a:prstGeom>
        </p:spPr>
      </p:pic>
      <p:pic>
        <p:nvPicPr>
          <p:cNvPr id="16" name="بصمة 09" descr="fp0.png"/>
          <p:cNvPicPr>
            <a:picLocks noChangeAspect="1"/>
          </p:cNvPicPr>
          <p:nvPr/>
        </p:nvPicPr>
        <p:blipFill>
          <a:blip r:embed="rId5"/>
          <a:stretch>
            <a:fillRect/>
          </a:stretch>
        </p:blipFill>
        <p:spPr>
          <a:xfrm rot="21360000">
            <a:off x="8844991" y="2514600"/>
            <a:ext cx="548640" cy="548640"/>
          </a:xfrm>
          <a:prstGeom prst="rect">
            <a:avLst/>
          </a:prstGeom>
        </p:spPr>
      </p:pic>
      <p:pic>
        <p:nvPicPr>
          <p:cNvPr id="17" name="بصمة 11" descr="fp1.png"/>
          <p:cNvPicPr>
            <a:picLocks noChangeAspect="1"/>
          </p:cNvPicPr>
          <p:nvPr/>
        </p:nvPicPr>
        <p:blipFill>
          <a:blip r:embed="rId6"/>
          <a:stretch>
            <a:fillRect/>
          </a:stretch>
        </p:blipFill>
        <p:spPr>
          <a:xfrm rot="180000">
            <a:off x="8259775" y="2514600"/>
            <a:ext cx="548640" cy="548640"/>
          </a:xfrm>
          <a:prstGeom prst="rect">
            <a:avLst/>
          </a:prstGeom>
        </p:spPr>
      </p:pic>
      <p:pic>
        <p:nvPicPr>
          <p:cNvPr id="18" name="بصمة 13" descr="fp1.png"/>
          <p:cNvPicPr>
            <a:picLocks noChangeAspect="1"/>
          </p:cNvPicPr>
          <p:nvPr/>
        </p:nvPicPr>
        <p:blipFill>
          <a:blip r:embed="rId6"/>
          <a:stretch>
            <a:fillRect/>
          </a:stretch>
        </p:blipFill>
        <p:spPr>
          <a:xfrm rot="21240000">
            <a:off x="11185855" y="3703320"/>
            <a:ext cx="548640" cy="548640"/>
          </a:xfrm>
          <a:prstGeom prst="rect">
            <a:avLst/>
          </a:prstGeom>
        </p:spPr>
      </p:pic>
      <p:pic>
        <p:nvPicPr>
          <p:cNvPr id="19" name="بصمة 15" descr="fp2.png"/>
          <p:cNvPicPr>
            <a:picLocks noChangeAspect="1"/>
          </p:cNvPicPr>
          <p:nvPr/>
        </p:nvPicPr>
        <p:blipFill>
          <a:blip r:embed="rId7"/>
          <a:stretch>
            <a:fillRect/>
          </a:stretch>
        </p:blipFill>
        <p:spPr>
          <a:xfrm rot="240000">
            <a:off x="10600639" y="3703320"/>
            <a:ext cx="548640" cy="548640"/>
          </a:xfrm>
          <a:prstGeom prst="rect">
            <a:avLst/>
          </a:prstGeom>
        </p:spPr>
      </p:pic>
      <p:pic>
        <p:nvPicPr>
          <p:cNvPr id="20" name="بصمة 17" descr="fp3.png"/>
          <p:cNvPicPr>
            <a:picLocks noChangeAspect="1"/>
          </p:cNvPicPr>
          <p:nvPr/>
        </p:nvPicPr>
        <p:blipFill>
          <a:blip r:embed="rId8"/>
          <a:stretch>
            <a:fillRect/>
          </a:stretch>
        </p:blipFill>
        <p:spPr>
          <a:xfrm rot="21420000">
            <a:off x="10015423" y="3703320"/>
            <a:ext cx="548640" cy="548640"/>
          </a:xfrm>
          <a:prstGeom prst="rect">
            <a:avLst/>
          </a:prstGeom>
        </p:spPr>
      </p:pic>
      <p:pic>
        <p:nvPicPr>
          <p:cNvPr id="21" name="بصمة 19" descr="fp0.png"/>
          <p:cNvPicPr>
            <a:picLocks noChangeAspect="1"/>
          </p:cNvPicPr>
          <p:nvPr/>
        </p:nvPicPr>
        <p:blipFill>
          <a:blip r:embed="rId5"/>
          <a:stretch>
            <a:fillRect/>
          </a:stretch>
        </p:blipFill>
        <p:spPr>
          <a:xfrm rot="360000">
            <a:off x="9430207" y="3703320"/>
            <a:ext cx="548640" cy="548640"/>
          </a:xfrm>
          <a:prstGeom prst="rect">
            <a:avLst/>
          </a:prstGeom>
        </p:spPr>
      </p:pic>
      <p:pic>
        <p:nvPicPr>
          <p:cNvPr id="22" name="بصمة 21" descr="fp1.png"/>
          <p:cNvPicPr>
            <a:picLocks noChangeAspect="1"/>
          </p:cNvPicPr>
          <p:nvPr/>
        </p:nvPicPr>
        <p:blipFill>
          <a:blip r:embed="rId6"/>
          <a:stretch>
            <a:fillRect/>
          </a:stretch>
        </p:blipFill>
        <p:spPr>
          <a:xfrm rot="21360000">
            <a:off x="8844991" y="3703320"/>
            <a:ext cx="548640" cy="548640"/>
          </a:xfrm>
          <a:prstGeom prst="rect">
            <a:avLst/>
          </a:prstGeom>
        </p:spPr>
      </p:pic>
      <p:pic>
        <p:nvPicPr>
          <p:cNvPr id="23" name="بصمة 23" descr="fp2.png"/>
          <p:cNvPicPr>
            <a:picLocks noChangeAspect="1"/>
          </p:cNvPicPr>
          <p:nvPr/>
        </p:nvPicPr>
        <p:blipFill>
          <a:blip r:embed="rId7"/>
          <a:stretch>
            <a:fillRect/>
          </a:stretch>
        </p:blipFill>
        <p:spPr>
          <a:xfrm rot="180000">
            <a:off x="8259775" y="3703320"/>
            <a:ext cx="548640" cy="548640"/>
          </a:xfrm>
          <a:prstGeom prst="rect">
            <a:avLst/>
          </a:prstGeom>
        </p:spPr>
      </p:pic>
      <p:pic>
        <p:nvPicPr>
          <p:cNvPr id="24" name="بصمة 02" descr="fp0.png"/>
          <p:cNvPicPr>
            <a:picLocks noChangeAspect="1"/>
          </p:cNvPicPr>
          <p:nvPr/>
        </p:nvPicPr>
        <p:blipFill>
          <a:blip r:embed="rId5"/>
          <a:stretch>
            <a:fillRect/>
          </a:stretch>
        </p:blipFill>
        <p:spPr>
          <a:xfrm rot="360000">
            <a:off x="457200" y="2514600"/>
            <a:ext cx="548640" cy="548640"/>
          </a:xfrm>
          <a:prstGeom prst="rect">
            <a:avLst/>
          </a:prstGeom>
        </p:spPr>
      </p:pic>
      <p:pic>
        <p:nvPicPr>
          <p:cNvPr id="25" name="بصمة 04" descr="fp1.png"/>
          <p:cNvPicPr>
            <a:picLocks noChangeAspect="1"/>
          </p:cNvPicPr>
          <p:nvPr/>
        </p:nvPicPr>
        <p:blipFill>
          <a:blip r:embed="rId6"/>
          <a:stretch>
            <a:fillRect/>
          </a:stretch>
        </p:blipFill>
        <p:spPr>
          <a:xfrm rot="21360000">
            <a:off x="1042416" y="2514600"/>
            <a:ext cx="548640" cy="548640"/>
          </a:xfrm>
          <a:prstGeom prst="rect">
            <a:avLst/>
          </a:prstGeom>
        </p:spPr>
      </p:pic>
      <p:pic>
        <p:nvPicPr>
          <p:cNvPr id="26" name="بصمة 06" descr="fp2.png"/>
          <p:cNvPicPr>
            <a:picLocks noChangeAspect="1"/>
          </p:cNvPicPr>
          <p:nvPr/>
        </p:nvPicPr>
        <p:blipFill>
          <a:blip r:embed="rId7"/>
          <a:stretch>
            <a:fillRect/>
          </a:stretch>
        </p:blipFill>
        <p:spPr>
          <a:xfrm rot="180000">
            <a:off x="1627632" y="2514600"/>
            <a:ext cx="548640" cy="548640"/>
          </a:xfrm>
          <a:prstGeom prst="rect">
            <a:avLst/>
          </a:prstGeom>
        </p:spPr>
      </p:pic>
      <p:pic>
        <p:nvPicPr>
          <p:cNvPr id="27" name="بصمة 08" descr="fp3.png"/>
          <p:cNvPicPr>
            <a:picLocks noChangeAspect="1"/>
          </p:cNvPicPr>
          <p:nvPr/>
        </p:nvPicPr>
        <p:blipFill>
          <a:blip r:embed="rId8"/>
          <a:stretch>
            <a:fillRect/>
          </a:stretch>
        </p:blipFill>
        <p:spPr>
          <a:xfrm rot="21240000">
            <a:off x="2212848" y="2514600"/>
            <a:ext cx="548640" cy="548640"/>
          </a:xfrm>
          <a:prstGeom prst="rect">
            <a:avLst/>
          </a:prstGeom>
        </p:spPr>
      </p:pic>
      <p:pic>
        <p:nvPicPr>
          <p:cNvPr id="28" name="بصمة 10" descr="fp0.png"/>
          <p:cNvPicPr>
            <a:picLocks noChangeAspect="1"/>
          </p:cNvPicPr>
          <p:nvPr/>
        </p:nvPicPr>
        <p:blipFill>
          <a:blip r:embed="rId5"/>
          <a:stretch>
            <a:fillRect/>
          </a:stretch>
        </p:blipFill>
        <p:spPr>
          <a:xfrm rot="240000">
            <a:off x="2798064" y="2514600"/>
            <a:ext cx="548640" cy="548640"/>
          </a:xfrm>
          <a:prstGeom prst="rect">
            <a:avLst/>
          </a:prstGeom>
        </p:spPr>
      </p:pic>
      <p:pic>
        <p:nvPicPr>
          <p:cNvPr id="29" name="بصمة 12" descr="fp1.png"/>
          <p:cNvPicPr>
            <a:picLocks noChangeAspect="1"/>
          </p:cNvPicPr>
          <p:nvPr/>
        </p:nvPicPr>
        <p:blipFill>
          <a:blip r:embed="rId6"/>
          <a:stretch>
            <a:fillRect/>
          </a:stretch>
        </p:blipFill>
        <p:spPr>
          <a:xfrm rot="21420000">
            <a:off x="3383280" y="2514600"/>
            <a:ext cx="548640" cy="548640"/>
          </a:xfrm>
          <a:prstGeom prst="rect">
            <a:avLst/>
          </a:prstGeom>
        </p:spPr>
      </p:pic>
      <p:pic>
        <p:nvPicPr>
          <p:cNvPr id="30" name="بصمة 14" descr="fp1.png"/>
          <p:cNvPicPr>
            <a:picLocks noChangeAspect="1"/>
          </p:cNvPicPr>
          <p:nvPr/>
        </p:nvPicPr>
        <p:blipFill>
          <a:blip r:embed="rId6"/>
          <a:stretch>
            <a:fillRect/>
          </a:stretch>
        </p:blipFill>
        <p:spPr>
          <a:xfrm rot="360000">
            <a:off x="457200" y="3703320"/>
            <a:ext cx="548640" cy="548640"/>
          </a:xfrm>
          <a:prstGeom prst="rect">
            <a:avLst/>
          </a:prstGeom>
        </p:spPr>
      </p:pic>
      <p:pic>
        <p:nvPicPr>
          <p:cNvPr id="31" name="بصمة 16" descr="fp2.png"/>
          <p:cNvPicPr>
            <a:picLocks noChangeAspect="1"/>
          </p:cNvPicPr>
          <p:nvPr/>
        </p:nvPicPr>
        <p:blipFill>
          <a:blip r:embed="rId7"/>
          <a:stretch>
            <a:fillRect/>
          </a:stretch>
        </p:blipFill>
        <p:spPr>
          <a:xfrm rot="21360000">
            <a:off x="1042416" y="3703320"/>
            <a:ext cx="548640" cy="548640"/>
          </a:xfrm>
          <a:prstGeom prst="rect">
            <a:avLst/>
          </a:prstGeom>
        </p:spPr>
      </p:pic>
      <p:pic>
        <p:nvPicPr>
          <p:cNvPr id="32" name="بصمة 18" descr="fp3.png"/>
          <p:cNvPicPr>
            <a:picLocks noChangeAspect="1"/>
          </p:cNvPicPr>
          <p:nvPr/>
        </p:nvPicPr>
        <p:blipFill>
          <a:blip r:embed="rId8"/>
          <a:stretch>
            <a:fillRect/>
          </a:stretch>
        </p:blipFill>
        <p:spPr>
          <a:xfrm rot="180000">
            <a:off x="1627632" y="3703320"/>
            <a:ext cx="548640" cy="548640"/>
          </a:xfrm>
          <a:prstGeom prst="rect">
            <a:avLst/>
          </a:prstGeom>
        </p:spPr>
      </p:pic>
      <p:pic>
        <p:nvPicPr>
          <p:cNvPr id="33" name="بصمة 20" descr="fp0.png"/>
          <p:cNvPicPr>
            <a:picLocks noChangeAspect="1"/>
          </p:cNvPicPr>
          <p:nvPr/>
        </p:nvPicPr>
        <p:blipFill>
          <a:blip r:embed="rId5"/>
          <a:stretch>
            <a:fillRect/>
          </a:stretch>
        </p:blipFill>
        <p:spPr>
          <a:xfrm rot="21240000">
            <a:off x="2212848" y="3703320"/>
            <a:ext cx="548640" cy="548640"/>
          </a:xfrm>
          <a:prstGeom prst="rect">
            <a:avLst/>
          </a:prstGeom>
        </p:spPr>
      </p:pic>
      <p:pic>
        <p:nvPicPr>
          <p:cNvPr id="34" name="بصمة 22" descr="fp1.png"/>
          <p:cNvPicPr>
            <a:picLocks noChangeAspect="1"/>
          </p:cNvPicPr>
          <p:nvPr/>
        </p:nvPicPr>
        <p:blipFill>
          <a:blip r:embed="rId6"/>
          <a:stretch>
            <a:fillRect/>
          </a:stretch>
        </p:blipFill>
        <p:spPr>
          <a:xfrm rot="240000">
            <a:off x="2798064" y="3703320"/>
            <a:ext cx="548640" cy="548640"/>
          </a:xfrm>
          <a:prstGeom prst="rect">
            <a:avLst/>
          </a:prstGeom>
        </p:spPr>
      </p:pic>
      <p:pic>
        <p:nvPicPr>
          <p:cNvPr id="35" name="بصمة 24" descr="fp2.png"/>
          <p:cNvPicPr>
            <a:picLocks noChangeAspect="1"/>
          </p:cNvPicPr>
          <p:nvPr/>
        </p:nvPicPr>
        <p:blipFill>
          <a:blip r:embed="rId7"/>
          <a:stretch>
            <a:fillRect/>
          </a:stretch>
        </p:blipFill>
        <p:spPr>
          <a:xfrm rot="21420000">
            <a:off x="3383280" y="3703320"/>
            <a:ext cx="548640" cy="548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900" fill="hold"/>
                                        <p:tgtEl>
                                          <p:spTgt spid="12"/>
                                        </p:tgtEl>
                                        <p:attrNameLst>
                                          <p:attrName>ppt_w</p:attrName>
                                        </p:attrNameLst>
                                      </p:cBhvr>
                                      <p:tavLst>
                                        <p:tav tm="0">
                                          <p:val>
                                            <p:strVal val="0"/>
                                          </p:val>
                                        </p:tav>
                                        <p:tav tm="100000">
                                          <p:val>
                                            <p:strVal val="#ppt_w"/>
                                          </p:val>
                                        </p:tav>
                                      </p:tavLst>
                                    </p:anim>
                                    <p:anim calcmode="lin" valueType="num">
                                      <p:cBhvr>
                                        <p:cTn id="8" dur="900" fill="hold"/>
                                        <p:tgtEl>
                                          <p:spTgt spid="12"/>
                                        </p:tgtEl>
                                        <p:attrNameLst>
                                          <p:attrName>ppt_h</p:attrName>
                                        </p:attrNameLst>
                                      </p:cBhvr>
                                      <p:tavLst>
                                        <p:tav tm="0">
                                          <p:val>
                                            <p:strVal val="0"/>
                                          </p:val>
                                        </p:tav>
                                        <p:tav tm="100000">
                                          <p:val>
                                            <p:strVal val="#ppt_h"/>
                                          </p:val>
                                        </p:tav>
                                      </p:tavLst>
                                    </p:anim>
                                    <p:animEffect transition="in" filter="fade">
                                      <p:cBhvr>
                                        <p:cTn id="9" dur="900"/>
                                        <p:tgtEl>
                                          <p:spTgt spid="12"/>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4"/>
                                        </p:tgtEl>
                                        <p:attrNameLst>
                                          <p:attrName>style.visibility</p:attrName>
                                        </p:attrNameLst>
                                      </p:cBhvr>
                                      <p:to>
                                        <p:strVal val="visible"/>
                                      </p:to>
                                    </p:set>
                                    <p:anim calcmode="lin" valueType="num">
                                      <p:cBhvr>
                                        <p:cTn id="14" dur="900" fill="hold"/>
                                        <p:tgtEl>
                                          <p:spTgt spid="24"/>
                                        </p:tgtEl>
                                        <p:attrNameLst>
                                          <p:attrName>ppt_w</p:attrName>
                                        </p:attrNameLst>
                                      </p:cBhvr>
                                      <p:tavLst>
                                        <p:tav tm="0">
                                          <p:val>
                                            <p:strVal val="0"/>
                                          </p:val>
                                        </p:tav>
                                        <p:tav tm="100000">
                                          <p:val>
                                            <p:strVal val="#ppt_w"/>
                                          </p:val>
                                        </p:tav>
                                      </p:tavLst>
                                    </p:anim>
                                    <p:anim calcmode="lin" valueType="num">
                                      <p:cBhvr>
                                        <p:cTn id="15" dur="900" fill="hold"/>
                                        <p:tgtEl>
                                          <p:spTgt spid="24"/>
                                        </p:tgtEl>
                                        <p:attrNameLst>
                                          <p:attrName>ppt_h</p:attrName>
                                        </p:attrNameLst>
                                      </p:cBhvr>
                                      <p:tavLst>
                                        <p:tav tm="0">
                                          <p:val>
                                            <p:strVal val="0"/>
                                          </p:val>
                                        </p:tav>
                                        <p:tav tm="100000">
                                          <p:val>
                                            <p:strVal val="#ppt_h"/>
                                          </p:val>
                                        </p:tav>
                                      </p:tavLst>
                                    </p:anim>
                                    <p:animEffect transition="in" filter="fade">
                                      <p:cBhvr>
                                        <p:cTn id="16" dur="90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 calcmode="lin" valueType="num">
                                      <p:cBhvr>
                                        <p:cTn id="21" dur="900" fill="hold"/>
                                        <p:tgtEl>
                                          <p:spTgt spid="13"/>
                                        </p:tgtEl>
                                        <p:attrNameLst>
                                          <p:attrName>ppt_w</p:attrName>
                                        </p:attrNameLst>
                                      </p:cBhvr>
                                      <p:tavLst>
                                        <p:tav tm="0">
                                          <p:val>
                                            <p:strVal val="0"/>
                                          </p:val>
                                        </p:tav>
                                        <p:tav tm="100000">
                                          <p:val>
                                            <p:strVal val="#ppt_w"/>
                                          </p:val>
                                        </p:tav>
                                      </p:tavLst>
                                    </p:anim>
                                    <p:anim calcmode="lin" valueType="num">
                                      <p:cBhvr>
                                        <p:cTn id="22" dur="900" fill="hold"/>
                                        <p:tgtEl>
                                          <p:spTgt spid="13"/>
                                        </p:tgtEl>
                                        <p:attrNameLst>
                                          <p:attrName>ppt_h</p:attrName>
                                        </p:attrNameLst>
                                      </p:cBhvr>
                                      <p:tavLst>
                                        <p:tav tm="0">
                                          <p:val>
                                            <p:strVal val="0"/>
                                          </p:val>
                                        </p:tav>
                                        <p:tav tm="100000">
                                          <p:val>
                                            <p:strVal val="#ppt_h"/>
                                          </p:val>
                                        </p:tav>
                                      </p:tavLst>
                                    </p:anim>
                                    <p:animEffect transition="in" filter="fade">
                                      <p:cBhvr>
                                        <p:cTn id="23" dur="90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25"/>
                                        </p:tgtEl>
                                        <p:attrNameLst>
                                          <p:attrName>style.visibility</p:attrName>
                                        </p:attrNameLst>
                                      </p:cBhvr>
                                      <p:to>
                                        <p:strVal val="visible"/>
                                      </p:to>
                                    </p:set>
                                    <p:anim calcmode="lin" valueType="num">
                                      <p:cBhvr>
                                        <p:cTn id="28" dur="900" fill="hold"/>
                                        <p:tgtEl>
                                          <p:spTgt spid="25"/>
                                        </p:tgtEl>
                                        <p:attrNameLst>
                                          <p:attrName>ppt_w</p:attrName>
                                        </p:attrNameLst>
                                      </p:cBhvr>
                                      <p:tavLst>
                                        <p:tav tm="0">
                                          <p:val>
                                            <p:strVal val="0"/>
                                          </p:val>
                                        </p:tav>
                                        <p:tav tm="100000">
                                          <p:val>
                                            <p:strVal val="#ppt_w"/>
                                          </p:val>
                                        </p:tav>
                                      </p:tavLst>
                                    </p:anim>
                                    <p:anim calcmode="lin" valueType="num">
                                      <p:cBhvr>
                                        <p:cTn id="29" dur="900" fill="hold"/>
                                        <p:tgtEl>
                                          <p:spTgt spid="25"/>
                                        </p:tgtEl>
                                        <p:attrNameLst>
                                          <p:attrName>ppt_h</p:attrName>
                                        </p:attrNameLst>
                                      </p:cBhvr>
                                      <p:tavLst>
                                        <p:tav tm="0">
                                          <p:val>
                                            <p:strVal val="0"/>
                                          </p:val>
                                        </p:tav>
                                        <p:tav tm="100000">
                                          <p:val>
                                            <p:strVal val="#ppt_h"/>
                                          </p:val>
                                        </p:tav>
                                      </p:tavLst>
                                    </p:anim>
                                    <p:animEffect transition="in" filter="fade">
                                      <p:cBhvr>
                                        <p:cTn id="30" dur="9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p:cTn id="35" dur="900" fill="hold"/>
                                        <p:tgtEl>
                                          <p:spTgt spid="14"/>
                                        </p:tgtEl>
                                        <p:attrNameLst>
                                          <p:attrName>ppt_w</p:attrName>
                                        </p:attrNameLst>
                                      </p:cBhvr>
                                      <p:tavLst>
                                        <p:tav tm="0">
                                          <p:val>
                                            <p:strVal val="0"/>
                                          </p:val>
                                        </p:tav>
                                        <p:tav tm="100000">
                                          <p:val>
                                            <p:strVal val="#ppt_w"/>
                                          </p:val>
                                        </p:tav>
                                      </p:tavLst>
                                    </p:anim>
                                    <p:anim calcmode="lin" valueType="num">
                                      <p:cBhvr>
                                        <p:cTn id="36" dur="900" fill="hold"/>
                                        <p:tgtEl>
                                          <p:spTgt spid="14"/>
                                        </p:tgtEl>
                                        <p:attrNameLst>
                                          <p:attrName>ppt_h</p:attrName>
                                        </p:attrNameLst>
                                      </p:cBhvr>
                                      <p:tavLst>
                                        <p:tav tm="0">
                                          <p:val>
                                            <p:strVal val="0"/>
                                          </p:val>
                                        </p:tav>
                                        <p:tav tm="100000">
                                          <p:val>
                                            <p:strVal val="#ppt_h"/>
                                          </p:val>
                                        </p:tav>
                                      </p:tavLst>
                                    </p:anim>
                                    <p:animEffect transition="in" filter="fade">
                                      <p:cBhvr>
                                        <p:cTn id="37" dur="900"/>
                                        <p:tgtEl>
                                          <p:spTgt spid="14"/>
                                        </p:tgtEl>
                                      </p:cBhvr>
                                    </p:animEffect>
                                  </p:childTnLst>
                                </p:cTn>
                              </p:par>
                            </p:childTnLst>
                          </p:cTn>
                        </p:par>
                      </p:childTnLst>
                    </p:cTn>
                  </p:par>
                  <p:par>
                    <p:cTn id="38" fill="hold">
                      <p:stCondLst>
                        <p:cond delay="indefinite"/>
                      </p:stCondLst>
                      <p:childTnLst>
                        <p:par>
                          <p:cTn id="39" fill="hold">
                            <p:stCondLst>
                              <p:cond delay="0"/>
                            </p:stCondLst>
                            <p:childTnLst>
                              <p:par>
                                <p:cTn id="40" presetID="53" presetClass="entr" presetSubtype="16" fill="hold" grpId="0" nodeType="clickEffect">
                                  <p:stCondLst>
                                    <p:cond delay="0"/>
                                  </p:stCondLst>
                                  <p:childTnLst>
                                    <p:set>
                                      <p:cBhvr>
                                        <p:cTn id="41" dur="1" fill="hold">
                                          <p:stCondLst>
                                            <p:cond delay="0"/>
                                          </p:stCondLst>
                                        </p:cTn>
                                        <p:tgtEl>
                                          <p:spTgt spid="26"/>
                                        </p:tgtEl>
                                        <p:attrNameLst>
                                          <p:attrName>style.visibility</p:attrName>
                                        </p:attrNameLst>
                                      </p:cBhvr>
                                      <p:to>
                                        <p:strVal val="visible"/>
                                      </p:to>
                                    </p:set>
                                    <p:anim calcmode="lin" valueType="num">
                                      <p:cBhvr>
                                        <p:cTn id="42" dur="900" fill="hold"/>
                                        <p:tgtEl>
                                          <p:spTgt spid="26"/>
                                        </p:tgtEl>
                                        <p:attrNameLst>
                                          <p:attrName>ppt_w</p:attrName>
                                        </p:attrNameLst>
                                      </p:cBhvr>
                                      <p:tavLst>
                                        <p:tav tm="0">
                                          <p:val>
                                            <p:strVal val="0"/>
                                          </p:val>
                                        </p:tav>
                                        <p:tav tm="100000">
                                          <p:val>
                                            <p:strVal val="#ppt_w"/>
                                          </p:val>
                                        </p:tav>
                                      </p:tavLst>
                                    </p:anim>
                                    <p:anim calcmode="lin" valueType="num">
                                      <p:cBhvr>
                                        <p:cTn id="43" dur="900" fill="hold"/>
                                        <p:tgtEl>
                                          <p:spTgt spid="26"/>
                                        </p:tgtEl>
                                        <p:attrNameLst>
                                          <p:attrName>ppt_h</p:attrName>
                                        </p:attrNameLst>
                                      </p:cBhvr>
                                      <p:tavLst>
                                        <p:tav tm="0">
                                          <p:val>
                                            <p:strVal val="0"/>
                                          </p:val>
                                        </p:tav>
                                        <p:tav tm="100000">
                                          <p:val>
                                            <p:strVal val="#ppt_h"/>
                                          </p:val>
                                        </p:tav>
                                      </p:tavLst>
                                    </p:anim>
                                    <p:animEffect transition="in" filter="fade">
                                      <p:cBhvr>
                                        <p:cTn id="44" dur="900"/>
                                        <p:tgtEl>
                                          <p:spTgt spid="26"/>
                                        </p:tgtEl>
                                      </p:cBhvr>
                                    </p:animEffect>
                                  </p:childTnLst>
                                </p:cTn>
                              </p:par>
                            </p:childTnLst>
                          </p:cTn>
                        </p:par>
                      </p:childTnLst>
                    </p:cTn>
                  </p:par>
                  <p:par>
                    <p:cTn id="45" fill="hold">
                      <p:stCondLst>
                        <p:cond delay="indefinite"/>
                      </p:stCondLst>
                      <p:childTnLst>
                        <p:par>
                          <p:cTn id="46" fill="hold">
                            <p:stCondLst>
                              <p:cond delay="0"/>
                            </p:stCondLst>
                            <p:childTnLst>
                              <p:par>
                                <p:cTn id="47" presetID="53" presetClass="entr" presetSubtype="16"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p:cTn id="49" dur="900" fill="hold"/>
                                        <p:tgtEl>
                                          <p:spTgt spid="15"/>
                                        </p:tgtEl>
                                        <p:attrNameLst>
                                          <p:attrName>ppt_w</p:attrName>
                                        </p:attrNameLst>
                                      </p:cBhvr>
                                      <p:tavLst>
                                        <p:tav tm="0">
                                          <p:val>
                                            <p:strVal val="0"/>
                                          </p:val>
                                        </p:tav>
                                        <p:tav tm="100000">
                                          <p:val>
                                            <p:strVal val="#ppt_w"/>
                                          </p:val>
                                        </p:tav>
                                      </p:tavLst>
                                    </p:anim>
                                    <p:anim calcmode="lin" valueType="num">
                                      <p:cBhvr>
                                        <p:cTn id="50" dur="900" fill="hold"/>
                                        <p:tgtEl>
                                          <p:spTgt spid="15"/>
                                        </p:tgtEl>
                                        <p:attrNameLst>
                                          <p:attrName>ppt_h</p:attrName>
                                        </p:attrNameLst>
                                      </p:cBhvr>
                                      <p:tavLst>
                                        <p:tav tm="0">
                                          <p:val>
                                            <p:strVal val="0"/>
                                          </p:val>
                                        </p:tav>
                                        <p:tav tm="100000">
                                          <p:val>
                                            <p:strVal val="#ppt_h"/>
                                          </p:val>
                                        </p:tav>
                                      </p:tavLst>
                                    </p:anim>
                                    <p:animEffect transition="in" filter="fade">
                                      <p:cBhvr>
                                        <p:cTn id="51" dur="900"/>
                                        <p:tgtEl>
                                          <p:spTgt spid="15"/>
                                        </p:tgtEl>
                                      </p:cBhvr>
                                    </p:animEffect>
                                  </p:childTnLst>
                                </p:cTn>
                              </p:par>
                            </p:childTnLst>
                          </p:cTn>
                        </p:par>
                      </p:childTnLst>
                    </p:cTn>
                  </p:par>
                  <p:par>
                    <p:cTn id="52" fill="hold">
                      <p:stCondLst>
                        <p:cond delay="indefinite"/>
                      </p:stCondLst>
                      <p:childTnLst>
                        <p:par>
                          <p:cTn id="53" fill="hold">
                            <p:stCondLst>
                              <p:cond delay="0"/>
                            </p:stCondLst>
                            <p:childTnLst>
                              <p:par>
                                <p:cTn id="54" presetID="53" presetClass="entr" presetSubtype="16" fill="hold" grpId="0" nodeType="clickEffect">
                                  <p:stCondLst>
                                    <p:cond delay="0"/>
                                  </p:stCondLst>
                                  <p:childTnLst>
                                    <p:set>
                                      <p:cBhvr>
                                        <p:cTn id="55" dur="1" fill="hold">
                                          <p:stCondLst>
                                            <p:cond delay="0"/>
                                          </p:stCondLst>
                                        </p:cTn>
                                        <p:tgtEl>
                                          <p:spTgt spid="27"/>
                                        </p:tgtEl>
                                        <p:attrNameLst>
                                          <p:attrName>style.visibility</p:attrName>
                                        </p:attrNameLst>
                                      </p:cBhvr>
                                      <p:to>
                                        <p:strVal val="visible"/>
                                      </p:to>
                                    </p:set>
                                    <p:anim calcmode="lin" valueType="num">
                                      <p:cBhvr>
                                        <p:cTn id="56" dur="900" fill="hold"/>
                                        <p:tgtEl>
                                          <p:spTgt spid="27"/>
                                        </p:tgtEl>
                                        <p:attrNameLst>
                                          <p:attrName>ppt_w</p:attrName>
                                        </p:attrNameLst>
                                      </p:cBhvr>
                                      <p:tavLst>
                                        <p:tav tm="0">
                                          <p:val>
                                            <p:strVal val="0"/>
                                          </p:val>
                                        </p:tav>
                                        <p:tav tm="100000">
                                          <p:val>
                                            <p:strVal val="#ppt_w"/>
                                          </p:val>
                                        </p:tav>
                                      </p:tavLst>
                                    </p:anim>
                                    <p:anim calcmode="lin" valueType="num">
                                      <p:cBhvr>
                                        <p:cTn id="57" dur="900" fill="hold"/>
                                        <p:tgtEl>
                                          <p:spTgt spid="27"/>
                                        </p:tgtEl>
                                        <p:attrNameLst>
                                          <p:attrName>ppt_h</p:attrName>
                                        </p:attrNameLst>
                                      </p:cBhvr>
                                      <p:tavLst>
                                        <p:tav tm="0">
                                          <p:val>
                                            <p:strVal val="0"/>
                                          </p:val>
                                        </p:tav>
                                        <p:tav tm="100000">
                                          <p:val>
                                            <p:strVal val="#ppt_h"/>
                                          </p:val>
                                        </p:tav>
                                      </p:tavLst>
                                    </p:anim>
                                    <p:animEffect transition="in" filter="fade">
                                      <p:cBhvr>
                                        <p:cTn id="58" dur="900"/>
                                        <p:tgtEl>
                                          <p:spTgt spid="27"/>
                                        </p:tgtEl>
                                      </p:cBhvr>
                                    </p:animEffect>
                                  </p:childTnLst>
                                </p:cTn>
                              </p:par>
                            </p:childTnLst>
                          </p:cTn>
                        </p:par>
                      </p:childTnLst>
                    </p:cTn>
                  </p:par>
                  <p:par>
                    <p:cTn id="59" fill="hold">
                      <p:stCondLst>
                        <p:cond delay="indefinite"/>
                      </p:stCondLst>
                      <p:childTnLst>
                        <p:par>
                          <p:cTn id="60" fill="hold">
                            <p:stCondLst>
                              <p:cond delay="0"/>
                            </p:stCondLst>
                            <p:childTnLst>
                              <p:par>
                                <p:cTn id="61" presetID="53" presetClass="entr" presetSubtype="16" fill="hold" grpId="0" nodeType="click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900" fill="hold"/>
                                        <p:tgtEl>
                                          <p:spTgt spid="16"/>
                                        </p:tgtEl>
                                        <p:attrNameLst>
                                          <p:attrName>ppt_w</p:attrName>
                                        </p:attrNameLst>
                                      </p:cBhvr>
                                      <p:tavLst>
                                        <p:tav tm="0">
                                          <p:val>
                                            <p:strVal val="0"/>
                                          </p:val>
                                        </p:tav>
                                        <p:tav tm="100000">
                                          <p:val>
                                            <p:strVal val="#ppt_w"/>
                                          </p:val>
                                        </p:tav>
                                      </p:tavLst>
                                    </p:anim>
                                    <p:anim calcmode="lin" valueType="num">
                                      <p:cBhvr>
                                        <p:cTn id="64" dur="900" fill="hold"/>
                                        <p:tgtEl>
                                          <p:spTgt spid="16"/>
                                        </p:tgtEl>
                                        <p:attrNameLst>
                                          <p:attrName>ppt_h</p:attrName>
                                        </p:attrNameLst>
                                      </p:cBhvr>
                                      <p:tavLst>
                                        <p:tav tm="0">
                                          <p:val>
                                            <p:strVal val="0"/>
                                          </p:val>
                                        </p:tav>
                                        <p:tav tm="100000">
                                          <p:val>
                                            <p:strVal val="#ppt_h"/>
                                          </p:val>
                                        </p:tav>
                                      </p:tavLst>
                                    </p:anim>
                                    <p:animEffect transition="in" filter="fade">
                                      <p:cBhvr>
                                        <p:cTn id="65" dur="900"/>
                                        <p:tgtEl>
                                          <p:spTgt spid="16"/>
                                        </p:tgtEl>
                                      </p:cBhvr>
                                    </p:animEffect>
                                  </p:childTnLst>
                                </p:cTn>
                              </p:par>
                            </p:childTnLst>
                          </p:cTn>
                        </p:par>
                      </p:childTnLst>
                    </p:cTn>
                  </p:par>
                  <p:par>
                    <p:cTn id="66" fill="hold">
                      <p:stCondLst>
                        <p:cond delay="indefinite"/>
                      </p:stCondLst>
                      <p:childTnLst>
                        <p:par>
                          <p:cTn id="67" fill="hold">
                            <p:stCondLst>
                              <p:cond delay="0"/>
                            </p:stCondLst>
                            <p:childTnLst>
                              <p:par>
                                <p:cTn id="68" presetID="53" presetClass="entr" presetSubtype="16" fill="hold" grpId="0" nodeType="clickEffect">
                                  <p:stCondLst>
                                    <p:cond delay="0"/>
                                  </p:stCondLst>
                                  <p:childTnLst>
                                    <p:set>
                                      <p:cBhvr>
                                        <p:cTn id="69" dur="1" fill="hold">
                                          <p:stCondLst>
                                            <p:cond delay="0"/>
                                          </p:stCondLst>
                                        </p:cTn>
                                        <p:tgtEl>
                                          <p:spTgt spid="28"/>
                                        </p:tgtEl>
                                        <p:attrNameLst>
                                          <p:attrName>style.visibility</p:attrName>
                                        </p:attrNameLst>
                                      </p:cBhvr>
                                      <p:to>
                                        <p:strVal val="visible"/>
                                      </p:to>
                                    </p:set>
                                    <p:anim calcmode="lin" valueType="num">
                                      <p:cBhvr>
                                        <p:cTn id="70" dur="900" fill="hold"/>
                                        <p:tgtEl>
                                          <p:spTgt spid="28"/>
                                        </p:tgtEl>
                                        <p:attrNameLst>
                                          <p:attrName>ppt_w</p:attrName>
                                        </p:attrNameLst>
                                      </p:cBhvr>
                                      <p:tavLst>
                                        <p:tav tm="0">
                                          <p:val>
                                            <p:strVal val="0"/>
                                          </p:val>
                                        </p:tav>
                                        <p:tav tm="100000">
                                          <p:val>
                                            <p:strVal val="#ppt_w"/>
                                          </p:val>
                                        </p:tav>
                                      </p:tavLst>
                                    </p:anim>
                                    <p:anim calcmode="lin" valueType="num">
                                      <p:cBhvr>
                                        <p:cTn id="71" dur="900" fill="hold"/>
                                        <p:tgtEl>
                                          <p:spTgt spid="28"/>
                                        </p:tgtEl>
                                        <p:attrNameLst>
                                          <p:attrName>ppt_h</p:attrName>
                                        </p:attrNameLst>
                                      </p:cBhvr>
                                      <p:tavLst>
                                        <p:tav tm="0">
                                          <p:val>
                                            <p:strVal val="0"/>
                                          </p:val>
                                        </p:tav>
                                        <p:tav tm="100000">
                                          <p:val>
                                            <p:strVal val="#ppt_h"/>
                                          </p:val>
                                        </p:tav>
                                      </p:tavLst>
                                    </p:anim>
                                    <p:animEffect transition="in" filter="fade">
                                      <p:cBhvr>
                                        <p:cTn id="72" dur="900"/>
                                        <p:tgtEl>
                                          <p:spTgt spid="28"/>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16" fill="hold" grpId="0" nodeType="clickEffect">
                                  <p:stCondLst>
                                    <p:cond delay="0"/>
                                  </p:stCondLst>
                                  <p:childTnLst>
                                    <p:set>
                                      <p:cBhvr>
                                        <p:cTn id="76" dur="1" fill="hold">
                                          <p:stCondLst>
                                            <p:cond delay="0"/>
                                          </p:stCondLst>
                                        </p:cTn>
                                        <p:tgtEl>
                                          <p:spTgt spid="17"/>
                                        </p:tgtEl>
                                        <p:attrNameLst>
                                          <p:attrName>style.visibility</p:attrName>
                                        </p:attrNameLst>
                                      </p:cBhvr>
                                      <p:to>
                                        <p:strVal val="visible"/>
                                      </p:to>
                                    </p:set>
                                    <p:anim calcmode="lin" valueType="num">
                                      <p:cBhvr>
                                        <p:cTn id="77" dur="900" fill="hold"/>
                                        <p:tgtEl>
                                          <p:spTgt spid="17"/>
                                        </p:tgtEl>
                                        <p:attrNameLst>
                                          <p:attrName>ppt_w</p:attrName>
                                        </p:attrNameLst>
                                      </p:cBhvr>
                                      <p:tavLst>
                                        <p:tav tm="0">
                                          <p:val>
                                            <p:strVal val="0"/>
                                          </p:val>
                                        </p:tav>
                                        <p:tav tm="100000">
                                          <p:val>
                                            <p:strVal val="#ppt_w"/>
                                          </p:val>
                                        </p:tav>
                                      </p:tavLst>
                                    </p:anim>
                                    <p:anim calcmode="lin" valueType="num">
                                      <p:cBhvr>
                                        <p:cTn id="78" dur="900" fill="hold"/>
                                        <p:tgtEl>
                                          <p:spTgt spid="17"/>
                                        </p:tgtEl>
                                        <p:attrNameLst>
                                          <p:attrName>ppt_h</p:attrName>
                                        </p:attrNameLst>
                                      </p:cBhvr>
                                      <p:tavLst>
                                        <p:tav tm="0">
                                          <p:val>
                                            <p:strVal val="0"/>
                                          </p:val>
                                        </p:tav>
                                        <p:tav tm="100000">
                                          <p:val>
                                            <p:strVal val="#ppt_h"/>
                                          </p:val>
                                        </p:tav>
                                      </p:tavLst>
                                    </p:anim>
                                    <p:animEffect transition="in" filter="fade">
                                      <p:cBhvr>
                                        <p:cTn id="79" dur="900"/>
                                        <p:tgtEl>
                                          <p:spTgt spid="17"/>
                                        </p:tgtEl>
                                      </p:cBhvr>
                                    </p:animEffect>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grpId="0" nodeType="clickEffect">
                                  <p:stCondLst>
                                    <p:cond delay="0"/>
                                  </p:stCondLst>
                                  <p:childTnLst>
                                    <p:set>
                                      <p:cBhvr>
                                        <p:cTn id="83" dur="1" fill="hold">
                                          <p:stCondLst>
                                            <p:cond delay="0"/>
                                          </p:stCondLst>
                                        </p:cTn>
                                        <p:tgtEl>
                                          <p:spTgt spid="29"/>
                                        </p:tgtEl>
                                        <p:attrNameLst>
                                          <p:attrName>style.visibility</p:attrName>
                                        </p:attrNameLst>
                                      </p:cBhvr>
                                      <p:to>
                                        <p:strVal val="visible"/>
                                      </p:to>
                                    </p:set>
                                    <p:anim calcmode="lin" valueType="num">
                                      <p:cBhvr>
                                        <p:cTn id="84" dur="900" fill="hold"/>
                                        <p:tgtEl>
                                          <p:spTgt spid="29"/>
                                        </p:tgtEl>
                                        <p:attrNameLst>
                                          <p:attrName>ppt_w</p:attrName>
                                        </p:attrNameLst>
                                      </p:cBhvr>
                                      <p:tavLst>
                                        <p:tav tm="0">
                                          <p:val>
                                            <p:strVal val="0"/>
                                          </p:val>
                                        </p:tav>
                                        <p:tav tm="100000">
                                          <p:val>
                                            <p:strVal val="#ppt_w"/>
                                          </p:val>
                                        </p:tav>
                                      </p:tavLst>
                                    </p:anim>
                                    <p:anim calcmode="lin" valueType="num">
                                      <p:cBhvr>
                                        <p:cTn id="85" dur="900" fill="hold"/>
                                        <p:tgtEl>
                                          <p:spTgt spid="29"/>
                                        </p:tgtEl>
                                        <p:attrNameLst>
                                          <p:attrName>ppt_h</p:attrName>
                                        </p:attrNameLst>
                                      </p:cBhvr>
                                      <p:tavLst>
                                        <p:tav tm="0">
                                          <p:val>
                                            <p:strVal val="0"/>
                                          </p:val>
                                        </p:tav>
                                        <p:tav tm="100000">
                                          <p:val>
                                            <p:strVal val="#ppt_h"/>
                                          </p:val>
                                        </p:tav>
                                      </p:tavLst>
                                    </p:anim>
                                    <p:animEffect transition="in" filter="fade">
                                      <p:cBhvr>
                                        <p:cTn id="86" dur="900"/>
                                        <p:tgtEl>
                                          <p:spTgt spid="29"/>
                                        </p:tgtEl>
                                      </p:cBhvr>
                                    </p:animEffect>
                                  </p:childTnLst>
                                </p:cTn>
                              </p:par>
                            </p:childTnLst>
                          </p:cTn>
                        </p:par>
                      </p:childTnLst>
                    </p:cTn>
                  </p:par>
                  <p:par>
                    <p:cTn id="87" fill="hold">
                      <p:stCondLst>
                        <p:cond delay="indefinite"/>
                      </p:stCondLst>
                      <p:childTnLst>
                        <p:par>
                          <p:cTn id="88" fill="hold">
                            <p:stCondLst>
                              <p:cond delay="0"/>
                            </p:stCondLst>
                            <p:childTnLst>
                              <p:par>
                                <p:cTn id="89" presetID="53" presetClass="entr" presetSubtype="16" fill="hold" grpId="0" nodeType="clickEffect">
                                  <p:stCondLst>
                                    <p:cond delay="0"/>
                                  </p:stCondLst>
                                  <p:childTnLst>
                                    <p:set>
                                      <p:cBhvr>
                                        <p:cTn id="90" dur="1" fill="hold">
                                          <p:stCondLst>
                                            <p:cond delay="0"/>
                                          </p:stCondLst>
                                        </p:cTn>
                                        <p:tgtEl>
                                          <p:spTgt spid="18"/>
                                        </p:tgtEl>
                                        <p:attrNameLst>
                                          <p:attrName>style.visibility</p:attrName>
                                        </p:attrNameLst>
                                      </p:cBhvr>
                                      <p:to>
                                        <p:strVal val="visible"/>
                                      </p:to>
                                    </p:set>
                                    <p:anim calcmode="lin" valueType="num">
                                      <p:cBhvr>
                                        <p:cTn id="91" dur="900" fill="hold"/>
                                        <p:tgtEl>
                                          <p:spTgt spid="18"/>
                                        </p:tgtEl>
                                        <p:attrNameLst>
                                          <p:attrName>ppt_w</p:attrName>
                                        </p:attrNameLst>
                                      </p:cBhvr>
                                      <p:tavLst>
                                        <p:tav tm="0">
                                          <p:val>
                                            <p:strVal val="0"/>
                                          </p:val>
                                        </p:tav>
                                        <p:tav tm="100000">
                                          <p:val>
                                            <p:strVal val="#ppt_w"/>
                                          </p:val>
                                        </p:tav>
                                      </p:tavLst>
                                    </p:anim>
                                    <p:anim calcmode="lin" valueType="num">
                                      <p:cBhvr>
                                        <p:cTn id="92" dur="900" fill="hold"/>
                                        <p:tgtEl>
                                          <p:spTgt spid="18"/>
                                        </p:tgtEl>
                                        <p:attrNameLst>
                                          <p:attrName>ppt_h</p:attrName>
                                        </p:attrNameLst>
                                      </p:cBhvr>
                                      <p:tavLst>
                                        <p:tav tm="0">
                                          <p:val>
                                            <p:strVal val="0"/>
                                          </p:val>
                                        </p:tav>
                                        <p:tav tm="100000">
                                          <p:val>
                                            <p:strVal val="#ppt_h"/>
                                          </p:val>
                                        </p:tav>
                                      </p:tavLst>
                                    </p:anim>
                                    <p:animEffect transition="in" filter="fade">
                                      <p:cBhvr>
                                        <p:cTn id="93" dur="900"/>
                                        <p:tgtEl>
                                          <p:spTgt spid="18"/>
                                        </p:tgtEl>
                                      </p:cBhvr>
                                    </p:animEffect>
                                  </p:childTnLst>
                                </p:cTn>
                              </p:par>
                            </p:childTnLst>
                          </p:cTn>
                        </p:par>
                      </p:childTnLst>
                    </p:cTn>
                  </p:par>
                  <p:par>
                    <p:cTn id="94" fill="hold">
                      <p:stCondLst>
                        <p:cond delay="indefinite"/>
                      </p:stCondLst>
                      <p:childTnLst>
                        <p:par>
                          <p:cTn id="95" fill="hold">
                            <p:stCondLst>
                              <p:cond delay="0"/>
                            </p:stCondLst>
                            <p:childTnLst>
                              <p:par>
                                <p:cTn id="96" presetID="53" presetClass="entr" presetSubtype="16" fill="hold" grpId="0" nodeType="clickEffect">
                                  <p:stCondLst>
                                    <p:cond delay="0"/>
                                  </p:stCondLst>
                                  <p:childTnLst>
                                    <p:set>
                                      <p:cBhvr>
                                        <p:cTn id="97" dur="1" fill="hold">
                                          <p:stCondLst>
                                            <p:cond delay="0"/>
                                          </p:stCondLst>
                                        </p:cTn>
                                        <p:tgtEl>
                                          <p:spTgt spid="30"/>
                                        </p:tgtEl>
                                        <p:attrNameLst>
                                          <p:attrName>style.visibility</p:attrName>
                                        </p:attrNameLst>
                                      </p:cBhvr>
                                      <p:to>
                                        <p:strVal val="visible"/>
                                      </p:to>
                                    </p:set>
                                    <p:anim calcmode="lin" valueType="num">
                                      <p:cBhvr>
                                        <p:cTn id="98" dur="900" fill="hold"/>
                                        <p:tgtEl>
                                          <p:spTgt spid="30"/>
                                        </p:tgtEl>
                                        <p:attrNameLst>
                                          <p:attrName>ppt_w</p:attrName>
                                        </p:attrNameLst>
                                      </p:cBhvr>
                                      <p:tavLst>
                                        <p:tav tm="0">
                                          <p:val>
                                            <p:strVal val="0"/>
                                          </p:val>
                                        </p:tav>
                                        <p:tav tm="100000">
                                          <p:val>
                                            <p:strVal val="#ppt_w"/>
                                          </p:val>
                                        </p:tav>
                                      </p:tavLst>
                                    </p:anim>
                                    <p:anim calcmode="lin" valueType="num">
                                      <p:cBhvr>
                                        <p:cTn id="99" dur="900" fill="hold"/>
                                        <p:tgtEl>
                                          <p:spTgt spid="30"/>
                                        </p:tgtEl>
                                        <p:attrNameLst>
                                          <p:attrName>ppt_h</p:attrName>
                                        </p:attrNameLst>
                                      </p:cBhvr>
                                      <p:tavLst>
                                        <p:tav tm="0">
                                          <p:val>
                                            <p:strVal val="0"/>
                                          </p:val>
                                        </p:tav>
                                        <p:tav tm="100000">
                                          <p:val>
                                            <p:strVal val="#ppt_h"/>
                                          </p:val>
                                        </p:tav>
                                      </p:tavLst>
                                    </p:anim>
                                    <p:animEffect transition="in" filter="fade">
                                      <p:cBhvr>
                                        <p:cTn id="100" dur="900"/>
                                        <p:tgtEl>
                                          <p:spTgt spid="30"/>
                                        </p:tgtEl>
                                      </p:cBhvr>
                                    </p:animEffect>
                                  </p:childTnLst>
                                </p:cTn>
                              </p:par>
                            </p:childTnLst>
                          </p:cTn>
                        </p:par>
                      </p:childTnLst>
                    </p:cTn>
                  </p:par>
                  <p:par>
                    <p:cTn id="101" fill="hold">
                      <p:stCondLst>
                        <p:cond delay="indefinite"/>
                      </p:stCondLst>
                      <p:childTnLst>
                        <p:par>
                          <p:cTn id="102" fill="hold">
                            <p:stCondLst>
                              <p:cond delay="0"/>
                            </p:stCondLst>
                            <p:childTnLst>
                              <p:par>
                                <p:cTn id="103" presetID="53" presetClass="entr" presetSubtype="16" fill="hold" grpId="0" nodeType="clickEffect">
                                  <p:stCondLst>
                                    <p:cond delay="0"/>
                                  </p:stCondLst>
                                  <p:childTnLst>
                                    <p:set>
                                      <p:cBhvr>
                                        <p:cTn id="104" dur="1" fill="hold">
                                          <p:stCondLst>
                                            <p:cond delay="0"/>
                                          </p:stCondLst>
                                        </p:cTn>
                                        <p:tgtEl>
                                          <p:spTgt spid="19"/>
                                        </p:tgtEl>
                                        <p:attrNameLst>
                                          <p:attrName>style.visibility</p:attrName>
                                        </p:attrNameLst>
                                      </p:cBhvr>
                                      <p:to>
                                        <p:strVal val="visible"/>
                                      </p:to>
                                    </p:set>
                                    <p:anim calcmode="lin" valueType="num">
                                      <p:cBhvr>
                                        <p:cTn id="105" dur="900" fill="hold"/>
                                        <p:tgtEl>
                                          <p:spTgt spid="19"/>
                                        </p:tgtEl>
                                        <p:attrNameLst>
                                          <p:attrName>ppt_w</p:attrName>
                                        </p:attrNameLst>
                                      </p:cBhvr>
                                      <p:tavLst>
                                        <p:tav tm="0">
                                          <p:val>
                                            <p:strVal val="0"/>
                                          </p:val>
                                        </p:tav>
                                        <p:tav tm="100000">
                                          <p:val>
                                            <p:strVal val="#ppt_w"/>
                                          </p:val>
                                        </p:tav>
                                      </p:tavLst>
                                    </p:anim>
                                    <p:anim calcmode="lin" valueType="num">
                                      <p:cBhvr>
                                        <p:cTn id="106" dur="900" fill="hold"/>
                                        <p:tgtEl>
                                          <p:spTgt spid="19"/>
                                        </p:tgtEl>
                                        <p:attrNameLst>
                                          <p:attrName>ppt_h</p:attrName>
                                        </p:attrNameLst>
                                      </p:cBhvr>
                                      <p:tavLst>
                                        <p:tav tm="0">
                                          <p:val>
                                            <p:strVal val="0"/>
                                          </p:val>
                                        </p:tav>
                                        <p:tav tm="100000">
                                          <p:val>
                                            <p:strVal val="#ppt_h"/>
                                          </p:val>
                                        </p:tav>
                                      </p:tavLst>
                                    </p:anim>
                                    <p:animEffect transition="in" filter="fade">
                                      <p:cBhvr>
                                        <p:cTn id="107" dur="900"/>
                                        <p:tgtEl>
                                          <p:spTgt spid="19"/>
                                        </p:tgtEl>
                                      </p:cBhvr>
                                    </p:animEffect>
                                  </p:childTnLst>
                                </p:cTn>
                              </p:par>
                            </p:childTnLst>
                          </p:cTn>
                        </p:par>
                      </p:childTnLst>
                    </p:cTn>
                  </p:par>
                  <p:par>
                    <p:cTn id="108" fill="hold">
                      <p:stCondLst>
                        <p:cond delay="indefinite"/>
                      </p:stCondLst>
                      <p:childTnLst>
                        <p:par>
                          <p:cTn id="109" fill="hold">
                            <p:stCondLst>
                              <p:cond delay="0"/>
                            </p:stCondLst>
                            <p:childTnLst>
                              <p:par>
                                <p:cTn id="110" presetID="53" presetClass="entr" presetSubtype="16" fill="hold" grpId="0" nodeType="clickEffect">
                                  <p:stCondLst>
                                    <p:cond delay="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900" fill="hold"/>
                                        <p:tgtEl>
                                          <p:spTgt spid="31"/>
                                        </p:tgtEl>
                                        <p:attrNameLst>
                                          <p:attrName>ppt_w</p:attrName>
                                        </p:attrNameLst>
                                      </p:cBhvr>
                                      <p:tavLst>
                                        <p:tav tm="0">
                                          <p:val>
                                            <p:strVal val="0"/>
                                          </p:val>
                                        </p:tav>
                                        <p:tav tm="100000">
                                          <p:val>
                                            <p:strVal val="#ppt_w"/>
                                          </p:val>
                                        </p:tav>
                                      </p:tavLst>
                                    </p:anim>
                                    <p:anim calcmode="lin" valueType="num">
                                      <p:cBhvr>
                                        <p:cTn id="113" dur="900" fill="hold"/>
                                        <p:tgtEl>
                                          <p:spTgt spid="31"/>
                                        </p:tgtEl>
                                        <p:attrNameLst>
                                          <p:attrName>ppt_h</p:attrName>
                                        </p:attrNameLst>
                                      </p:cBhvr>
                                      <p:tavLst>
                                        <p:tav tm="0">
                                          <p:val>
                                            <p:strVal val="0"/>
                                          </p:val>
                                        </p:tav>
                                        <p:tav tm="100000">
                                          <p:val>
                                            <p:strVal val="#ppt_h"/>
                                          </p:val>
                                        </p:tav>
                                      </p:tavLst>
                                    </p:anim>
                                    <p:animEffect transition="in" filter="fade">
                                      <p:cBhvr>
                                        <p:cTn id="114" dur="900"/>
                                        <p:tgtEl>
                                          <p:spTgt spid="31"/>
                                        </p:tgtEl>
                                      </p:cBhvr>
                                    </p:animEffect>
                                  </p:childTnLst>
                                </p:cTn>
                              </p:par>
                            </p:childTnLst>
                          </p:cTn>
                        </p:par>
                      </p:childTnLst>
                    </p:cTn>
                  </p:par>
                  <p:par>
                    <p:cTn id="115" fill="hold">
                      <p:stCondLst>
                        <p:cond delay="indefinite"/>
                      </p:stCondLst>
                      <p:childTnLst>
                        <p:par>
                          <p:cTn id="116" fill="hold">
                            <p:stCondLst>
                              <p:cond delay="0"/>
                            </p:stCondLst>
                            <p:childTnLst>
                              <p:par>
                                <p:cTn id="117" presetID="53" presetClass="entr" presetSubtype="16" fill="hold" grpId="0" nodeType="clickEffect">
                                  <p:stCondLst>
                                    <p:cond delay="0"/>
                                  </p:stCondLst>
                                  <p:childTnLst>
                                    <p:set>
                                      <p:cBhvr>
                                        <p:cTn id="118" dur="1" fill="hold">
                                          <p:stCondLst>
                                            <p:cond delay="0"/>
                                          </p:stCondLst>
                                        </p:cTn>
                                        <p:tgtEl>
                                          <p:spTgt spid="20"/>
                                        </p:tgtEl>
                                        <p:attrNameLst>
                                          <p:attrName>style.visibility</p:attrName>
                                        </p:attrNameLst>
                                      </p:cBhvr>
                                      <p:to>
                                        <p:strVal val="visible"/>
                                      </p:to>
                                    </p:set>
                                    <p:anim calcmode="lin" valueType="num">
                                      <p:cBhvr>
                                        <p:cTn id="119" dur="900" fill="hold"/>
                                        <p:tgtEl>
                                          <p:spTgt spid="20"/>
                                        </p:tgtEl>
                                        <p:attrNameLst>
                                          <p:attrName>ppt_w</p:attrName>
                                        </p:attrNameLst>
                                      </p:cBhvr>
                                      <p:tavLst>
                                        <p:tav tm="0">
                                          <p:val>
                                            <p:strVal val="0"/>
                                          </p:val>
                                        </p:tav>
                                        <p:tav tm="100000">
                                          <p:val>
                                            <p:strVal val="#ppt_w"/>
                                          </p:val>
                                        </p:tav>
                                      </p:tavLst>
                                    </p:anim>
                                    <p:anim calcmode="lin" valueType="num">
                                      <p:cBhvr>
                                        <p:cTn id="120" dur="900" fill="hold"/>
                                        <p:tgtEl>
                                          <p:spTgt spid="20"/>
                                        </p:tgtEl>
                                        <p:attrNameLst>
                                          <p:attrName>ppt_h</p:attrName>
                                        </p:attrNameLst>
                                      </p:cBhvr>
                                      <p:tavLst>
                                        <p:tav tm="0">
                                          <p:val>
                                            <p:strVal val="0"/>
                                          </p:val>
                                        </p:tav>
                                        <p:tav tm="100000">
                                          <p:val>
                                            <p:strVal val="#ppt_h"/>
                                          </p:val>
                                        </p:tav>
                                      </p:tavLst>
                                    </p:anim>
                                    <p:animEffect transition="in" filter="fade">
                                      <p:cBhvr>
                                        <p:cTn id="121" dur="900"/>
                                        <p:tgtEl>
                                          <p:spTgt spid="20"/>
                                        </p:tgtEl>
                                      </p:cBhvr>
                                    </p:animEffect>
                                  </p:childTnLst>
                                </p:cTn>
                              </p:par>
                            </p:childTnLst>
                          </p:cTn>
                        </p:par>
                      </p:childTnLst>
                    </p:cTn>
                  </p:par>
                  <p:par>
                    <p:cTn id="122" fill="hold">
                      <p:stCondLst>
                        <p:cond delay="indefinite"/>
                      </p:stCondLst>
                      <p:childTnLst>
                        <p:par>
                          <p:cTn id="123" fill="hold">
                            <p:stCondLst>
                              <p:cond delay="0"/>
                            </p:stCondLst>
                            <p:childTnLst>
                              <p:par>
                                <p:cTn id="124" presetID="53" presetClass="entr" presetSubtype="16" fill="hold" grpId="0" nodeType="clickEffect">
                                  <p:stCondLst>
                                    <p:cond delay="0"/>
                                  </p:stCondLst>
                                  <p:childTnLst>
                                    <p:set>
                                      <p:cBhvr>
                                        <p:cTn id="125" dur="1" fill="hold">
                                          <p:stCondLst>
                                            <p:cond delay="0"/>
                                          </p:stCondLst>
                                        </p:cTn>
                                        <p:tgtEl>
                                          <p:spTgt spid="32"/>
                                        </p:tgtEl>
                                        <p:attrNameLst>
                                          <p:attrName>style.visibility</p:attrName>
                                        </p:attrNameLst>
                                      </p:cBhvr>
                                      <p:to>
                                        <p:strVal val="visible"/>
                                      </p:to>
                                    </p:set>
                                    <p:anim calcmode="lin" valueType="num">
                                      <p:cBhvr>
                                        <p:cTn id="126" dur="900" fill="hold"/>
                                        <p:tgtEl>
                                          <p:spTgt spid="32"/>
                                        </p:tgtEl>
                                        <p:attrNameLst>
                                          <p:attrName>ppt_w</p:attrName>
                                        </p:attrNameLst>
                                      </p:cBhvr>
                                      <p:tavLst>
                                        <p:tav tm="0">
                                          <p:val>
                                            <p:strVal val="0"/>
                                          </p:val>
                                        </p:tav>
                                        <p:tav tm="100000">
                                          <p:val>
                                            <p:strVal val="#ppt_w"/>
                                          </p:val>
                                        </p:tav>
                                      </p:tavLst>
                                    </p:anim>
                                    <p:anim calcmode="lin" valueType="num">
                                      <p:cBhvr>
                                        <p:cTn id="127" dur="900" fill="hold"/>
                                        <p:tgtEl>
                                          <p:spTgt spid="32"/>
                                        </p:tgtEl>
                                        <p:attrNameLst>
                                          <p:attrName>ppt_h</p:attrName>
                                        </p:attrNameLst>
                                      </p:cBhvr>
                                      <p:tavLst>
                                        <p:tav tm="0">
                                          <p:val>
                                            <p:strVal val="0"/>
                                          </p:val>
                                        </p:tav>
                                        <p:tav tm="100000">
                                          <p:val>
                                            <p:strVal val="#ppt_h"/>
                                          </p:val>
                                        </p:tav>
                                      </p:tavLst>
                                    </p:anim>
                                    <p:animEffect transition="in" filter="fade">
                                      <p:cBhvr>
                                        <p:cTn id="128" dur="900"/>
                                        <p:tgtEl>
                                          <p:spTgt spid="32"/>
                                        </p:tgtEl>
                                      </p:cBhvr>
                                    </p:animEffect>
                                  </p:childTnLst>
                                </p:cTn>
                              </p:par>
                            </p:childTnLst>
                          </p:cTn>
                        </p:par>
                      </p:childTnLst>
                    </p:cTn>
                  </p:par>
                  <p:par>
                    <p:cTn id="129" fill="hold">
                      <p:stCondLst>
                        <p:cond delay="indefinite"/>
                      </p:stCondLst>
                      <p:childTnLst>
                        <p:par>
                          <p:cTn id="130" fill="hold">
                            <p:stCondLst>
                              <p:cond delay="0"/>
                            </p:stCondLst>
                            <p:childTnLst>
                              <p:par>
                                <p:cTn id="131" presetID="53" presetClass="entr" presetSubtype="16" fill="hold" grpId="0" nodeType="clickEffect">
                                  <p:stCondLst>
                                    <p:cond delay="0"/>
                                  </p:stCondLst>
                                  <p:childTnLst>
                                    <p:set>
                                      <p:cBhvr>
                                        <p:cTn id="132" dur="1" fill="hold">
                                          <p:stCondLst>
                                            <p:cond delay="0"/>
                                          </p:stCondLst>
                                        </p:cTn>
                                        <p:tgtEl>
                                          <p:spTgt spid="21"/>
                                        </p:tgtEl>
                                        <p:attrNameLst>
                                          <p:attrName>style.visibility</p:attrName>
                                        </p:attrNameLst>
                                      </p:cBhvr>
                                      <p:to>
                                        <p:strVal val="visible"/>
                                      </p:to>
                                    </p:set>
                                    <p:anim calcmode="lin" valueType="num">
                                      <p:cBhvr>
                                        <p:cTn id="133" dur="900" fill="hold"/>
                                        <p:tgtEl>
                                          <p:spTgt spid="21"/>
                                        </p:tgtEl>
                                        <p:attrNameLst>
                                          <p:attrName>ppt_w</p:attrName>
                                        </p:attrNameLst>
                                      </p:cBhvr>
                                      <p:tavLst>
                                        <p:tav tm="0">
                                          <p:val>
                                            <p:strVal val="0"/>
                                          </p:val>
                                        </p:tav>
                                        <p:tav tm="100000">
                                          <p:val>
                                            <p:strVal val="#ppt_w"/>
                                          </p:val>
                                        </p:tav>
                                      </p:tavLst>
                                    </p:anim>
                                    <p:anim calcmode="lin" valueType="num">
                                      <p:cBhvr>
                                        <p:cTn id="134" dur="900" fill="hold"/>
                                        <p:tgtEl>
                                          <p:spTgt spid="21"/>
                                        </p:tgtEl>
                                        <p:attrNameLst>
                                          <p:attrName>ppt_h</p:attrName>
                                        </p:attrNameLst>
                                      </p:cBhvr>
                                      <p:tavLst>
                                        <p:tav tm="0">
                                          <p:val>
                                            <p:strVal val="0"/>
                                          </p:val>
                                        </p:tav>
                                        <p:tav tm="100000">
                                          <p:val>
                                            <p:strVal val="#ppt_h"/>
                                          </p:val>
                                        </p:tav>
                                      </p:tavLst>
                                    </p:anim>
                                    <p:animEffect transition="in" filter="fade">
                                      <p:cBhvr>
                                        <p:cTn id="135" dur="900"/>
                                        <p:tgtEl>
                                          <p:spTgt spid="21"/>
                                        </p:tgtEl>
                                      </p:cBhvr>
                                    </p:animEffect>
                                  </p:childTnLst>
                                </p:cTn>
                              </p:par>
                            </p:childTnLst>
                          </p:cTn>
                        </p:par>
                      </p:childTnLst>
                    </p:cTn>
                  </p:par>
                  <p:par>
                    <p:cTn id="136" fill="hold">
                      <p:stCondLst>
                        <p:cond delay="indefinite"/>
                      </p:stCondLst>
                      <p:childTnLst>
                        <p:par>
                          <p:cTn id="137" fill="hold">
                            <p:stCondLst>
                              <p:cond delay="0"/>
                            </p:stCondLst>
                            <p:childTnLst>
                              <p:par>
                                <p:cTn id="138" presetID="53" presetClass="entr" presetSubtype="16" fill="hold" grpId="0" nodeType="clickEffect">
                                  <p:stCondLst>
                                    <p:cond delay="0"/>
                                  </p:stCondLst>
                                  <p:childTnLst>
                                    <p:set>
                                      <p:cBhvr>
                                        <p:cTn id="139" dur="1" fill="hold">
                                          <p:stCondLst>
                                            <p:cond delay="0"/>
                                          </p:stCondLst>
                                        </p:cTn>
                                        <p:tgtEl>
                                          <p:spTgt spid="33"/>
                                        </p:tgtEl>
                                        <p:attrNameLst>
                                          <p:attrName>style.visibility</p:attrName>
                                        </p:attrNameLst>
                                      </p:cBhvr>
                                      <p:to>
                                        <p:strVal val="visible"/>
                                      </p:to>
                                    </p:set>
                                    <p:anim calcmode="lin" valueType="num">
                                      <p:cBhvr>
                                        <p:cTn id="140" dur="900" fill="hold"/>
                                        <p:tgtEl>
                                          <p:spTgt spid="33"/>
                                        </p:tgtEl>
                                        <p:attrNameLst>
                                          <p:attrName>ppt_w</p:attrName>
                                        </p:attrNameLst>
                                      </p:cBhvr>
                                      <p:tavLst>
                                        <p:tav tm="0">
                                          <p:val>
                                            <p:strVal val="0"/>
                                          </p:val>
                                        </p:tav>
                                        <p:tav tm="100000">
                                          <p:val>
                                            <p:strVal val="#ppt_w"/>
                                          </p:val>
                                        </p:tav>
                                      </p:tavLst>
                                    </p:anim>
                                    <p:anim calcmode="lin" valueType="num">
                                      <p:cBhvr>
                                        <p:cTn id="141" dur="900" fill="hold"/>
                                        <p:tgtEl>
                                          <p:spTgt spid="33"/>
                                        </p:tgtEl>
                                        <p:attrNameLst>
                                          <p:attrName>ppt_h</p:attrName>
                                        </p:attrNameLst>
                                      </p:cBhvr>
                                      <p:tavLst>
                                        <p:tav tm="0">
                                          <p:val>
                                            <p:strVal val="0"/>
                                          </p:val>
                                        </p:tav>
                                        <p:tav tm="100000">
                                          <p:val>
                                            <p:strVal val="#ppt_h"/>
                                          </p:val>
                                        </p:tav>
                                      </p:tavLst>
                                    </p:anim>
                                    <p:animEffect transition="in" filter="fade">
                                      <p:cBhvr>
                                        <p:cTn id="142" dur="900"/>
                                        <p:tgtEl>
                                          <p:spTgt spid="33"/>
                                        </p:tgtEl>
                                      </p:cBhvr>
                                    </p:animEffect>
                                  </p:childTnLst>
                                </p:cTn>
                              </p:par>
                            </p:childTnLst>
                          </p:cTn>
                        </p:par>
                      </p:childTnLst>
                    </p:cTn>
                  </p:par>
                  <p:par>
                    <p:cTn id="143" fill="hold">
                      <p:stCondLst>
                        <p:cond delay="indefinite"/>
                      </p:stCondLst>
                      <p:childTnLst>
                        <p:par>
                          <p:cTn id="144" fill="hold">
                            <p:stCondLst>
                              <p:cond delay="0"/>
                            </p:stCondLst>
                            <p:childTnLst>
                              <p:par>
                                <p:cTn id="145" presetID="53" presetClass="entr" presetSubtype="16" fill="hold" grpId="0" nodeType="clickEffect">
                                  <p:stCondLst>
                                    <p:cond delay="0"/>
                                  </p:stCondLst>
                                  <p:childTnLst>
                                    <p:set>
                                      <p:cBhvr>
                                        <p:cTn id="146" dur="1" fill="hold">
                                          <p:stCondLst>
                                            <p:cond delay="0"/>
                                          </p:stCondLst>
                                        </p:cTn>
                                        <p:tgtEl>
                                          <p:spTgt spid="22"/>
                                        </p:tgtEl>
                                        <p:attrNameLst>
                                          <p:attrName>style.visibility</p:attrName>
                                        </p:attrNameLst>
                                      </p:cBhvr>
                                      <p:to>
                                        <p:strVal val="visible"/>
                                      </p:to>
                                    </p:set>
                                    <p:anim calcmode="lin" valueType="num">
                                      <p:cBhvr>
                                        <p:cTn id="147" dur="900" fill="hold"/>
                                        <p:tgtEl>
                                          <p:spTgt spid="22"/>
                                        </p:tgtEl>
                                        <p:attrNameLst>
                                          <p:attrName>ppt_w</p:attrName>
                                        </p:attrNameLst>
                                      </p:cBhvr>
                                      <p:tavLst>
                                        <p:tav tm="0">
                                          <p:val>
                                            <p:strVal val="0"/>
                                          </p:val>
                                        </p:tav>
                                        <p:tav tm="100000">
                                          <p:val>
                                            <p:strVal val="#ppt_w"/>
                                          </p:val>
                                        </p:tav>
                                      </p:tavLst>
                                    </p:anim>
                                    <p:anim calcmode="lin" valueType="num">
                                      <p:cBhvr>
                                        <p:cTn id="148" dur="900" fill="hold"/>
                                        <p:tgtEl>
                                          <p:spTgt spid="22"/>
                                        </p:tgtEl>
                                        <p:attrNameLst>
                                          <p:attrName>ppt_h</p:attrName>
                                        </p:attrNameLst>
                                      </p:cBhvr>
                                      <p:tavLst>
                                        <p:tav tm="0">
                                          <p:val>
                                            <p:strVal val="0"/>
                                          </p:val>
                                        </p:tav>
                                        <p:tav tm="100000">
                                          <p:val>
                                            <p:strVal val="#ppt_h"/>
                                          </p:val>
                                        </p:tav>
                                      </p:tavLst>
                                    </p:anim>
                                    <p:animEffect transition="in" filter="fade">
                                      <p:cBhvr>
                                        <p:cTn id="149" dur="900"/>
                                        <p:tgtEl>
                                          <p:spTgt spid="22"/>
                                        </p:tgtEl>
                                      </p:cBhvr>
                                    </p:animEffect>
                                  </p:childTnLst>
                                </p:cTn>
                              </p:par>
                            </p:childTnLst>
                          </p:cTn>
                        </p:par>
                      </p:childTnLst>
                    </p:cTn>
                  </p:par>
                  <p:par>
                    <p:cTn id="150" fill="hold">
                      <p:stCondLst>
                        <p:cond delay="indefinite"/>
                      </p:stCondLst>
                      <p:childTnLst>
                        <p:par>
                          <p:cTn id="151" fill="hold">
                            <p:stCondLst>
                              <p:cond delay="0"/>
                            </p:stCondLst>
                            <p:childTnLst>
                              <p:par>
                                <p:cTn id="152" presetID="53" presetClass="entr" presetSubtype="16" fill="hold" grpId="0" nodeType="clickEffect">
                                  <p:stCondLst>
                                    <p:cond delay="0"/>
                                  </p:stCondLst>
                                  <p:childTnLst>
                                    <p:set>
                                      <p:cBhvr>
                                        <p:cTn id="153" dur="1" fill="hold">
                                          <p:stCondLst>
                                            <p:cond delay="0"/>
                                          </p:stCondLst>
                                        </p:cTn>
                                        <p:tgtEl>
                                          <p:spTgt spid="34"/>
                                        </p:tgtEl>
                                        <p:attrNameLst>
                                          <p:attrName>style.visibility</p:attrName>
                                        </p:attrNameLst>
                                      </p:cBhvr>
                                      <p:to>
                                        <p:strVal val="visible"/>
                                      </p:to>
                                    </p:set>
                                    <p:anim calcmode="lin" valueType="num">
                                      <p:cBhvr>
                                        <p:cTn id="154" dur="900" fill="hold"/>
                                        <p:tgtEl>
                                          <p:spTgt spid="34"/>
                                        </p:tgtEl>
                                        <p:attrNameLst>
                                          <p:attrName>ppt_w</p:attrName>
                                        </p:attrNameLst>
                                      </p:cBhvr>
                                      <p:tavLst>
                                        <p:tav tm="0">
                                          <p:val>
                                            <p:strVal val="0"/>
                                          </p:val>
                                        </p:tav>
                                        <p:tav tm="100000">
                                          <p:val>
                                            <p:strVal val="#ppt_w"/>
                                          </p:val>
                                        </p:tav>
                                      </p:tavLst>
                                    </p:anim>
                                    <p:anim calcmode="lin" valueType="num">
                                      <p:cBhvr>
                                        <p:cTn id="155" dur="900" fill="hold"/>
                                        <p:tgtEl>
                                          <p:spTgt spid="34"/>
                                        </p:tgtEl>
                                        <p:attrNameLst>
                                          <p:attrName>ppt_h</p:attrName>
                                        </p:attrNameLst>
                                      </p:cBhvr>
                                      <p:tavLst>
                                        <p:tav tm="0">
                                          <p:val>
                                            <p:strVal val="0"/>
                                          </p:val>
                                        </p:tav>
                                        <p:tav tm="100000">
                                          <p:val>
                                            <p:strVal val="#ppt_h"/>
                                          </p:val>
                                        </p:tav>
                                      </p:tavLst>
                                    </p:anim>
                                    <p:animEffect transition="in" filter="fade">
                                      <p:cBhvr>
                                        <p:cTn id="156" dur="900"/>
                                        <p:tgtEl>
                                          <p:spTgt spid="34"/>
                                        </p:tgtEl>
                                      </p:cBhvr>
                                    </p:animEffect>
                                  </p:childTnLst>
                                </p:cTn>
                              </p:par>
                            </p:childTnLst>
                          </p:cTn>
                        </p:par>
                      </p:childTnLst>
                    </p:cTn>
                  </p:par>
                  <p:par>
                    <p:cTn id="157" fill="hold">
                      <p:stCondLst>
                        <p:cond delay="indefinite"/>
                      </p:stCondLst>
                      <p:childTnLst>
                        <p:par>
                          <p:cTn id="158" fill="hold">
                            <p:stCondLst>
                              <p:cond delay="0"/>
                            </p:stCondLst>
                            <p:childTnLst>
                              <p:par>
                                <p:cTn id="159" presetID="53" presetClass="entr" presetSubtype="16" fill="hold" grpId="0" nodeType="clickEffect">
                                  <p:stCondLst>
                                    <p:cond delay="0"/>
                                  </p:stCondLst>
                                  <p:childTnLst>
                                    <p:set>
                                      <p:cBhvr>
                                        <p:cTn id="160" dur="1" fill="hold">
                                          <p:stCondLst>
                                            <p:cond delay="0"/>
                                          </p:stCondLst>
                                        </p:cTn>
                                        <p:tgtEl>
                                          <p:spTgt spid="23"/>
                                        </p:tgtEl>
                                        <p:attrNameLst>
                                          <p:attrName>style.visibility</p:attrName>
                                        </p:attrNameLst>
                                      </p:cBhvr>
                                      <p:to>
                                        <p:strVal val="visible"/>
                                      </p:to>
                                    </p:set>
                                    <p:anim calcmode="lin" valueType="num">
                                      <p:cBhvr>
                                        <p:cTn id="161" dur="900" fill="hold"/>
                                        <p:tgtEl>
                                          <p:spTgt spid="23"/>
                                        </p:tgtEl>
                                        <p:attrNameLst>
                                          <p:attrName>ppt_w</p:attrName>
                                        </p:attrNameLst>
                                      </p:cBhvr>
                                      <p:tavLst>
                                        <p:tav tm="0">
                                          <p:val>
                                            <p:strVal val="0"/>
                                          </p:val>
                                        </p:tav>
                                        <p:tav tm="100000">
                                          <p:val>
                                            <p:strVal val="#ppt_w"/>
                                          </p:val>
                                        </p:tav>
                                      </p:tavLst>
                                    </p:anim>
                                    <p:anim calcmode="lin" valueType="num">
                                      <p:cBhvr>
                                        <p:cTn id="162" dur="900" fill="hold"/>
                                        <p:tgtEl>
                                          <p:spTgt spid="23"/>
                                        </p:tgtEl>
                                        <p:attrNameLst>
                                          <p:attrName>ppt_h</p:attrName>
                                        </p:attrNameLst>
                                      </p:cBhvr>
                                      <p:tavLst>
                                        <p:tav tm="0">
                                          <p:val>
                                            <p:strVal val="0"/>
                                          </p:val>
                                        </p:tav>
                                        <p:tav tm="100000">
                                          <p:val>
                                            <p:strVal val="#ppt_h"/>
                                          </p:val>
                                        </p:tav>
                                      </p:tavLst>
                                    </p:anim>
                                    <p:animEffect transition="in" filter="fade">
                                      <p:cBhvr>
                                        <p:cTn id="163" dur="900"/>
                                        <p:tgtEl>
                                          <p:spTgt spid="23"/>
                                        </p:tgtEl>
                                      </p:cBhvr>
                                    </p:animEffect>
                                  </p:childTnLst>
                                </p:cTn>
                              </p:par>
                            </p:childTnLst>
                          </p:cTn>
                        </p:par>
                      </p:childTnLst>
                    </p:cTn>
                  </p:par>
                  <p:par>
                    <p:cTn id="164" fill="hold">
                      <p:stCondLst>
                        <p:cond delay="indefinite"/>
                      </p:stCondLst>
                      <p:childTnLst>
                        <p:par>
                          <p:cTn id="165" fill="hold">
                            <p:stCondLst>
                              <p:cond delay="0"/>
                            </p:stCondLst>
                            <p:childTnLst>
                              <p:par>
                                <p:cTn id="166" presetID="53" presetClass="entr" presetSubtype="16" fill="hold" grpId="0" nodeType="clickEffect">
                                  <p:stCondLst>
                                    <p:cond delay="0"/>
                                  </p:stCondLst>
                                  <p:childTnLst>
                                    <p:set>
                                      <p:cBhvr>
                                        <p:cTn id="167" dur="1" fill="hold">
                                          <p:stCondLst>
                                            <p:cond delay="0"/>
                                          </p:stCondLst>
                                        </p:cTn>
                                        <p:tgtEl>
                                          <p:spTgt spid="35"/>
                                        </p:tgtEl>
                                        <p:attrNameLst>
                                          <p:attrName>style.visibility</p:attrName>
                                        </p:attrNameLst>
                                      </p:cBhvr>
                                      <p:to>
                                        <p:strVal val="visible"/>
                                      </p:to>
                                    </p:set>
                                    <p:anim calcmode="lin" valueType="num">
                                      <p:cBhvr>
                                        <p:cTn id="168" dur="900" fill="hold"/>
                                        <p:tgtEl>
                                          <p:spTgt spid="35"/>
                                        </p:tgtEl>
                                        <p:attrNameLst>
                                          <p:attrName>ppt_w</p:attrName>
                                        </p:attrNameLst>
                                      </p:cBhvr>
                                      <p:tavLst>
                                        <p:tav tm="0">
                                          <p:val>
                                            <p:strVal val="0"/>
                                          </p:val>
                                        </p:tav>
                                        <p:tav tm="100000">
                                          <p:val>
                                            <p:strVal val="#ppt_w"/>
                                          </p:val>
                                        </p:tav>
                                      </p:tavLst>
                                    </p:anim>
                                    <p:anim calcmode="lin" valueType="num">
                                      <p:cBhvr>
                                        <p:cTn id="169" dur="900" fill="hold"/>
                                        <p:tgtEl>
                                          <p:spTgt spid="35"/>
                                        </p:tgtEl>
                                        <p:attrNameLst>
                                          <p:attrName>ppt_h</p:attrName>
                                        </p:attrNameLst>
                                      </p:cBhvr>
                                      <p:tavLst>
                                        <p:tav tm="0">
                                          <p:val>
                                            <p:strVal val="0"/>
                                          </p:val>
                                        </p:tav>
                                        <p:tav tm="100000">
                                          <p:val>
                                            <p:strVal val="#ppt_h"/>
                                          </p:val>
                                        </p:tav>
                                      </p:tavLst>
                                    </p:anim>
                                    <p:animEffect transition="in" filter="fade">
                                      <p:cBhvr>
                                        <p:cTn id="170" dur="9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