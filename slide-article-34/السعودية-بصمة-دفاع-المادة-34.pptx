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اضغطي (نقرة أو مسافة أو السهم الأيمن) لإظهار البصمات واحدة تلو الأخرى، بالتناوب بين اليمين واليسار حتى تكتمل البصمات الأربع والعشرون. لتعديل الاسمين انقري داخل المربعين أسفل الشريحة.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خط أحمر 1"/>
          <p:cNvCxnSpPr/>
          <p:nvPr/>
        </p:nvCxnSpPr>
        <p:spPr>
          <a:xfrm>
            <a:off x="502920" y="3246120"/>
            <a:ext cx="11183112" cy="0"/>
          </a:xfrm>
          <a:prstGeom prst="line">
            <a:avLst/>
          </a:prstGeom>
          <a:ln w="571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خط أحمر 2"/>
          <p:cNvCxnSpPr/>
          <p:nvPr/>
        </p:nvCxnSpPr>
        <p:spPr>
          <a:xfrm>
            <a:off x="502920" y="3611880"/>
            <a:ext cx="11183112" cy="0"/>
          </a:xfrm>
          <a:prstGeom prst="line">
            <a:avLst/>
          </a:prstGeom>
          <a:ln w="571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خريطة المملكة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185" y="1572768"/>
            <a:ext cx="4391323" cy="3611880"/>
          </a:xfrm>
          <a:prstGeom prst="rect">
            <a:avLst/>
          </a:prstGeom>
        </p:spPr>
      </p:pic>
      <p:pic>
        <p:nvPicPr>
          <p:cNvPr id="5" name="العلم السعودي" descr="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1508760" cy="1005840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pic>
        <p:nvPicPr>
          <p:cNvPr id="6" name="شعار النخلة والسيفين" descr="em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01168"/>
            <a:ext cx="1143000" cy="1143000"/>
          </a:xfrm>
          <a:prstGeom prst="rect">
            <a:avLst/>
          </a:prstGeom>
        </p:spPr>
      </p:pic>
      <p:sp>
        <p:nvSpPr>
          <p:cNvPr id="7" name="عنوان المادة"/>
          <p:cNvSpPr txBox="1"/>
          <p:nvPr/>
        </p:nvSpPr>
        <p:spPr>
          <a:xfrm>
            <a:off x="2377440" y="201168"/>
            <a:ext cx="7434072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 rtl="1"/>
            <a:r>
              <a:rPr sz="4000" b="1" lang="ar-SA" altLang="en-US">
                <a:solidFill>
                  <a:srgbClr val="006C35"/>
                </a:solidFill>
                <a:latin typeface="Sakkal Majalla"/>
                <a:ea typeface="Sakkal Majalla"/>
                <a:cs typeface="Sakkal Majalla"/>
              </a:rPr>
              <a:t>المادة ٣٤</a:t>
            </a:r>
          </a:p>
        </p:txBody>
      </p:sp>
      <p:sp>
        <p:nvSpPr>
          <p:cNvPr id="8" name="نص المادة"/>
          <p:cNvSpPr txBox="1"/>
          <p:nvPr/>
        </p:nvSpPr>
        <p:spPr>
          <a:xfrm>
            <a:off x="2057400" y="822960"/>
            <a:ext cx="8074152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 rtl="1"/>
            <a:r>
              <a:rPr sz="2800" b="1" lang="ar-SA" altLang="en-US">
                <a:solidFill>
                  <a:srgbClr val="1A1A1A"/>
                </a:solidFill>
                <a:latin typeface="Sakkal Majalla"/>
                <a:ea typeface="Sakkal Majalla"/>
                <a:cs typeface="Sakkal Majalla"/>
              </a:rPr>
              <a:t>الدفاع عن العقيدة الإسلامية والمجتمع والوطن واجب على كل مواطن.</a:t>
            </a:r>
          </a:p>
        </p:txBody>
      </p:sp>
      <p:sp>
        <p:nvSpPr>
          <p:cNvPr id="9" name="العبارة الرئيسية"/>
          <p:cNvSpPr txBox="1"/>
          <p:nvPr/>
        </p:nvSpPr>
        <p:spPr>
          <a:xfrm>
            <a:off x="3200400" y="5230368"/>
            <a:ext cx="5788152" cy="6858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 rtl="1"/>
            <a:r>
              <a:rPr sz="4000" b="1" lang="ar-SA" altLang="en-US">
                <a:solidFill>
                  <a:srgbClr val="1A1A1A"/>
                </a:solidFill>
                <a:latin typeface="Sakkal Majalla"/>
                <a:ea typeface="Sakkal Majalla"/>
                <a:cs typeface="Sakkal Majalla"/>
              </a:rPr>
              <a:t>السعودية بصمة دفاع </a:t>
            </a:r>
            <a:r>
              <a:rPr sz="4000" b="1" lang="ar-SA" altLang="en-US">
                <a:solidFill>
                  <a:srgbClr val="C8102E"/>
                </a:solidFill>
                <a:latin typeface="Sakkal Majalla"/>
                <a:ea typeface="Sakkal Majalla"/>
                <a:cs typeface="Sakkal Majalla"/>
              </a:rPr>
              <a:t>خط أحمر</a:t>
            </a:r>
          </a:p>
        </p:txBody>
      </p:sp>
      <p:sp>
        <p:nvSpPr>
          <p:cNvPr id="10" name="مربع معلمة المادة"/>
          <p:cNvSpPr/>
          <p:nvPr/>
        </p:nvSpPr>
        <p:spPr>
          <a:xfrm>
            <a:off x="8942832" y="5833872"/>
            <a:ext cx="2834640" cy="841248"/>
          </a:xfrm>
          <a:prstGeom prst="roundRect">
            <a:avLst>
              <a:gd name="adj" fmla="val 18000"/>
            </a:avLst>
          </a:prstGeom>
          <a:solidFill>
            <a:srgbClr val="F2F8F4"/>
          </a:solidFill>
          <a:ln w="22225">
            <a:solidFill>
              <a:srgbClr val="006C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 rtl="1"/>
            <a:r>
              <a:rPr sz="2400" b="1" lang="ar-SA" altLang="en-US">
                <a:solidFill>
                  <a:srgbClr val="006C35"/>
                </a:solidFill>
                <a:latin typeface="Sakkal Majalla"/>
                <a:ea typeface="Sakkal Majalla"/>
                <a:cs typeface="Sakkal Majalla"/>
              </a:rPr>
              <a:t>معلمة المادة:</a:t>
            </a:r>
          </a:p>
          <a:p>
            <a:pPr algn="ctr" rtl="1"/>
            <a:r>
              <a:rPr sz="2200" b="0" lang="ar-SA" altLang="en-US">
                <a:solidFill>
                  <a:srgbClr val="1A1A1A"/>
                </a:solidFill>
                <a:latin typeface="Sakkal Majalla"/>
                <a:ea typeface="Sakkal Majalla"/>
                <a:cs typeface="Sakkal Majalla"/>
              </a:rPr>
              <a:t>الاسم</a:t>
            </a:r>
          </a:p>
        </p:txBody>
      </p:sp>
      <p:sp>
        <p:nvSpPr>
          <p:cNvPr id="11" name="مربع مديرة المدرسة"/>
          <p:cNvSpPr/>
          <p:nvPr/>
        </p:nvSpPr>
        <p:spPr>
          <a:xfrm>
            <a:off x="411480" y="5833872"/>
            <a:ext cx="2834640" cy="841248"/>
          </a:xfrm>
          <a:prstGeom prst="roundRect">
            <a:avLst>
              <a:gd name="adj" fmla="val 18000"/>
            </a:avLst>
          </a:prstGeom>
          <a:solidFill>
            <a:srgbClr val="F2F8F4"/>
          </a:solidFill>
          <a:ln w="22225">
            <a:solidFill>
              <a:srgbClr val="006C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 rtl="1"/>
            <a:r>
              <a:rPr sz="2400" b="1" lang="ar-SA" altLang="en-US">
                <a:solidFill>
                  <a:srgbClr val="006C35"/>
                </a:solidFill>
                <a:latin typeface="Sakkal Majalla"/>
                <a:ea typeface="Sakkal Majalla"/>
                <a:cs typeface="Sakkal Majalla"/>
              </a:rPr>
              <a:t>مديرة المدرسة:</a:t>
            </a:r>
          </a:p>
          <a:p>
            <a:pPr algn="ctr" rtl="1"/>
            <a:r>
              <a:rPr sz="2200" b="0" lang="ar-SA" altLang="en-US">
                <a:solidFill>
                  <a:srgbClr val="1A1A1A"/>
                </a:solidFill>
                <a:latin typeface="Sakkal Majalla"/>
                <a:ea typeface="Sakkal Majalla"/>
                <a:cs typeface="Sakkal Majalla"/>
              </a:rPr>
              <a:t>الاسم</a:t>
            </a:r>
          </a:p>
        </p:txBody>
      </p:sp>
      <p:pic>
        <p:nvPicPr>
          <p:cNvPr id="12" name="بصمة 05" descr="fp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60000">
            <a:off x="11018520" y="1572768"/>
            <a:ext cx="777240" cy="777240"/>
          </a:xfrm>
          <a:prstGeom prst="rect">
            <a:avLst/>
          </a:prstGeom>
        </p:spPr>
      </p:pic>
      <p:pic>
        <p:nvPicPr>
          <p:cNvPr id="13" name="بصمة 03" descr="f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80000">
            <a:off x="10012680" y="1773936"/>
            <a:ext cx="777240" cy="777240"/>
          </a:xfrm>
          <a:prstGeom prst="rect">
            <a:avLst/>
          </a:prstGeom>
        </p:spPr>
      </p:pic>
      <p:pic>
        <p:nvPicPr>
          <p:cNvPr id="14" name="بصمة 01" descr="f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360000">
            <a:off x="9006840" y="1572768"/>
            <a:ext cx="777240" cy="777240"/>
          </a:xfrm>
          <a:prstGeom prst="rect">
            <a:avLst/>
          </a:prstGeom>
        </p:spPr>
      </p:pic>
      <p:pic>
        <p:nvPicPr>
          <p:cNvPr id="15" name="بصمة 11" descr="f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20000">
            <a:off x="11018520" y="2487168"/>
            <a:ext cx="777240" cy="777240"/>
          </a:xfrm>
          <a:prstGeom prst="rect">
            <a:avLst/>
          </a:prstGeom>
        </p:spPr>
      </p:pic>
      <p:pic>
        <p:nvPicPr>
          <p:cNvPr id="16" name="بصمة 09" descr="f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060000">
            <a:off x="10012680" y="2688336"/>
            <a:ext cx="777240" cy="777240"/>
          </a:xfrm>
          <a:prstGeom prst="rect">
            <a:avLst/>
          </a:prstGeom>
        </p:spPr>
      </p:pic>
      <p:pic>
        <p:nvPicPr>
          <p:cNvPr id="17" name="بصمة 07" descr="fp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300000">
            <a:off x="9006840" y="2487168"/>
            <a:ext cx="777240" cy="777240"/>
          </a:xfrm>
          <a:prstGeom prst="rect">
            <a:avLst/>
          </a:prstGeom>
        </p:spPr>
      </p:pic>
      <p:pic>
        <p:nvPicPr>
          <p:cNvPr id="18" name="بصمة 17" descr="f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900000">
            <a:off x="11018520" y="3401568"/>
            <a:ext cx="777240" cy="777240"/>
          </a:xfrm>
          <a:prstGeom prst="rect">
            <a:avLst/>
          </a:prstGeom>
        </p:spPr>
      </p:pic>
      <p:pic>
        <p:nvPicPr>
          <p:cNvPr id="19" name="بصمة 15" descr="fp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240000">
            <a:off x="10012680" y="3602736"/>
            <a:ext cx="777240" cy="777240"/>
          </a:xfrm>
          <a:prstGeom prst="rect">
            <a:avLst/>
          </a:prstGeom>
        </p:spPr>
      </p:pic>
      <p:pic>
        <p:nvPicPr>
          <p:cNvPr id="20" name="بصمة 13" descr="fp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0">
            <a:off x="9006840" y="3401568"/>
            <a:ext cx="777240" cy="777240"/>
          </a:xfrm>
          <a:prstGeom prst="rect">
            <a:avLst/>
          </a:prstGeom>
        </p:spPr>
      </p:pic>
      <p:pic>
        <p:nvPicPr>
          <p:cNvPr id="21" name="بصمة 23" descr="fp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880000">
            <a:off x="11018520" y="4315968"/>
            <a:ext cx="777240" cy="777240"/>
          </a:xfrm>
          <a:prstGeom prst="rect">
            <a:avLst/>
          </a:prstGeom>
        </p:spPr>
      </p:pic>
      <p:pic>
        <p:nvPicPr>
          <p:cNvPr id="22" name="بصمة 21" descr="fp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10012680" y="4517136"/>
            <a:ext cx="777240" cy="777240"/>
          </a:xfrm>
          <a:prstGeom prst="rect">
            <a:avLst/>
          </a:prstGeom>
        </p:spPr>
      </p:pic>
      <p:pic>
        <p:nvPicPr>
          <p:cNvPr id="23" name="بصمة 19" descr="f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120000">
            <a:off x="9006840" y="4315968"/>
            <a:ext cx="777240" cy="777240"/>
          </a:xfrm>
          <a:prstGeom prst="rect">
            <a:avLst/>
          </a:prstGeom>
        </p:spPr>
      </p:pic>
      <p:pic>
        <p:nvPicPr>
          <p:cNvPr id="24" name="بصمة 06" descr="f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40000">
            <a:off x="411480" y="1572768"/>
            <a:ext cx="777240" cy="777240"/>
          </a:xfrm>
          <a:prstGeom prst="rect">
            <a:avLst/>
          </a:prstGeom>
        </p:spPr>
      </p:pic>
      <p:pic>
        <p:nvPicPr>
          <p:cNvPr id="25" name="بصمة 04" descr="f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120000">
            <a:off x="1417320" y="1773936"/>
            <a:ext cx="777240" cy="777240"/>
          </a:xfrm>
          <a:prstGeom prst="rect">
            <a:avLst/>
          </a:prstGeom>
        </p:spPr>
      </p:pic>
      <p:pic>
        <p:nvPicPr>
          <p:cNvPr id="26" name="بصمة 02" descr="fp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40000">
            <a:off x="2423160" y="1572768"/>
            <a:ext cx="777240" cy="777240"/>
          </a:xfrm>
          <a:prstGeom prst="rect">
            <a:avLst/>
          </a:prstGeom>
        </p:spPr>
      </p:pic>
      <p:pic>
        <p:nvPicPr>
          <p:cNvPr id="27" name="بصمة 12" descr="f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80000">
            <a:off x="411480" y="2487168"/>
            <a:ext cx="777240" cy="777240"/>
          </a:xfrm>
          <a:prstGeom prst="rect">
            <a:avLst/>
          </a:prstGeom>
        </p:spPr>
      </p:pic>
      <p:pic>
        <p:nvPicPr>
          <p:cNvPr id="28" name="بصمة 10" descr="fp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">
            <a:off x="1417320" y="2688336"/>
            <a:ext cx="777240" cy="777240"/>
          </a:xfrm>
          <a:prstGeom prst="rect">
            <a:avLst/>
          </a:prstGeom>
        </p:spPr>
      </p:pic>
      <p:pic>
        <p:nvPicPr>
          <p:cNvPr id="29" name="بصمة 08" descr="fp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00000">
            <a:off x="2423160" y="2487168"/>
            <a:ext cx="777240" cy="777240"/>
          </a:xfrm>
          <a:prstGeom prst="rect">
            <a:avLst/>
          </a:prstGeom>
        </p:spPr>
      </p:pic>
      <p:pic>
        <p:nvPicPr>
          <p:cNvPr id="30" name="بصمة 18" descr="fp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700000">
            <a:off x="411480" y="3401568"/>
            <a:ext cx="777240" cy="777240"/>
          </a:xfrm>
          <a:prstGeom prst="rect">
            <a:avLst/>
          </a:prstGeom>
        </p:spPr>
      </p:pic>
      <p:pic>
        <p:nvPicPr>
          <p:cNvPr id="31" name="بصمة 16" descr="fp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60000">
            <a:off x="1417320" y="3602736"/>
            <a:ext cx="777240" cy="777240"/>
          </a:xfrm>
          <a:prstGeom prst="rect">
            <a:avLst/>
          </a:prstGeom>
        </p:spPr>
      </p:pic>
      <p:pic>
        <p:nvPicPr>
          <p:cNvPr id="32" name="بصمة 14" descr="f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000000">
            <a:off x="2423160" y="3401568"/>
            <a:ext cx="777240" cy="777240"/>
          </a:xfrm>
          <a:prstGeom prst="rect">
            <a:avLst/>
          </a:prstGeom>
        </p:spPr>
      </p:pic>
      <p:pic>
        <p:nvPicPr>
          <p:cNvPr id="33" name="بصمة 24" descr="fp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20000">
            <a:off x="411480" y="4315968"/>
            <a:ext cx="777240" cy="777240"/>
          </a:xfrm>
          <a:prstGeom prst="rect">
            <a:avLst/>
          </a:prstGeom>
        </p:spPr>
      </p:pic>
      <p:pic>
        <p:nvPicPr>
          <p:cNvPr id="34" name="بصمة 22" descr="f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20000">
            <a:off x="1417320" y="4517136"/>
            <a:ext cx="777240" cy="777240"/>
          </a:xfrm>
          <a:prstGeom prst="rect">
            <a:avLst/>
          </a:prstGeom>
        </p:spPr>
      </p:pic>
      <p:pic>
        <p:nvPicPr>
          <p:cNvPr id="35" name="بصمة 20" descr="f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80000">
            <a:off x="2423160" y="4315968"/>
            <a:ext cx="777240" cy="777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9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9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9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9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9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9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9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9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9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9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9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9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9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9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9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9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9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9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9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9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9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9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9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9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9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9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9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9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9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9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9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9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