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مدخل المتحف" id="{1ee1a7d8-3560-0e66-2748-3a95b1a0eeae}">
          <p14:sldIdLst>
            <p14:sldId id="256"/>
            <p14:sldId id="257"/>
            <p14:sldId id="258"/>
          </p14:sldIdLst>
        </p14:section>
        <p14:section name="قاعة الاستكشاف" id="{dd97a077-2f6b-c66e-98b3-e554e73a3bd9}">
          <p14:sldIdLst>
            <p14:sldId id="259"/>
            <p14:sldId id="260"/>
            <p14:sldId id="261"/>
            <p14:sldId id="262"/>
          </p14:sldIdLst>
        </p14:section>
        <p14:section name="قاعة الهضم والإخراج" id="{ce1054ba-cfb6-d910-41df-7f4a9147cdef}">
          <p14:sldIdLst>
            <p14:sldId id="263"/>
            <p14:sldId id="264"/>
            <p14:sldId id="265"/>
            <p14:sldId id="266"/>
            <p14:sldId id="267"/>
            <p14:sldId id="268"/>
          </p14:sldIdLst>
        </p14:section>
        <p14:section name="قاعات الربط" id="{929b78c8-3a88-ea30-d93e-113734d8109d}">
          <p14:sldIdLst>
            <p14:sldId id="269"/>
            <p14:sldId id="270"/>
            <p14:sldId id="271"/>
            <p14:sldId id="272"/>
            <p14:sldId id="273"/>
          </p14:sldIdLst>
        </p14:section>
        <p14:section name="التقويم والختام" id="{201cea90-54ee-8df0-9674-a2f90e6146d7}">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2F96D0"/>
                </a:solidFill>
                <a:latin typeface="+mn-lt"/>
              </a:defRPr>
            </a:pPr>
            <a:r>
              <a:rPr sz="1800" b="0" i="0" u="none" strike="noStrike">
                <a:solidFill>
                  <a:srgbClr val="2F96D0"/>
                </a:solidFill>
                <a:latin typeface="+mn-lt"/>
              </a:rPr>
              <a:t>مثال توضيحي: كمية الماء (مل)</a:t>
            </a:r>
          </a:p>
        </c:rich>
      </c:tx>
      <c:layout/>
      <c:overlay val="0"/>
    </c:title>
    <c:autoTitleDeleted val="0"/>
    <c:plotArea>
      <c:layout/>
      <c:barChart>
        <c:barDir val="col"/>
        <c:grouping val="clustered"/>
        <c:varyColors val="0"/>
        <c:ser>
          <c:idx val="0"/>
          <c:order val="0"/>
          <c:tx>
            <c:strRef>
              <c:f>Sheet1!$B$1</c:f>
              <c:strCache>
                <c:ptCount val="1"/>
                <c:pt idx="0">
                  <c:v>مثال توضيحي</c:v>
                </c:pt>
              </c:strCache>
            </c:strRef>
          </c:tx>
          <c:spPr>
            <a:solidFill>
              <a:srgbClr val="6CC6F2"/>
            </a:solidFill>
            <a:effectLst/>
          </c:spPr>
          <c:invertIfNegative val="0"/>
          <c:dLbls>
            <c:numFmt formatCode="#,##0" sourceLinked="0"/>
            <c:txPr>
              <a:bodyPr/>
              <a:lstStyle/>
              <a:p>
                <a:pPr>
                  <a:defRPr b="1" i="0" strike="noStrike" sz="1600" u="none">
                    <a:solidFill>
                      <a:srgbClr val="3B2A5A"/>
                    </a:solidFill>
                    <a:latin typeface="+mn-lt"/>
                  </a:defRPr>
                </a:pPr>
              </a:p>
            </c:txPr>
            <c:showLegendKey val="0"/>
            <c:showVal val="1"/>
            <c:showCatName val="0"/>
            <c:showSerName val="0"/>
            <c:showPercent val="0"/>
            <c:showBubbleSize val="0"/>
            <c:showLeaderLines val="0"/>
          </c:dLbls>
          <c:cat>
            <c:multiLvlStrRef>
              <c:f>Sheet1!$A$2:$A$4</c:f>
              <c:multiLvlStrCache>
                <c:ptCount val="3"/>
                <c:lvl>
                  <c:pt idx="0">
                    <c:v>المسكوب</c:v>
                  </c:pt>
                  <c:pt idx="1">
                    <c:v>المتجمّع</c:v>
                  </c:pt>
                  <c:pt idx="2">
                    <c:v>الممتص</c:v>
                  </c:pt>
                </c:lvl>
              </c:multiLvlStrCache>
            </c:multiLvlStrRef>
          </c:cat>
          <c:val>
            <c:numRef>
              <c:f>Sheet1!$B$2:$B$4</c:f>
              <c:numCache>
                <c:formatCode>General</c:formatCode>
                <c:ptCount val="3"/>
                <c:pt idx="0">
                  <c:v>100</c:v>
                </c:pt>
                <c:pt idx="1">
                  <c:v>60</c:v>
                </c:pt>
                <c:pt idx="2">
                  <c:v>40</c:v>
                </c:pt>
              </c:numCache>
            </c:numRef>
          </c:val>
        </c:ser>
        <c:dLbls>
          <c:numFmt formatCode="#,##0" sourceLinked="0"/>
          <c:txPr>
            <a:bodyPr/>
            <a:lstStyle/>
            <a:p>
              <a:pPr>
                <a:defRPr b="1" i="0" strike="noStrike" sz="1600" u="none">
                  <a:solidFill>
                    <a:srgbClr val="3B2A5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3B2A5A"/>
                </a:solidFill>
                <a:latin typeface="+mn-lt"/>
              </a:defRPr>
            </a:pPr>
            <a:endParaRPr lang="en-US"/>
          </a:p>
        </c:txPr>
        <c:crossAx val="2094734552"/>
        <c:crosses val="autoZero"/>
        <c:auto val="1"/>
        <c:lblAlgn val="ctr"/>
        <c:noMultiLvlLbl val="1"/>
      </c:catAx>
      <c:valAx>
        <c:axId val="2094734552"/>
        <c:scaling>
          <c:orientation val="minMax"/>
          <c:max val="120"/>
        </c:scaling>
        <c:delete val="0"/>
        <c:axPos val="l"/>
        <c:majorGridlines>
          <c:spPr>
            <a:ln w="12700" cap="flat">
              <a:solidFill>
                <a:srgbClr val="E6E0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A6A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متحف العلوم الصغير! اليوم سنتجوّل في قاعات المتحف لنكتشف كيف تهضم المخلوقات الحية غذاءها وكيف تتخلص من فضلاتها. (الحركات تظهر تلقائيًا).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شريط الذكريات: اسألي الطالبات عن كل صورة: هل هذا الحيوان فقاري أم لافقاري؟ ثم أظهري التصنيف بالنقر، وأخيرًا ذكّريهن بالتعريف.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معرض المفردات (ص ١٠٧): انقري لإظهار كل مفردة، واطلبي من الطالبات قراءتها وإعطاء مثال من أجسامهن قبل إظهار المفردة التالية.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أنظر وأتساءل (ص ١٠٨): تأملي صورة الباندا وهو يأكل. الآلات تحتاج إلى الوقود لتعمل، والحيوانات تحتاج إلى الغذاء لتحصل على الطاقة. اتركي الطالبات يقترحن الإجابة قبل إظهار المقارنة.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أستكشف (ص ١٠٩): اعرضي سؤال التجربة والأدوات، ثم اطلبي من الطالبات كتابة توقعهن قبل تنفيذ الخطوات في الشريحة التالية.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خطوات التجربة: انقري لعرض كل خطوة، ونفّذيها أمام الطالبات أو في مجموعات. شجّعيهن على ملاحظة أن جزءًا من الماء بقي في المنشفة.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الملاحظة والاستنتاج: اطرحي كل سؤال وانتظري إجابات الطالبات ثم انقري لإظهار الإجابة. اربطي المنشفة بالأمعاء الغليظة، ثم أظهري الاستنتاج.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الهضم والإخراج (ص ١١٠): وضّحي الفرق بين العمليتين. من أعضاء الإخراج: الكليتان (البول)، والرئتان (ثاني أكسيد الكربون)، والجلد (العرق).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أقرأ الصورة (ص ١١٠): اطلبي من الطالبات تتبّع رحلة البيضة داخل جسم الأفعى خطوة بخطوة، ثم أظهري الإجابة.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رحلة الغذاء (ص ١١١): انقري لإظهار أعضاء الجهاز الهضمي بالترتيب، وفي النهاية انقري لتظهر اللقمة ثم انقري مرة أخرى لتتحرك داخل القناة الهضمية: الفم ← المريء ← المعدة ← الأمعاء الدقيقة ← الأمعاء الغليظة ← المستقيم ← الشرج. الكبد والبنكرياس يساعدان على الهضم ولا يمر بهما الطعام.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قاعة اللافقاريات: من البسيط إلى المعقد. الإسفنج يرشّح الغذاء من الماء، وقنديل البحر له تجويف هضمي بفتحة واحدة، ودودة الأرض لها قناة هضمية بفتحتين (فم وشرج) وأجزاء متخصصة مثل الحوصلة التي تخزن الغذاء والقانصة التي تطحنه.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قاعة الفقاريات: قارني بين الطيور وآكلات الأعشاب وآكلات اللحوم. اسألي: لماذا تحتاج البقرة إلى أمعاء أطول من الأسد؟ (لأن النباتات أصعب في الهضم).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أختبر نفسي: امنحي الطالبات دقيقة للتفكير والنقاش في ثنائيات، ثم أظهري الإجابة المقترحة بالنقر.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بالحياة: ناقشي الأسئلة واربطيها بالتجربة؛ فإذا قلّ الماء في الجسم امتصّت الأمعاء الغليظة مزيدًا من الماء فتصبح الفضلات صلبة. ثم أظهري العادات الصحية.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بالمهن: من يدرس الجهاز الهضمي يمكن أن تصبح طبيبة جهاز هضمي، أو أخصائية تغذية، أو باحثة في وظائف الأعضاء. اسألي الطالبات عن أحلامهن المستقبلية.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بالوطن: تهتم المملكة بصحة المواطنين والمقيمين، ومن ذلك: حملات وزارة الصحة والرقم ٩٣٧، ودليل «النخلة الصحية»، وإلزام الهيئة العامة للغذاء والدواء المطاعمَ بإظهار السعرات الحرارية، وبرنامج تحول القطاع الصحي ضمن رؤية ٢٠٣٠.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بالقرآن الكريم: قال تعالى: ﴿فَلْيَنظُرِ الْإِنسَانُ إِلَىٰ طَعَامِهِ﴾ [عبس: ٢٤]، وقال تعالى: ﴿وَكُلُوا وَاشْرَبُوا وَلَا تُسْرِفُوا ۚ إِنَّهُ لَا يُحِبُّ الْمُسْرِفِينَ﴾ [الأعراف: ٣١]. نتأمل نعمة الغذاء وكيف يستفيد منه الجسم، ونعتدل في طعامنا.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الربط بالرياضيات والتقنية: تسجل كل مجموعة قياساتها في الجدول، وتحسب الماء الممتص بالطرح. الأرقام في المثال للتوضيح فقط، ونتائج المجموعات قد تختلف.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تحدي العالمات: تعمل الطالبات في مجموعات لترتيب البطاقات المبعثرة، ثم انقري لإظهار الترتيب الصحيح بالتتابع، ثم انقري لإظهار عبارة التشجيع.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التقويم الختامي: اطرحي الأسئلة السريعة وأظهري الإجابات بالنقر، ثم توزع بطاقة الخروج لتجيب عنها كل طالبة قبل مغادرة الحصة.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الختام: شكرًا لكِ يا عالمتي الصغيرة! كل وجبة نتناولها تبدأ رحلة مذهلة داخل أجسامنا. (الحركات تظهر تلقائيًا).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USEUM">
    <p:bg>
      <p:bgPr>
        <a:solidFill>
          <a:srgbClr val="FFF4FA"/>
        </a:solidFill>
      </p:bgPr>
    </p:bg>
    <p:spTree>
      <p:nvGrpSpPr>
        <p:cNvPr id="1" name=""/>
        <p:cNvGrpSpPr/>
        <p:nvPr/>
      </p:nvGrpSpPr>
      <p:grpSpPr>
        <a:xfrm>
          <a:off x="0" y="0"/>
          <a:ext cx="0" cy="0"/>
          <a:chOff x="0" y="0"/>
          <a:chExt cx="0" cy="0"/>
        </a:xfrm>
      </p:grpSpPr>
      <p:pic>
        <p:nvPicPr>
          <p:cNvPr id="2" name="Image 0" descr="أ/ شامه البقمي">    </p:cNvPr>
          <p:cNvPicPr>
            <a:picLocks noChangeAspect="1"/>
          </p:cNvPicPr>
          <p:nvPr/>
        </p:nvPicPr>
        <p:blipFill>
          <a:blip r:embed="rId1"/>
          <a:stretch>
            <a:fillRect/>
          </a:stretch>
        </p:blipFill>
        <p:spPr>
          <a:xfrm>
            <a:off x="228600" y="6327648"/>
            <a:ext cx="2527005" cy="4572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8.png"/><Relationship Id="rId12" Type="http://schemas.openxmlformats.org/officeDocument/2006/relationships/slideLayout" Target="../slideLayouts/slideLayout2.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4.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2.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slideLayout" Target="../slideLayouts/slideLayout2.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3.png"/><Relationship Id="rId7" Type="http://schemas.openxmlformats.org/officeDocument/2006/relationships/image" Target="../media/image-15-7.png"/><Relationship Id="rId8" Type="http://schemas.openxmlformats.org/officeDocument/2006/relationships/image" Target="../media/image-15-5.png"/><Relationship Id="rId9" Type="http://schemas.openxmlformats.org/officeDocument/2006/relationships/slideLayout" Target="../slideLayouts/slideLayout2.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2.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2.xml"/><Relationship Id="rId9"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_title" descr="متحف العلوم الصغير">    </p:cNvPr>
          <p:cNvPicPr>
            <a:picLocks noChangeAspect="1"/>
          </p:cNvPicPr>
          <p:nvPr/>
        </p:nvPicPr>
        <p:blipFill>
          <a:blip r:embed="rId2"/>
          <a:stretch>
            <a:fillRect/>
          </a:stretch>
        </p:blipFill>
        <p:spPr>
          <a:xfrm>
            <a:off x="2163928" y="1417320"/>
            <a:ext cx="7863840" cy="1668791"/>
          </a:xfrm>
          <a:prstGeom prst="rect">
            <a:avLst/>
          </a:prstGeom>
        </p:spPr>
      </p:pic>
      <p:sp>
        <p:nvSpPr>
          <p:cNvPr id="3" name="s1_sub"/>
          <p:cNvSpPr txBox="1"/>
          <p:nvPr/>
        </p:nvSpPr>
        <p:spPr>
          <a:xfrm>
            <a:off x="2258568" y="3195839"/>
            <a:ext cx="7680960" cy="658368"/>
          </a:xfrm>
          <a:prstGeom prst="roundRect">
            <a:avLst>
              <a:gd name="adj" fmla="val 50000"/>
            </a:avLst>
          </a:prstGeom>
          <a:solidFill>
            <a:srgbClr val="FFFFFF"/>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2500" b="1" dirty="0">
                <a:solidFill>
                  <a:srgbClr val="7F5CD0"/>
                </a:solidFill>
                <a:latin typeface="Tahoma" pitchFamily="34" charset="0"/>
                <a:ea typeface="Tahoma" pitchFamily="34" charset="-122"/>
                <a:cs typeface="Tahoma" pitchFamily="34" charset="-120"/>
              </a:rPr>
              <a:t>🔬 رحلة مذهلة داخل أجسام المخلوقات الحية</a:t>
            </a:r>
            <a:endParaRPr lang="ar-SA" sz="2500" dirty="0"/>
          </a:p>
        </p:txBody>
      </p:sp>
      <p:sp>
        <p:nvSpPr>
          <p:cNvPr id="4" name="s1_chip0"/>
          <p:cNvSpPr txBox="1"/>
          <p:nvPr/>
        </p:nvSpPr>
        <p:spPr>
          <a:xfrm>
            <a:off x="8275320" y="4091951"/>
            <a:ext cx="1828800" cy="566928"/>
          </a:xfrm>
          <a:prstGeom prst="roundRect">
            <a:avLst>
              <a:gd name="adj" fmla="val 50000"/>
            </a:avLst>
          </a:prstGeom>
          <a:solidFill>
            <a:srgbClr val="FF8DB8"/>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1700" b="1" dirty="0">
                <a:solidFill>
                  <a:srgbClr val="FFFFFF"/>
                </a:solidFill>
                <a:latin typeface="Tahoma" pitchFamily="34" charset="0"/>
                <a:ea typeface="Tahoma" pitchFamily="34" charset="-122"/>
                <a:cs typeface="Tahoma" pitchFamily="34" charset="-120"/>
              </a:rPr>
              <a:t>المادة: العلوم</a:t>
            </a:r>
            <a:endParaRPr lang="ar-SA" sz="1700" dirty="0"/>
          </a:p>
        </p:txBody>
      </p:sp>
      <p:sp>
        <p:nvSpPr>
          <p:cNvPr id="5" name="s1_chip1"/>
          <p:cNvSpPr txBox="1"/>
          <p:nvPr/>
        </p:nvSpPr>
        <p:spPr>
          <a:xfrm>
            <a:off x="5120640" y="4091951"/>
            <a:ext cx="2971800" cy="566928"/>
          </a:xfrm>
          <a:prstGeom prst="roundRect">
            <a:avLst>
              <a:gd name="adj" fmla="val 50000"/>
            </a:avLst>
          </a:prstGeom>
          <a:solidFill>
            <a:srgbClr val="6CC6F2"/>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1700" b="1" dirty="0">
                <a:solidFill>
                  <a:srgbClr val="FFFFFF"/>
                </a:solidFill>
                <a:latin typeface="Tahoma" pitchFamily="34" charset="0"/>
                <a:ea typeface="Tahoma" pitchFamily="34" charset="-122"/>
                <a:cs typeface="Tahoma" pitchFamily="34" charset="-120"/>
              </a:rPr>
              <a:t>الصف: السادس الابتدائي</a:t>
            </a:r>
            <a:endParaRPr lang="ar-SA" sz="1700" dirty="0"/>
          </a:p>
        </p:txBody>
      </p:sp>
      <p:sp>
        <p:nvSpPr>
          <p:cNvPr id="6" name="s1_chip2"/>
          <p:cNvSpPr txBox="1"/>
          <p:nvPr/>
        </p:nvSpPr>
        <p:spPr>
          <a:xfrm>
            <a:off x="1965960" y="4091951"/>
            <a:ext cx="2971800" cy="566928"/>
          </a:xfrm>
          <a:prstGeom prst="roundRect">
            <a:avLst>
              <a:gd name="adj" fmla="val 50000"/>
            </a:avLst>
          </a:prstGeom>
          <a:solidFill>
            <a:srgbClr val="A98BEA"/>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1700" b="1" dirty="0">
                <a:solidFill>
                  <a:srgbClr val="FFFFFF"/>
                </a:solidFill>
                <a:latin typeface="Tahoma" pitchFamily="34" charset="0"/>
                <a:ea typeface="Tahoma" pitchFamily="34" charset="-122"/>
                <a:cs typeface="Tahoma" pitchFamily="34" charset="-120"/>
              </a:rPr>
              <a:t>الدرس: الهضم والإخراج</a:t>
            </a:r>
            <a:endParaRPr lang="ar-SA" sz="1700" dirty="0"/>
          </a:p>
        </p:txBody>
      </p:sp>
      <p:sp>
        <p:nvSpPr>
          <p:cNvPr id="7" name="s1_by"/>
          <p:cNvSpPr txBox="1"/>
          <p:nvPr/>
        </p:nvSpPr>
        <p:spPr>
          <a:xfrm>
            <a:off x="3995928" y="4896623"/>
            <a:ext cx="4206240" cy="603504"/>
          </a:xfrm>
          <a:prstGeom prst="roundRect">
            <a:avLst>
              <a:gd name="adj" fmla="val 50000"/>
            </a:avLst>
          </a:prstGeom>
          <a:solidFill>
            <a:srgbClr val="FFD24D"/>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2200" b="1" dirty="0">
                <a:solidFill>
                  <a:srgbClr val="5A3A00"/>
                </a:solidFill>
                <a:latin typeface="Tahoma" pitchFamily="34" charset="0"/>
                <a:ea typeface="Tahoma" pitchFamily="34" charset="-122"/>
                <a:cs typeface="Tahoma" pitchFamily="34" charset="-120"/>
              </a:rPr>
              <a:t>إعداد وتنفيذ: أ/ شامه البقمي</a:t>
            </a:r>
            <a:endParaRPr lang="ar-SA" sz="2200" dirty="0"/>
          </a:p>
        </p:txBody>
      </p:sp>
      <p:pic>
        <p:nvPicPr>
          <p:cNvPr id="8" name="s1_girl" descr="عالمة صغيرة">    </p:cNvPr>
          <p:cNvPicPr>
            <a:picLocks noChangeAspect="1"/>
          </p:cNvPicPr>
          <p:nvPr/>
        </p:nvPicPr>
        <p:blipFill>
          <a:blip r:embed="rId3"/>
          <a:stretch>
            <a:fillRect/>
          </a:stretch>
        </p:blipFill>
        <p:spPr>
          <a:xfrm>
            <a:off x="10104120" y="3886200"/>
            <a:ext cx="2011680" cy="2011680"/>
          </a:xfrm>
          <a:prstGeom prst="rect">
            <a:avLst/>
          </a:prstGeom>
        </p:spPr>
      </p:pic>
      <p:pic>
        <p:nvPicPr>
          <p:cNvPr id="9" name="s1_mic" descr="مجهر">    </p:cNvPr>
          <p:cNvPicPr>
            <a:picLocks noChangeAspect="1"/>
          </p:cNvPicPr>
          <p:nvPr/>
        </p:nvPicPr>
        <p:blipFill>
          <a:blip r:embed="rId4"/>
          <a:stretch>
            <a:fillRect/>
          </a:stretch>
        </p:blipFill>
        <p:spPr>
          <a:xfrm>
            <a:off x="9006840" y="5074920"/>
            <a:ext cx="1097280" cy="1097280"/>
          </a:xfrm>
          <a:prstGeom prst="rect">
            <a:avLst/>
          </a:prstGeom>
        </p:spPr>
      </p:pic>
      <p:pic>
        <p:nvPicPr>
          <p:cNvPr id="10" name="s1_panda" descr="باندا">    </p:cNvPr>
          <p:cNvPicPr>
            <a:picLocks noChangeAspect="1"/>
          </p:cNvPicPr>
          <p:nvPr/>
        </p:nvPicPr>
        <p:blipFill>
          <a:blip r:embed="rId5"/>
          <a:stretch>
            <a:fillRect/>
          </a:stretch>
        </p:blipFill>
        <p:spPr>
          <a:xfrm>
            <a:off x="274320" y="3931920"/>
            <a:ext cx="1783080" cy="1783080"/>
          </a:xfrm>
          <a:prstGeom prst="rect">
            <a:avLst/>
          </a:prstGeom>
        </p:spPr>
      </p:pic>
      <p:pic>
        <p:nvPicPr>
          <p:cNvPr id="11" name="s1_mag" descr="عدسة مكبرة">    </p:cNvPr>
          <p:cNvPicPr>
            <a:picLocks noChangeAspect="1"/>
          </p:cNvPicPr>
          <p:nvPr/>
        </p:nvPicPr>
        <p:blipFill>
          <a:blip r:embed="rId6"/>
          <a:stretch>
            <a:fillRect/>
          </a:stretch>
        </p:blipFill>
        <p:spPr>
          <a:xfrm>
            <a:off x="2011680" y="5166360"/>
            <a:ext cx="914400" cy="914400"/>
          </a:xfrm>
          <a:prstGeom prst="rect">
            <a:avLst/>
          </a:prstGeom>
        </p:spPr>
      </p:pic>
      <p:pic>
        <p:nvPicPr>
          <p:cNvPr id="12" name="s1_emo_1" descr="نجوم">    </p:cNvPr>
          <p:cNvPicPr>
            <a:picLocks noChangeAspect="1"/>
          </p:cNvPicPr>
          <p:nvPr/>
        </p:nvPicPr>
        <p:blipFill>
          <a:blip r:embed="rId7"/>
          <a:stretch>
            <a:fillRect/>
          </a:stretch>
        </p:blipFill>
        <p:spPr>
          <a:xfrm>
            <a:off x="10607040" y="2651760"/>
            <a:ext cx="822960" cy="822960"/>
          </a:xfrm>
          <a:prstGeom prst="rect">
            <a:avLst/>
          </a:prstGeom>
        </p:spPr>
      </p:pic>
      <p:pic>
        <p:nvPicPr>
          <p:cNvPr id="13" name="s1_emo_2" descr="أنبوب اختبار">    </p:cNvPr>
          <p:cNvPicPr>
            <a:picLocks noChangeAspect="1"/>
          </p:cNvPicPr>
          <p:nvPr/>
        </p:nvPicPr>
        <p:blipFill>
          <a:blip r:embed="rId8"/>
          <a:stretch>
            <a:fillRect/>
          </a:stretch>
        </p:blipFill>
        <p:spPr>
          <a:xfrm>
            <a:off x="502920" y="2423160"/>
            <a:ext cx="914400" cy="91440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 calcmode="lin" valueType="num">
                                      <p:cBhvr>
                                        <p:cTn id="6" dur="500" fill="hold"/>
                                        <p:tgtEl>
                                          <p:spTgt spid="2"/>
                                        </p:tgtEl>
                                        <p:attrNameLst>
                                          <p:attrName>ppt_w</p:attrName>
                                        </p:attrNameLst>
                                      </p:cBhvr>
                                      <p:tavLst>
                                        <p:tav tm="0">
                                          <p:val>
                                            <p:fltVal val="0"/>
                                          </p:val>
                                        </p:tav>
                                        <p:tav tm="100000">
                                          <p:val>
                                            <p:strVal val="#ppt_w"/>
                                          </p:val>
                                        </p:tav>
                                      </p:tavLst>
                                    </p:anim>
                                    <p:anim calcmode="lin" valueType="num">
                                      <p:cBhvr>
                                        <p:cTn id="7" dur="500" fill="hold"/>
                                        <p:tgtEl>
                                          <p:spTgt spid="2"/>
                                        </p:tgtEl>
                                        <p:attrNameLst>
                                          <p:attrName>ppt_h</p:attrName>
                                        </p:attrNameLst>
                                      </p:cBhvr>
                                      <p:tavLst>
                                        <p:tav tm="0">
                                          <p:val>
                                            <p:fltVal val="0"/>
                                          </p:val>
                                        </p:tav>
                                        <p:tav tm="100000">
                                          <p:val>
                                            <p:strVal val="#ppt_h"/>
                                          </p:val>
                                        </p:tav>
                                      </p:tavLst>
                                    </p:anim>
                                    <p:animEffect transition="in" filter="fade">
                                      <p:cBhvr>
                                        <p:cTn id="8" dur="500"/>
                                        <p:tgtEl>
                                          <p:spTgt spid="2"/>
                                        </p:tgtEl>
                                      </p:cBhvr>
                                    </p:animEffect>
                                  </p:childTnLst>
                                </p:cTn>
                              </p:par>
                            </p:childTnLst>
                          </p:cTn>
                        </p:par>
                        <p:par>
                          <p:cTn id="10" fill="hold">
                            <p:stCondLst>
                              <p:cond delay="500"/>
                            </p:stCondLst>
                            <p:childTnLst>
                              <p:par>
                                <p:cTn id="13" presetID="10"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6" presetID="10" presetClass="entr" presetSubtype="0" fill="hold" nodeType="withEffect">
                                  <p:stCondLst>
                                    <p:cond delay="2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9" presetID="10" presetClass="entr" presetSubtype="0" fill="hold" nodeType="withEffect">
                                  <p:stCondLst>
                                    <p:cond delay="5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22" presetID="10" presetClass="entr" presetSubtype="0" fill="hold" nodeType="withEffect">
                                  <p:stCondLst>
                                    <p:cond delay="75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5" presetID="10" presetClass="entr" presetSubtype="0" fill="hold" nodeType="withEffect">
                                  <p:stCondLst>
                                    <p:cond delay="10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par>
                          <p:cTn id="26" fill="hold">
                            <p:stCondLst>
                              <p:cond delay="2000"/>
                            </p:stCondLst>
                            <p:childTnLst>
                              <p:par>
                                <p:cTn id="31" presetID="53" presetClass="entr" presetSubtype="16" fill="hold" nodeType="after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par>
                                <p:cTn id="36" presetID="53" presetClass="entr" presetSubtype="16" fill="hold" nodeType="withEffect">
                                  <p:stCondLst>
                                    <p:cond delay="200"/>
                                  </p:stCondLst>
                                  <p:childTnLst>
                                    <p:set>
                                      <p:cBhvr>
                                        <p:cTn id="32" dur="1" fill="hold">
                                          <p:stCondLst>
                                            <p:cond delay="0"/>
                                          </p:stCondLst>
                                        </p:cTn>
                                        <p:tgtEl>
                                          <p:spTgt spid="9"/>
                                        </p:tgtEl>
                                        <p:attrNameLst>
                                          <p:attrName>style.visibility</p:attrName>
                                        </p:attrNameLst>
                                      </p:cBhvr>
                                      <p:to>
                                        <p:strVal val="visible"/>
                                      </p:to>
                                    </p:set>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fltVal val="0"/>
                                          </p:val>
                                        </p:tav>
                                        <p:tav tm="100000">
                                          <p:val>
                                            <p:strVal val="#ppt_h"/>
                                          </p:val>
                                        </p:tav>
                                      </p:tavLst>
                                    </p:anim>
                                    <p:animEffect transition="in" filter="fade">
                                      <p:cBhvr>
                                        <p:cTn id="35" dur="500"/>
                                        <p:tgtEl>
                                          <p:spTgt spid="9"/>
                                        </p:tgtEl>
                                      </p:cBhvr>
                                    </p:animEffect>
                                  </p:childTnLst>
                                </p:cTn>
                              </p:par>
                              <p:par>
                                <p:cTn id="41" presetID="53" presetClass="entr" presetSubtype="16" fill="hold" nodeType="withEffect">
                                  <p:stCondLst>
                                    <p:cond delay="40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ppt_w</p:attrName>
                                        </p:attrNameLst>
                                      </p:cBhvr>
                                      <p:tavLst>
                                        <p:tav tm="0">
                                          <p:val>
                                            <p:fltVal val="0"/>
                                          </p:val>
                                        </p:tav>
                                        <p:tav tm="100000">
                                          <p:val>
                                            <p:strVal val="#ppt_w"/>
                                          </p:val>
                                        </p:tav>
                                      </p:tavLst>
                                    </p:anim>
                                    <p:anim calcmode="lin" valueType="num">
                                      <p:cBhvr>
                                        <p:cTn id="39" dur="500" fill="hold"/>
                                        <p:tgtEl>
                                          <p:spTgt spid="10"/>
                                        </p:tgtEl>
                                        <p:attrNameLst>
                                          <p:attrName>ppt_h</p:attrName>
                                        </p:attrNameLst>
                                      </p:cBhvr>
                                      <p:tavLst>
                                        <p:tav tm="0">
                                          <p:val>
                                            <p:fltVal val="0"/>
                                          </p:val>
                                        </p:tav>
                                        <p:tav tm="100000">
                                          <p:val>
                                            <p:strVal val="#ppt_h"/>
                                          </p:val>
                                        </p:tav>
                                      </p:tavLst>
                                    </p:anim>
                                    <p:animEffect transition="in" filter="fade">
                                      <p:cBhvr>
                                        <p:cTn id="40" dur="500"/>
                                        <p:tgtEl>
                                          <p:spTgt spid="10"/>
                                        </p:tgtEl>
                                      </p:cBhvr>
                                    </p:animEffect>
                                  </p:childTnLst>
                                </p:cTn>
                              </p:par>
                              <p:par>
                                <p:cTn id="46" presetID="53" presetClass="entr" presetSubtype="16" fill="hold" nodeType="withEffect">
                                  <p:stCondLst>
                                    <p:cond delay="600"/>
                                  </p:stCondLst>
                                  <p:childTnLst>
                                    <p:set>
                                      <p:cBhvr>
                                        <p:cTn id="42" dur="1" fill="hold">
                                          <p:stCondLst>
                                            <p:cond delay="0"/>
                                          </p:stCondLst>
                                        </p:cTn>
                                        <p:tgtEl>
                                          <p:spTgt spid="11"/>
                                        </p:tgtEl>
                                        <p:attrNameLst>
                                          <p:attrName>style.visibility</p:attrName>
                                        </p:attrNameLst>
                                      </p:cBhvr>
                                      <p:to>
                                        <p:strVal val="visible"/>
                                      </p:to>
                                    </p:set>
                                    <p:anim calcmode="lin" valueType="num">
                                      <p:cBhvr>
                                        <p:cTn id="43" dur="500" fill="hold"/>
                                        <p:tgtEl>
                                          <p:spTgt spid="11"/>
                                        </p:tgtEl>
                                        <p:attrNameLst>
                                          <p:attrName>ppt_w</p:attrName>
                                        </p:attrNameLst>
                                      </p:cBhvr>
                                      <p:tavLst>
                                        <p:tav tm="0">
                                          <p:val>
                                            <p:fltVal val="0"/>
                                          </p:val>
                                        </p:tav>
                                        <p:tav tm="100000">
                                          <p:val>
                                            <p:strVal val="#ppt_w"/>
                                          </p:val>
                                        </p:tav>
                                      </p:tavLst>
                                    </p:anim>
                                    <p:anim calcmode="lin" valueType="num">
                                      <p:cBhvr>
                                        <p:cTn id="44" dur="500" fill="hold"/>
                                        <p:tgtEl>
                                          <p:spTgt spid="11"/>
                                        </p:tgtEl>
                                        <p:attrNameLst>
                                          <p:attrName>ppt_h</p:attrName>
                                        </p:attrNameLst>
                                      </p:cBhvr>
                                      <p:tavLst>
                                        <p:tav tm="0">
                                          <p:val>
                                            <p:fltVal val="0"/>
                                          </p:val>
                                        </p:tav>
                                        <p:tav tm="100000">
                                          <p:val>
                                            <p:strVal val="#ppt_h"/>
                                          </p:val>
                                        </p:tav>
                                      </p:tavLst>
                                    </p:anim>
                                    <p:animEffect transition="in" filter="fade">
                                      <p:cBhvr>
                                        <p:cTn id="4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_title" descr="شريط الذكريات">    </p:cNvPr>
          <p:cNvPicPr>
            <a:picLocks noChangeAspect="1"/>
          </p:cNvPicPr>
          <p:nvPr/>
        </p:nvPicPr>
        <p:blipFill>
          <a:blip r:embed="rId2"/>
          <a:stretch>
            <a:fillRect/>
          </a:stretch>
        </p:blipFill>
        <p:spPr>
          <a:xfrm>
            <a:off x="3943157" y="109728"/>
            <a:ext cx="4305380" cy="1024128"/>
          </a:xfrm>
          <a:prstGeom prst="rect">
            <a:avLst/>
          </a:prstGeom>
        </p:spPr>
      </p:pic>
      <p:sp>
        <p:nvSpPr>
          <p:cNvPr id="3" name="s2_txt_1"/>
          <p:cNvSpPr txBox="1"/>
          <p:nvPr/>
        </p:nvSpPr>
        <p:spPr>
          <a:xfrm>
            <a:off x="5989320" y="1371600"/>
            <a:ext cx="4160520" cy="914400"/>
          </a:xfrm>
          <a:prstGeom prst="rect">
            <a:avLst/>
          </a:prstGeom>
          <a:solidFill>
            <a:srgbClr val="FFFFFF"/>
          </a:solidFill>
          <a:ln w="38100">
            <a:solidFill>
              <a:srgbClr val="C9B4F3"/>
            </a:solidFill>
          </a:ln>
          <a:effectLst>
            <a:outerShdw sx="100000" sy="100000" kx="0" ky="0" algn="bl" rotWithShape="0" blurRad="127000" dist="50800" dir="5400000">
              <a:srgbClr val="5B3E8E">
                <a:alpha val="20000"/>
              </a:srgbClr>
            </a:outerShdw>
          </a:effectLst>
        </p:spPr>
        <p:txBody>
          <a:bodyPr wrap="square" lIns="762" tIns="762" rIns="762" bIns="762" rtlCol="0" anchor="ctr"/>
          <a:lstStyle/>
          <a:p>
            <a:pPr rtl="1" algn="ctr" indent="0" marL="0">
              <a:lnSpc>
                <a:spcPct val="105000"/>
              </a:lnSpc>
              <a:buNone/>
            </a:pPr>
            <a:r>
              <a:rPr lang="ar-SA" altLang="en-US" sz="2200" b="1" dirty="0">
                <a:solidFill>
                  <a:srgbClr val="7F5CD0"/>
                </a:solidFill>
                <a:latin typeface="Tahoma" pitchFamily="34" charset="0"/>
                <a:ea typeface="Tahoma" pitchFamily="34" charset="-122"/>
                <a:cs typeface="Tahoma" pitchFamily="34" charset="-120"/>
              </a:rPr>
              <a:t>ماذا تتذكرين عن الفقاريات واللافقاريات؟</a:t>
            </a:r>
            <a:endParaRPr lang="ar-SA" sz="2200" dirty="0"/>
          </a:p>
        </p:txBody>
      </p:sp>
      <p:pic>
        <p:nvPicPr>
          <p:cNvPr id="4" name="s2_emo_2" descr="عالمة صغيرة">    </p:cNvPr>
          <p:cNvPicPr>
            <a:picLocks noChangeAspect="1"/>
          </p:cNvPicPr>
          <p:nvPr/>
        </p:nvPicPr>
        <p:blipFill>
          <a:blip r:embed="rId3"/>
          <a:stretch>
            <a:fillRect/>
          </a:stretch>
        </p:blipFill>
        <p:spPr>
          <a:xfrm>
            <a:off x="10241280" y="1234440"/>
            <a:ext cx="1508760" cy="1508760"/>
          </a:xfrm>
          <a:prstGeom prst="rect">
            <a:avLst/>
          </a:prstGeom>
        </p:spPr>
      </p:pic>
      <p:pic>
        <p:nvPicPr>
          <p:cNvPr id="5" name="s2_img_3" descr="شريط الذكريات">    </p:cNvPr>
          <p:cNvPicPr>
            <a:picLocks noChangeAspect="1"/>
          </p:cNvPicPr>
          <p:nvPr/>
        </p:nvPicPr>
        <p:blipFill>
          <a:blip r:embed="rId4"/>
          <a:stretch>
            <a:fillRect/>
          </a:stretch>
        </p:blipFill>
        <p:spPr>
          <a:xfrm>
            <a:off x="548640" y="2697480"/>
            <a:ext cx="11064240" cy="3384356"/>
          </a:xfrm>
          <a:prstGeom prst="rect">
            <a:avLst/>
          </a:prstGeom>
        </p:spPr>
      </p:pic>
      <p:pic>
        <p:nvPicPr>
          <p:cNvPr id="6" name="s2_emo_4" descr="سمكة">    </p:cNvPr>
          <p:cNvPicPr>
            <a:picLocks noChangeAspect="1"/>
          </p:cNvPicPr>
          <p:nvPr/>
        </p:nvPicPr>
        <p:blipFill>
          <a:blip r:embed="rId5"/>
          <a:stretch>
            <a:fillRect/>
          </a:stretch>
        </p:blipFill>
        <p:spPr>
          <a:xfrm>
            <a:off x="9339117" y="3239235"/>
            <a:ext cx="1325880" cy="1325880"/>
          </a:xfrm>
          <a:prstGeom prst="rect">
            <a:avLst/>
          </a:prstGeom>
        </p:spPr>
      </p:pic>
      <p:sp>
        <p:nvSpPr>
          <p:cNvPr id="7" name="s2_txt_5"/>
          <p:cNvSpPr txBox="1"/>
          <p:nvPr/>
        </p:nvSpPr>
        <p:spPr>
          <a:xfrm>
            <a:off x="8781736" y="4583403"/>
            <a:ext cx="2440641" cy="411480"/>
          </a:xfrm>
          <a:prstGeom prst="rect">
            <a:avLst/>
          </a:prstGeom>
          <a:noFill/>
          <a:ln/>
        </p:spPr>
        <p:txBody>
          <a:bodyPr wrap="square" lIns="762" tIns="762" rIns="762" bIns="762" rtlCol="0" anchor="ctr"/>
          <a:lstStyle/>
          <a:p>
            <a:pPr rtl="1" algn="ctr" indent="0" marL="0">
              <a:lnSpc>
                <a:spcPct val="105000"/>
              </a:lnSpc>
              <a:buNone/>
            </a:pPr>
            <a:r>
              <a:rPr lang="ar-SA" altLang="en-US" sz="2200" b="1" dirty="0">
                <a:solidFill>
                  <a:srgbClr val="3B2A5A"/>
                </a:solidFill>
                <a:latin typeface="Tahoma" pitchFamily="34" charset="0"/>
                <a:ea typeface="Tahoma" pitchFamily="34" charset="-122"/>
                <a:cs typeface="Tahoma" pitchFamily="34" charset="-120"/>
              </a:rPr>
              <a:t>سمكة</a:t>
            </a:r>
            <a:endParaRPr lang="ar-SA" sz="2200" dirty="0"/>
          </a:p>
        </p:txBody>
      </p:sp>
      <p:sp>
        <p:nvSpPr>
          <p:cNvPr id="8" name="s2_txt_6"/>
          <p:cNvSpPr txBox="1"/>
          <p:nvPr/>
        </p:nvSpPr>
        <p:spPr>
          <a:xfrm>
            <a:off x="9193216" y="5040603"/>
            <a:ext cx="1617681" cy="438912"/>
          </a:xfrm>
          <a:prstGeom prst="roundRect">
            <a:avLst>
              <a:gd name="adj" fmla="val 50000"/>
            </a:avLst>
          </a:prstGeom>
          <a:solidFill>
            <a:srgbClr val="FF8DB8"/>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1900" b="1" dirty="0">
                <a:solidFill>
                  <a:srgbClr val="FFFFFF"/>
                </a:solidFill>
                <a:latin typeface="Tahoma" pitchFamily="34" charset="0"/>
                <a:ea typeface="Tahoma" pitchFamily="34" charset="-122"/>
                <a:cs typeface="Tahoma" pitchFamily="34" charset="-120"/>
              </a:rPr>
              <a:t>فقاري</a:t>
            </a:r>
            <a:endParaRPr lang="ar-SA" sz="1900" dirty="0"/>
          </a:p>
        </p:txBody>
      </p:sp>
      <p:pic>
        <p:nvPicPr>
          <p:cNvPr id="9" name="s2_emo_7" descr="طائر">    </p:cNvPr>
          <p:cNvPicPr>
            <a:picLocks noChangeAspect="1"/>
          </p:cNvPicPr>
          <p:nvPr/>
        </p:nvPicPr>
        <p:blipFill>
          <a:blip r:embed="rId6"/>
          <a:stretch>
            <a:fillRect/>
          </a:stretch>
        </p:blipFill>
        <p:spPr>
          <a:xfrm>
            <a:off x="6703224" y="3239235"/>
            <a:ext cx="1325880" cy="1325880"/>
          </a:xfrm>
          <a:prstGeom prst="rect">
            <a:avLst/>
          </a:prstGeom>
        </p:spPr>
      </p:pic>
      <p:sp>
        <p:nvSpPr>
          <p:cNvPr id="10" name="s2_txt_8"/>
          <p:cNvSpPr txBox="1"/>
          <p:nvPr/>
        </p:nvSpPr>
        <p:spPr>
          <a:xfrm>
            <a:off x="6145844" y="4583403"/>
            <a:ext cx="2440641" cy="411480"/>
          </a:xfrm>
          <a:prstGeom prst="rect">
            <a:avLst/>
          </a:prstGeom>
          <a:noFill/>
          <a:ln/>
        </p:spPr>
        <p:txBody>
          <a:bodyPr wrap="square" lIns="762" tIns="762" rIns="762" bIns="762" rtlCol="0" anchor="ctr"/>
          <a:lstStyle/>
          <a:p>
            <a:pPr rtl="1" algn="ctr" indent="0" marL="0">
              <a:lnSpc>
                <a:spcPct val="105000"/>
              </a:lnSpc>
              <a:buNone/>
            </a:pPr>
            <a:r>
              <a:rPr lang="ar-SA" altLang="en-US" sz="2200" b="1" dirty="0">
                <a:solidFill>
                  <a:srgbClr val="3B2A5A"/>
                </a:solidFill>
                <a:latin typeface="Tahoma" pitchFamily="34" charset="0"/>
                <a:ea typeface="Tahoma" pitchFamily="34" charset="-122"/>
                <a:cs typeface="Tahoma" pitchFamily="34" charset="-120"/>
              </a:rPr>
              <a:t>طائر</a:t>
            </a:r>
            <a:endParaRPr lang="ar-SA" sz="2200" dirty="0"/>
          </a:p>
        </p:txBody>
      </p:sp>
      <p:sp>
        <p:nvSpPr>
          <p:cNvPr id="11" name="s2_txt_9"/>
          <p:cNvSpPr txBox="1"/>
          <p:nvPr/>
        </p:nvSpPr>
        <p:spPr>
          <a:xfrm>
            <a:off x="6557324" y="5040603"/>
            <a:ext cx="1617681" cy="438912"/>
          </a:xfrm>
          <a:prstGeom prst="roundRect">
            <a:avLst>
              <a:gd name="adj" fmla="val 50000"/>
            </a:avLst>
          </a:prstGeom>
          <a:solidFill>
            <a:srgbClr val="FF8DB8"/>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1900" b="1" dirty="0">
                <a:solidFill>
                  <a:srgbClr val="FFFFFF"/>
                </a:solidFill>
                <a:latin typeface="Tahoma" pitchFamily="34" charset="0"/>
                <a:ea typeface="Tahoma" pitchFamily="34" charset="-122"/>
                <a:cs typeface="Tahoma" pitchFamily="34" charset="-120"/>
              </a:rPr>
              <a:t>فقاري</a:t>
            </a:r>
            <a:endParaRPr lang="ar-SA" sz="1900" dirty="0"/>
          </a:p>
        </p:txBody>
      </p:sp>
      <p:pic>
        <p:nvPicPr>
          <p:cNvPr id="12" name="s2_emo_10" descr="دودة الأرض">    </p:cNvPr>
          <p:cNvPicPr>
            <a:picLocks noChangeAspect="1"/>
          </p:cNvPicPr>
          <p:nvPr/>
        </p:nvPicPr>
        <p:blipFill>
          <a:blip r:embed="rId7"/>
          <a:stretch>
            <a:fillRect/>
          </a:stretch>
        </p:blipFill>
        <p:spPr>
          <a:xfrm>
            <a:off x="4067332" y="3239235"/>
            <a:ext cx="1325880" cy="1325880"/>
          </a:xfrm>
          <a:prstGeom prst="rect">
            <a:avLst/>
          </a:prstGeom>
        </p:spPr>
      </p:pic>
      <p:sp>
        <p:nvSpPr>
          <p:cNvPr id="13" name="s2_txt_11"/>
          <p:cNvSpPr txBox="1"/>
          <p:nvPr/>
        </p:nvSpPr>
        <p:spPr>
          <a:xfrm>
            <a:off x="3509951" y="4583403"/>
            <a:ext cx="2440641" cy="411480"/>
          </a:xfrm>
          <a:prstGeom prst="rect">
            <a:avLst/>
          </a:prstGeom>
          <a:noFill/>
          <a:ln/>
        </p:spPr>
        <p:txBody>
          <a:bodyPr wrap="square" lIns="762" tIns="762" rIns="762" bIns="762" rtlCol="0" anchor="ctr"/>
          <a:lstStyle/>
          <a:p>
            <a:pPr rtl="1" algn="ctr" indent="0" marL="0">
              <a:lnSpc>
                <a:spcPct val="105000"/>
              </a:lnSpc>
              <a:buNone/>
            </a:pPr>
            <a:r>
              <a:rPr lang="ar-SA" altLang="en-US" sz="2200" b="1" dirty="0">
                <a:solidFill>
                  <a:srgbClr val="3B2A5A"/>
                </a:solidFill>
                <a:latin typeface="Tahoma" pitchFamily="34" charset="0"/>
                <a:ea typeface="Tahoma" pitchFamily="34" charset="-122"/>
                <a:cs typeface="Tahoma" pitchFamily="34" charset="-120"/>
              </a:rPr>
              <a:t>دودة الأرض</a:t>
            </a:r>
            <a:endParaRPr lang="ar-SA" sz="2200" dirty="0"/>
          </a:p>
        </p:txBody>
      </p:sp>
      <p:sp>
        <p:nvSpPr>
          <p:cNvPr id="14" name="s2_txt_12"/>
          <p:cNvSpPr txBox="1"/>
          <p:nvPr/>
        </p:nvSpPr>
        <p:spPr>
          <a:xfrm>
            <a:off x="3921431" y="5040603"/>
            <a:ext cx="1617681" cy="438912"/>
          </a:xfrm>
          <a:prstGeom prst="roundRect">
            <a:avLst>
              <a:gd name="adj" fmla="val 50000"/>
            </a:avLst>
          </a:prstGeom>
          <a:solidFill>
            <a:srgbClr val="2DBE8C"/>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1900" b="1" dirty="0">
                <a:solidFill>
                  <a:srgbClr val="FFFFFF"/>
                </a:solidFill>
                <a:latin typeface="Tahoma" pitchFamily="34" charset="0"/>
                <a:ea typeface="Tahoma" pitchFamily="34" charset="-122"/>
                <a:cs typeface="Tahoma" pitchFamily="34" charset="-120"/>
              </a:rPr>
              <a:t>لافقاري</a:t>
            </a:r>
            <a:endParaRPr lang="ar-SA" sz="1900" dirty="0"/>
          </a:p>
        </p:txBody>
      </p:sp>
      <p:pic>
        <p:nvPicPr>
          <p:cNvPr id="15" name="s2_emo_13" descr="فراشة">    </p:cNvPr>
          <p:cNvPicPr>
            <a:picLocks noChangeAspect="1"/>
          </p:cNvPicPr>
          <p:nvPr/>
        </p:nvPicPr>
        <p:blipFill>
          <a:blip r:embed="rId8"/>
          <a:stretch>
            <a:fillRect/>
          </a:stretch>
        </p:blipFill>
        <p:spPr>
          <a:xfrm>
            <a:off x="1431439" y="3239235"/>
            <a:ext cx="1325880" cy="1325880"/>
          </a:xfrm>
          <a:prstGeom prst="rect">
            <a:avLst/>
          </a:prstGeom>
        </p:spPr>
      </p:pic>
      <p:sp>
        <p:nvSpPr>
          <p:cNvPr id="16" name="s2_txt_14"/>
          <p:cNvSpPr txBox="1"/>
          <p:nvPr/>
        </p:nvSpPr>
        <p:spPr>
          <a:xfrm>
            <a:off x="874059" y="4583403"/>
            <a:ext cx="2440641" cy="411480"/>
          </a:xfrm>
          <a:prstGeom prst="rect">
            <a:avLst/>
          </a:prstGeom>
          <a:noFill/>
          <a:ln/>
        </p:spPr>
        <p:txBody>
          <a:bodyPr wrap="square" lIns="762" tIns="762" rIns="762" bIns="762" rtlCol="0" anchor="ctr"/>
          <a:lstStyle/>
          <a:p>
            <a:pPr rtl="1" algn="ctr" indent="0" marL="0">
              <a:lnSpc>
                <a:spcPct val="105000"/>
              </a:lnSpc>
              <a:buNone/>
            </a:pPr>
            <a:r>
              <a:rPr lang="ar-SA" altLang="en-US" sz="2200" b="1" dirty="0">
                <a:solidFill>
                  <a:srgbClr val="3B2A5A"/>
                </a:solidFill>
                <a:latin typeface="Tahoma" pitchFamily="34" charset="0"/>
                <a:ea typeface="Tahoma" pitchFamily="34" charset="-122"/>
                <a:cs typeface="Tahoma" pitchFamily="34" charset="-120"/>
              </a:rPr>
              <a:t>فراشة</a:t>
            </a:r>
            <a:endParaRPr lang="ar-SA" sz="2200" dirty="0"/>
          </a:p>
        </p:txBody>
      </p:sp>
      <p:sp>
        <p:nvSpPr>
          <p:cNvPr id="17" name="s2_txt_15"/>
          <p:cNvSpPr txBox="1"/>
          <p:nvPr/>
        </p:nvSpPr>
        <p:spPr>
          <a:xfrm>
            <a:off x="1285539" y="5040603"/>
            <a:ext cx="1617681" cy="438912"/>
          </a:xfrm>
          <a:prstGeom prst="roundRect">
            <a:avLst>
              <a:gd name="adj" fmla="val 50000"/>
            </a:avLst>
          </a:prstGeom>
          <a:solidFill>
            <a:srgbClr val="2DBE8C"/>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1900" b="1" dirty="0">
                <a:solidFill>
                  <a:srgbClr val="FFFFFF"/>
                </a:solidFill>
                <a:latin typeface="Tahoma" pitchFamily="34" charset="0"/>
                <a:ea typeface="Tahoma" pitchFamily="34" charset="-122"/>
                <a:cs typeface="Tahoma" pitchFamily="34" charset="-120"/>
              </a:rPr>
              <a:t>لافقاري</a:t>
            </a:r>
            <a:endParaRPr lang="ar-SA" sz="1900" dirty="0"/>
          </a:p>
        </p:txBody>
      </p:sp>
      <p:sp>
        <p:nvSpPr>
          <p:cNvPr id="18" name="s2_card_16"/>
          <p:cNvSpPr/>
          <p:nvPr/>
        </p:nvSpPr>
        <p:spPr>
          <a:xfrm>
            <a:off x="502920" y="1325880"/>
            <a:ext cx="5303520" cy="1188720"/>
          </a:xfrm>
          <a:prstGeom prst="roundRect">
            <a:avLst>
              <a:gd name="adj" fmla="val 21538"/>
            </a:avLst>
          </a:prstGeom>
          <a:solidFill>
            <a:srgbClr val="FFFFFF"/>
          </a:solidFill>
          <a:ln w="38100">
            <a:solidFill>
              <a:srgbClr val="C9B4F3"/>
            </a:solidFill>
            <a:prstDash val="solid"/>
          </a:ln>
          <a:effectLst>
            <a:outerShdw sx="100000" sy="100000" kx="0" ky="0" algn="bl" rotWithShape="0" blurRad="127000" dist="50800" dir="5400000">
              <a:srgbClr val="5B3E8E">
                <a:alpha val="20000"/>
              </a:srgbClr>
            </a:outerShdw>
          </a:effectLst>
        </p:spPr>
      </p:sp>
      <p:sp>
        <p:nvSpPr>
          <p:cNvPr id="19" name="s2_txt_17"/>
          <p:cNvSpPr txBox="1"/>
          <p:nvPr/>
        </p:nvSpPr>
        <p:spPr>
          <a:xfrm>
            <a:off x="685800" y="1389888"/>
            <a:ext cx="4937760" cy="1060704"/>
          </a:xfrm>
          <a:prstGeom prst="rect">
            <a:avLst/>
          </a:prstGeom>
          <a:noFill/>
          <a:ln/>
        </p:spPr>
        <p:txBody>
          <a:bodyPr wrap="square" lIns="762" tIns="762" rIns="762" bIns="762" rtlCol="0" anchor="ctr"/>
          <a:lstStyle/>
          <a:p>
            <a:pPr rtl="1" algn="r" indent="0" marL="0">
              <a:lnSpc>
                <a:spcPct val="105000"/>
              </a:lnSpc>
              <a:buNone/>
            </a:pPr>
            <a:r>
              <a:rPr lang="ar-SA" altLang="en-US" sz="2000" b="1" dirty="0">
                <a:solidFill>
                  <a:srgbClr val="E85D9A"/>
                </a:solidFill>
                <a:latin typeface="Tahoma" pitchFamily="34" charset="0"/>
                <a:ea typeface="Tahoma" pitchFamily="34" charset="-122"/>
                <a:cs typeface="Tahoma" pitchFamily="34" charset="-120"/>
              </a:rPr>
              <a:t>الفقاريات: </a:t>
            </a:r>
            <a:pPr rtl="1" algn="r" indent="0" marL="0">
              <a:lnSpc>
                <a:spcPct val="105000"/>
              </a:lnSpc>
              <a:buNone/>
            </a:pPr>
            <a:r>
              <a:rPr lang="ar-SA" altLang="en-US" sz="2000" dirty="0">
                <a:solidFill>
                  <a:srgbClr val="3B2A5A"/>
                </a:solidFill>
                <a:latin typeface="Tahoma" pitchFamily="34" charset="0"/>
                <a:ea typeface="Tahoma" pitchFamily="34" charset="-122"/>
                <a:cs typeface="Tahoma" pitchFamily="34" charset="-120"/>
              </a:rPr>
              <a:t>حيوانات لها عمود فقري.</a:t>
            </a:r>
            <a:endParaRPr lang="ar-SA" sz="2000" dirty="0"/>
          </a:p>
          <a:p>
            <a:pPr rtl="1" algn="r" indent="0" marL="0">
              <a:lnSpc>
                <a:spcPct val="105000"/>
              </a:lnSpc>
              <a:buNone/>
            </a:pPr>
            <a:r>
              <a:rPr lang="ar-SA" altLang="en-US" sz="2000" b="1" dirty="0">
                <a:solidFill>
                  <a:srgbClr val="1FA477"/>
                </a:solidFill>
                <a:latin typeface="Tahoma" pitchFamily="34" charset="0"/>
                <a:ea typeface="Tahoma" pitchFamily="34" charset="-122"/>
                <a:cs typeface="Tahoma" pitchFamily="34" charset="-120"/>
              </a:rPr>
              <a:t>اللافقاريات: </a:t>
            </a:r>
            <a:pPr rtl="1" algn="r" indent="0" marL="0">
              <a:lnSpc>
                <a:spcPct val="105000"/>
              </a:lnSpc>
              <a:buNone/>
            </a:pPr>
            <a:r>
              <a:rPr lang="ar-SA" altLang="en-US" sz="2000" dirty="0">
                <a:solidFill>
                  <a:srgbClr val="3B2A5A"/>
                </a:solidFill>
                <a:latin typeface="Tahoma" pitchFamily="34" charset="0"/>
                <a:ea typeface="Tahoma" pitchFamily="34" charset="-122"/>
                <a:cs typeface="Tahoma" pitchFamily="34" charset="-120"/>
              </a:rPr>
              <a:t>حيوانات ليس لها عمود فقري.</a:t>
            </a:r>
            <a:endParaRPr lang="ar-SA" sz="20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9" presetID="53" presetClass="entr" presetSubtype="16"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par>
                                <p:cTn id="24" presetID="53" presetClass="entr" presetSubtype="16" fill="hold" nodeType="withEffect">
                                  <p:stCondLst>
                                    <p:cond delay="30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par>
                                <p:cTn id="29" presetID="53" presetClass="entr" presetSubtype="16" fill="hold" nodeType="withEffect">
                                  <p:stCondLst>
                                    <p:cond delay="300"/>
                                  </p:stCondLst>
                                  <p:childTnLst>
                                    <p:set>
                                      <p:cBhvr>
                                        <p:cTn id="25" dur="1" fill="hold">
                                          <p:stCondLst>
                                            <p:cond delay="0"/>
                                          </p:stCondLst>
                                        </p:cTn>
                                        <p:tgtEl>
                                          <p:spTgt spid="10"/>
                                        </p:tgtEl>
                                        <p:attrNameLst>
                                          <p:attrName>style.visibility</p:attrName>
                                        </p:attrNameLst>
                                      </p:cBhvr>
                                      <p:to>
                                        <p:strVal val="visible"/>
                                      </p:to>
                                    </p:se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animEffect transition="in" filter="fade">
                                      <p:cBhvr>
                                        <p:cTn id="28" dur="500"/>
                                        <p:tgtEl>
                                          <p:spTgt spid="10"/>
                                        </p:tgtEl>
                                      </p:cBhvr>
                                    </p:animEffect>
                                  </p:childTnLst>
                                </p:cTn>
                              </p:par>
                              <p:par>
                                <p:cTn id="34" presetID="53" presetClass="entr" presetSubtype="16" fill="hold" nodeType="withEffect">
                                  <p:stCondLst>
                                    <p:cond delay="60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animEffect transition="in" filter="fade">
                                      <p:cBhvr>
                                        <p:cTn id="33" dur="500"/>
                                        <p:tgtEl>
                                          <p:spTgt spid="12"/>
                                        </p:tgtEl>
                                      </p:cBhvr>
                                    </p:animEffect>
                                  </p:childTnLst>
                                </p:cTn>
                              </p:par>
                              <p:par>
                                <p:cTn id="39" presetID="53" presetClass="entr" presetSubtype="16" fill="hold" nodeType="withEffect">
                                  <p:stCondLst>
                                    <p:cond delay="60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Effect transition="in" filter="fade">
                                      <p:cBhvr>
                                        <p:cTn id="38" dur="500"/>
                                        <p:tgtEl>
                                          <p:spTgt spid="13"/>
                                        </p:tgtEl>
                                      </p:cBhvr>
                                    </p:animEffect>
                                  </p:childTnLst>
                                </p:cTn>
                              </p:par>
                              <p:par>
                                <p:cTn id="44" presetID="53" presetClass="entr" presetSubtype="16" fill="hold" nodeType="withEffect">
                                  <p:stCondLst>
                                    <p:cond delay="900"/>
                                  </p:stCondLst>
                                  <p:childTnLst>
                                    <p:set>
                                      <p:cBhvr>
                                        <p:cTn id="40" dur="1" fill="hold">
                                          <p:stCondLst>
                                            <p:cond delay="0"/>
                                          </p:stCondLst>
                                        </p:cTn>
                                        <p:tgtEl>
                                          <p:spTgt spid="15"/>
                                        </p:tgtEl>
                                        <p:attrNameLst>
                                          <p:attrName>style.visibility</p:attrName>
                                        </p:attrNameLst>
                                      </p:cBhvr>
                                      <p:to>
                                        <p:strVal val="visible"/>
                                      </p:to>
                                    </p:set>
                                    <p:anim calcmode="lin" valueType="num">
                                      <p:cBhvr>
                                        <p:cTn id="41" dur="500" fill="hold"/>
                                        <p:tgtEl>
                                          <p:spTgt spid="15"/>
                                        </p:tgtEl>
                                        <p:attrNameLst>
                                          <p:attrName>ppt_w</p:attrName>
                                        </p:attrNameLst>
                                      </p:cBhvr>
                                      <p:tavLst>
                                        <p:tav tm="0">
                                          <p:val>
                                            <p:fltVal val="0"/>
                                          </p:val>
                                        </p:tav>
                                        <p:tav tm="100000">
                                          <p:val>
                                            <p:strVal val="#ppt_w"/>
                                          </p:val>
                                        </p:tav>
                                      </p:tavLst>
                                    </p:anim>
                                    <p:anim calcmode="lin" valueType="num">
                                      <p:cBhvr>
                                        <p:cTn id="42" dur="500" fill="hold"/>
                                        <p:tgtEl>
                                          <p:spTgt spid="15"/>
                                        </p:tgtEl>
                                        <p:attrNameLst>
                                          <p:attrName>ppt_h</p:attrName>
                                        </p:attrNameLst>
                                      </p:cBhvr>
                                      <p:tavLst>
                                        <p:tav tm="0">
                                          <p:val>
                                            <p:fltVal val="0"/>
                                          </p:val>
                                        </p:tav>
                                        <p:tav tm="100000">
                                          <p:val>
                                            <p:strVal val="#ppt_h"/>
                                          </p:val>
                                        </p:tav>
                                      </p:tavLst>
                                    </p:anim>
                                    <p:animEffect transition="in" filter="fade">
                                      <p:cBhvr>
                                        <p:cTn id="43" dur="500"/>
                                        <p:tgtEl>
                                          <p:spTgt spid="15"/>
                                        </p:tgtEl>
                                      </p:cBhvr>
                                    </p:animEffect>
                                  </p:childTnLst>
                                </p:cTn>
                              </p:par>
                              <p:par>
                                <p:cTn id="49" presetID="53" presetClass="entr" presetSubtype="16" fill="hold" nodeType="withEffect">
                                  <p:stCondLst>
                                    <p:cond delay="900"/>
                                  </p:stCondLst>
                                  <p:childTnLst>
                                    <p:set>
                                      <p:cBhvr>
                                        <p:cTn id="45" dur="1" fill="hold">
                                          <p:stCondLst>
                                            <p:cond delay="0"/>
                                          </p:stCondLst>
                                        </p:cTn>
                                        <p:tgtEl>
                                          <p:spTgt spid="16"/>
                                        </p:tgtEl>
                                        <p:attrNameLst>
                                          <p:attrName>style.visibility</p:attrName>
                                        </p:attrNameLst>
                                      </p:cBhvr>
                                      <p:to>
                                        <p:strVal val="visible"/>
                                      </p:to>
                                    </p:set>
                                    <p:anim calcmode="lin" valueType="num">
                                      <p:cBhvr>
                                        <p:cTn id="46" dur="500" fill="hold"/>
                                        <p:tgtEl>
                                          <p:spTgt spid="16"/>
                                        </p:tgtEl>
                                        <p:attrNameLst>
                                          <p:attrName>ppt_w</p:attrName>
                                        </p:attrNameLst>
                                      </p:cBhvr>
                                      <p:tavLst>
                                        <p:tav tm="0">
                                          <p:val>
                                            <p:fltVal val="0"/>
                                          </p:val>
                                        </p:tav>
                                        <p:tav tm="100000">
                                          <p:val>
                                            <p:strVal val="#ppt_w"/>
                                          </p:val>
                                        </p:tav>
                                      </p:tavLst>
                                    </p:anim>
                                    <p:anim calcmode="lin" valueType="num">
                                      <p:cBhvr>
                                        <p:cTn id="47" dur="500" fill="hold"/>
                                        <p:tgtEl>
                                          <p:spTgt spid="16"/>
                                        </p:tgtEl>
                                        <p:attrNameLst>
                                          <p:attrName>ppt_h</p:attrName>
                                        </p:attrNameLst>
                                      </p:cBhvr>
                                      <p:tavLst>
                                        <p:tav tm="0">
                                          <p:val>
                                            <p:fltVal val="0"/>
                                          </p:val>
                                        </p:tav>
                                        <p:tav tm="100000">
                                          <p:val>
                                            <p:strVal val="#ppt_h"/>
                                          </p:val>
                                        </p:tav>
                                      </p:tavLst>
                                    </p:anim>
                                    <p:animEffect transition="in" filter="fade">
                                      <p:cBhvr>
                                        <p:cTn id="48" dur="500"/>
                                        <p:tgtEl>
                                          <p:spTgt spid="16"/>
                                        </p:tgtEl>
                                      </p:cBhvr>
                                    </p:animEffect>
                                  </p:childTnLst>
                                </p:cTn>
                              </p:par>
                            </p:childTnLst>
                          </p:cTn>
                        </p:par>
                      </p:childTnLst>
                    </p:cTn>
                  </p:par>
                  <p:par>
                    <p:cTn id="50" fill="hold">
                      <p:stCondLst>
                        <p:cond delay="indefinite"/>
                      </p:stCondLst>
                      <p:childTnLst>
                        <p:par>
                          <p:cTn id="51"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8"/>
                                        </p:tgtEl>
                                        <p:attrNameLst>
                                          <p:attrName>style.visibility</p:attrName>
                                        </p:attrNameLst>
                                      </p:cBhvr>
                                      <p:to>
                                        <p:strVal val="visible"/>
                                      </p:to>
                                    </p:set>
                                    <p:anim calcmode="lin" valueType="num">
                                      <p:cBhvr>
                                        <p:cTn id="53" dur="500" fill="hold"/>
                                        <p:tgtEl>
                                          <p:spTgt spid="8"/>
                                        </p:tgtEl>
                                        <p:attrNameLst>
                                          <p:attrName>ppt_w</p:attrName>
                                        </p:attrNameLst>
                                      </p:cBhvr>
                                      <p:tavLst>
                                        <p:tav tm="0">
                                          <p:val>
                                            <p:fltVal val="0"/>
                                          </p:val>
                                        </p:tav>
                                        <p:tav tm="100000">
                                          <p:val>
                                            <p:strVal val="#ppt_w"/>
                                          </p:val>
                                        </p:tav>
                                      </p:tavLst>
                                    </p:anim>
                                    <p:anim calcmode="lin" valueType="num">
                                      <p:cBhvr>
                                        <p:cTn id="54" dur="500" fill="hold"/>
                                        <p:tgtEl>
                                          <p:spTgt spid="8"/>
                                        </p:tgtEl>
                                        <p:attrNameLst>
                                          <p:attrName>ppt_h</p:attrName>
                                        </p:attrNameLst>
                                      </p:cBhvr>
                                      <p:tavLst>
                                        <p:tav tm="0">
                                          <p:val>
                                            <p:fltVal val="0"/>
                                          </p:val>
                                        </p:tav>
                                        <p:tav tm="100000">
                                          <p:val>
                                            <p:strVal val="#ppt_h"/>
                                          </p:val>
                                        </p:tav>
                                      </p:tavLst>
                                    </p:anim>
                                    <p:animEffect transition="in" filter="fade">
                                      <p:cBhvr>
                                        <p:cTn id="55" dur="500"/>
                                        <p:tgtEl>
                                          <p:spTgt spid="8"/>
                                        </p:tgtEl>
                                      </p:cBhvr>
                                    </p:animEffect>
                                  </p:childTnLst>
                                </p:cTn>
                              </p:par>
                              <p:par>
                                <p:cTn id="61" presetID="53" presetClass="entr" presetSubtype="16" fill="hold" nodeType="withEffect">
                                  <p:stCondLst>
                                    <p:cond delay="250"/>
                                  </p:stCondLst>
                                  <p:childTnLst>
                                    <p:set>
                                      <p:cBhvr>
                                        <p:cTn id="57" dur="1" fill="hold">
                                          <p:stCondLst>
                                            <p:cond delay="0"/>
                                          </p:stCondLst>
                                        </p:cTn>
                                        <p:tgtEl>
                                          <p:spTgt spid="11"/>
                                        </p:tgtEl>
                                        <p:attrNameLst>
                                          <p:attrName>style.visibility</p:attrName>
                                        </p:attrNameLst>
                                      </p:cBhvr>
                                      <p:to>
                                        <p:strVal val="visible"/>
                                      </p:to>
                                    </p:set>
                                    <p:anim calcmode="lin" valueType="num">
                                      <p:cBhvr>
                                        <p:cTn id="58" dur="500" fill="hold"/>
                                        <p:tgtEl>
                                          <p:spTgt spid="11"/>
                                        </p:tgtEl>
                                        <p:attrNameLst>
                                          <p:attrName>ppt_w</p:attrName>
                                        </p:attrNameLst>
                                      </p:cBhvr>
                                      <p:tavLst>
                                        <p:tav tm="0">
                                          <p:val>
                                            <p:fltVal val="0"/>
                                          </p:val>
                                        </p:tav>
                                        <p:tav tm="100000">
                                          <p:val>
                                            <p:strVal val="#ppt_w"/>
                                          </p:val>
                                        </p:tav>
                                      </p:tavLst>
                                    </p:anim>
                                    <p:anim calcmode="lin" valueType="num">
                                      <p:cBhvr>
                                        <p:cTn id="59" dur="500" fill="hold"/>
                                        <p:tgtEl>
                                          <p:spTgt spid="11"/>
                                        </p:tgtEl>
                                        <p:attrNameLst>
                                          <p:attrName>ppt_h</p:attrName>
                                        </p:attrNameLst>
                                      </p:cBhvr>
                                      <p:tavLst>
                                        <p:tav tm="0">
                                          <p:val>
                                            <p:fltVal val="0"/>
                                          </p:val>
                                        </p:tav>
                                        <p:tav tm="100000">
                                          <p:val>
                                            <p:strVal val="#ppt_h"/>
                                          </p:val>
                                        </p:tav>
                                      </p:tavLst>
                                    </p:anim>
                                    <p:animEffect transition="in" filter="fade">
                                      <p:cBhvr>
                                        <p:cTn id="60" dur="500"/>
                                        <p:tgtEl>
                                          <p:spTgt spid="11"/>
                                        </p:tgtEl>
                                      </p:cBhvr>
                                    </p:animEffect>
                                  </p:childTnLst>
                                </p:cTn>
                              </p:par>
                              <p:par>
                                <p:cTn id="66" presetID="53" presetClass="entr" presetSubtype="16" fill="hold" nodeType="withEffect">
                                  <p:stCondLst>
                                    <p:cond delay="500"/>
                                  </p:stCondLst>
                                  <p:childTnLst>
                                    <p:set>
                                      <p:cBhvr>
                                        <p:cTn id="62" dur="1" fill="hold">
                                          <p:stCondLst>
                                            <p:cond delay="0"/>
                                          </p:stCondLst>
                                        </p:cTn>
                                        <p:tgtEl>
                                          <p:spTgt spid="14"/>
                                        </p:tgtEl>
                                        <p:attrNameLst>
                                          <p:attrName>style.visibility</p:attrName>
                                        </p:attrNameLst>
                                      </p:cBhvr>
                                      <p:to>
                                        <p:strVal val="visible"/>
                                      </p:to>
                                    </p:set>
                                    <p:anim calcmode="lin" valueType="num">
                                      <p:cBhvr>
                                        <p:cTn id="63" dur="500" fill="hold"/>
                                        <p:tgtEl>
                                          <p:spTgt spid="14"/>
                                        </p:tgtEl>
                                        <p:attrNameLst>
                                          <p:attrName>ppt_w</p:attrName>
                                        </p:attrNameLst>
                                      </p:cBhvr>
                                      <p:tavLst>
                                        <p:tav tm="0">
                                          <p:val>
                                            <p:fltVal val="0"/>
                                          </p:val>
                                        </p:tav>
                                        <p:tav tm="100000">
                                          <p:val>
                                            <p:strVal val="#ppt_w"/>
                                          </p:val>
                                        </p:tav>
                                      </p:tavLst>
                                    </p:anim>
                                    <p:anim calcmode="lin" valueType="num">
                                      <p:cBhvr>
                                        <p:cTn id="64" dur="500" fill="hold"/>
                                        <p:tgtEl>
                                          <p:spTgt spid="14"/>
                                        </p:tgtEl>
                                        <p:attrNameLst>
                                          <p:attrName>ppt_h</p:attrName>
                                        </p:attrNameLst>
                                      </p:cBhvr>
                                      <p:tavLst>
                                        <p:tav tm="0">
                                          <p:val>
                                            <p:fltVal val="0"/>
                                          </p:val>
                                        </p:tav>
                                        <p:tav tm="100000">
                                          <p:val>
                                            <p:strVal val="#ppt_h"/>
                                          </p:val>
                                        </p:tav>
                                      </p:tavLst>
                                    </p:anim>
                                    <p:animEffect transition="in" filter="fade">
                                      <p:cBhvr>
                                        <p:cTn id="65" dur="500"/>
                                        <p:tgtEl>
                                          <p:spTgt spid="14"/>
                                        </p:tgtEl>
                                      </p:cBhvr>
                                    </p:animEffect>
                                  </p:childTnLst>
                                </p:cTn>
                              </p:par>
                              <p:par>
                                <p:cTn id="71" presetID="53" presetClass="entr" presetSubtype="16" fill="hold" nodeType="withEffect">
                                  <p:stCondLst>
                                    <p:cond delay="750"/>
                                  </p:stCondLst>
                                  <p:childTnLst>
                                    <p:set>
                                      <p:cBhvr>
                                        <p:cTn id="67" dur="1" fill="hold">
                                          <p:stCondLst>
                                            <p:cond delay="0"/>
                                          </p:stCondLst>
                                        </p:cTn>
                                        <p:tgtEl>
                                          <p:spTgt spid="17"/>
                                        </p:tgtEl>
                                        <p:attrNameLst>
                                          <p:attrName>style.visibility</p:attrName>
                                        </p:attrNameLst>
                                      </p:cBhvr>
                                      <p:to>
                                        <p:strVal val="visible"/>
                                      </p:to>
                                    </p:set>
                                    <p:anim calcmode="lin" valueType="num">
                                      <p:cBhvr>
                                        <p:cTn id="68" dur="500" fill="hold"/>
                                        <p:tgtEl>
                                          <p:spTgt spid="17"/>
                                        </p:tgtEl>
                                        <p:attrNameLst>
                                          <p:attrName>ppt_w</p:attrName>
                                        </p:attrNameLst>
                                      </p:cBhvr>
                                      <p:tavLst>
                                        <p:tav tm="0">
                                          <p:val>
                                            <p:fltVal val="0"/>
                                          </p:val>
                                        </p:tav>
                                        <p:tav tm="100000">
                                          <p:val>
                                            <p:strVal val="#ppt_w"/>
                                          </p:val>
                                        </p:tav>
                                      </p:tavLst>
                                    </p:anim>
                                    <p:anim calcmode="lin" valueType="num">
                                      <p:cBhvr>
                                        <p:cTn id="69" dur="500" fill="hold"/>
                                        <p:tgtEl>
                                          <p:spTgt spid="17"/>
                                        </p:tgtEl>
                                        <p:attrNameLst>
                                          <p:attrName>ppt_h</p:attrName>
                                        </p:attrNameLst>
                                      </p:cBhvr>
                                      <p:tavLst>
                                        <p:tav tm="0">
                                          <p:val>
                                            <p:fltVal val="0"/>
                                          </p:val>
                                        </p:tav>
                                        <p:tav tm="100000">
                                          <p:val>
                                            <p:strVal val="#ppt_h"/>
                                          </p:val>
                                        </p:tav>
                                      </p:tavLst>
                                    </p:anim>
                                    <p:animEffect transition="in" filter="fade">
                                      <p:cBhvr>
                                        <p:cTn id="70" dur="500"/>
                                        <p:tgtEl>
                                          <p:spTgt spid="17"/>
                                        </p:tgtEl>
                                      </p:cBhvr>
                                    </p:animEffect>
                                  </p:childTnLst>
                                </p:cTn>
                              </p:par>
                            </p:childTnLst>
                          </p:cTn>
                        </p:par>
                      </p:childTnLst>
                    </p:cTn>
                  </p:par>
                  <p:par>
                    <p:cTn id="72" fill="hold">
                      <p:stCondLst>
                        <p:cond delay="indefinite"/>
                      </p:stCondLst>
                      <p:childTnLst>
                        <p:par>
                          <p:cTn id="73" fill="hold">
                            <p:stCondLst>
                              <p:cond delay="0"/>
                            </p:stCondLst>
                            <p:childTnLst>
                              <p:par>
                                <p:cTn id="76" presetID="10" presetClass="entr" presetSubtype="0" fill="hold" nodeType="click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childTnLst>
                                </p:cTn>
                              </p:par>
                              <p:par>
                                <p:cTn id="79" presetID="10" presetClass="entr" presetSubtype="0" fill="hold"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fade">
                                      <p:cBhvr>
                                        <p:cTn id="7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3_title" descr="المفردات المهمة في الفصل">    </p:cNvPr>
          <p:cNvPicPr>
            <a:picLocks noChangeAspect="1"/>
          </p:cNvPicPr>
          <p:nvPr/>
        </p:nvPicPr>
        <p:blipFill>
          <a:blip r:embed="rId2"/>
          <a:stretch>
            <a:fillRect/>
          </a:stretch>
        </p:blipFill>
        <p:spPr>
          <a:xfrm>
            <a:off x="2861759" y="109728"/>
            <a:ext cx="6468177" cy="1024128"/>
          </a:xfrm>
          <a:prstGeom prst="rect">
            <a:avLst/>
          </a:prstGeom>
        </p:spPr>
      </p:pic>
      <p:sp>
        <p:nvSpPr>
          <p:cNvPr id="3" name="s3_page_1"/>
          <p:cNvSpPr txBox="1"/>
          <p:nvPr/>
        </p:nvSpPr>
        <p:spPr>
          <a:xfrm>
            <a:off x="411480" y="384048"/>
            <a:ext cx="1143000" cy="457200"/>
          </a:xfrm>
          <a:prstGeom prst="roundRect">
            <a:avLst>
              <a:gd name="adj" fmla="val 50000"/>
            </a:avLst>
          </a:prstGeom>
          <a:solidFill>
            <a:srgbClr val="FFFFFF"/>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1800" b="1" dirty="0">
                <a:solidFill>
                  <a:srgbClr val="7F5CD0"/>
                </a:solidFill>
                <a:latin typeface="Tahoma" pitchFamily="34" charset="0"/>
                <a:ea typeface="Tahoma" pitchFamily="34" charset="-122"/>
                <a:cs typeface="Tahoma" pitchFamily="34" charset="-120"/>
              </a:rPr>
              <a:t>ص ١٠٧</a:t>
            </a:r>
            <a:endParaRPr lang="ar-SA" sz="1800" dirty="0"/>
          </a:p>
        </p:txBody>
      </p:sp>
      <p:sp>
        <p:nvSpPr>
          <p:cNvPr id="4" name="s3_card_2"/>
          <p:cNvSpPr/>
          <p:nvPr/>
        </p:nvSpPr>
        <p:spPr>
          <a:xfrm>
            <a:off x="8183880" y="1371600"/>
            <a:ext cx="3611880" cy="2331720"/>
          </a:xfrm>
          <a:prstGeom prst="roundRect">
            <a:avLst>
              <a:gd name="adj" fmla="val 10980"/>
            </a:avLst>
          </a:prstGeom>
          <a:solidFill>
            <a:srgbClr val="FFE3EE"/>
          </a:solidFill>
          <a:ln w="50800">
            <a:solidFill>
              <a:srgbClr val="FFFFFF"/>
            </a:solidFill>
            <a:prstDash val="solid"/>
          </a:ln>
          <a:effectLst>
            <a:outerShdw sx="100000" sy="100000" kx="0" ky="0" algn="bl" rotWithShape="0" blurRad="127000" dist="50800" dir="5400000">
              <a:srgbClr val="5B3E8E">
                <a:alpha val="20000"/>
              </a:srgbClr>
            </a:outerShdw>
          </a:effectLst>
        </p:spPr>
      </p:sp>
      <p:sp>
        <p:nvSpPr>
          <p:cNvPr id="5" name="s3_circ_3"/>
          <p:cNvSpPr/>
          <p:nvPr/>
        </p:nvSpPr>
        <p:spPr>
          <a:xfrm>
            <a:off x="10607040" y="1536192"/>
            <a:ext cx="1005840" cy="1005840"/>
          </a:xfrm>
          <a:prstGeom prst="ellipse">
            <a:avLst/>
          </a:prstGeom>
          <a:solidFill>
            <a:srgbClr val="FFFFFF"/>
          </a:solidFill>
          <a:ln/>
          <a:effectLst>
            <a:outerShdw sx="100000" sy="100000" kx="0" ky="0" algn="bl" rotWithShape="0" blurRad="127000" dist="50800" dir="5400000">
              <a:srgbClr val="5B3E8E">
                <a:alpha val="20000"/>
              </a:srgbClr>
            </a:outerShdw>
          </a:effectLst>
        </p:spPr>
      </p:sp>
      <p:pic>
        <p:nvPicPr>
          <p:cNvPr id="6" name="s3_emo_4" descr="الهضم">    </p:cNvPr>
          <p:cNvPicPr>
            <a:picLocks noChangeAspect="1"/>
          </p:cNvPicPr>
          <p:nvPr/>
        </p:nvPicPr>
        <p:blipFill>
          <a:blip r:embed="rId3"/>
          <a:stretch>
            <a:fillRect/>
          </a:stretch>
        </p:blipFill>
        <p:spPr>
          <a:xfrm>
            <a:off x="10698480" y="1627632"/>
            <a:ext cx="822960" cy="822960"/>
          </a:xfrm>
          <a:prstGeom prst="rect">
            <a:avLst/>
          </a:prstGeom>
        </p:spPr>
      </p:pic>
      <p:sp>
        <p:nvSpPr>
          <p:cNvPr id="7" name="s3_txt_5"/>
          <p:cNvSpPr txBox="1"/>
          <p:nvPr/>
        </p:nvSpPr>
        <p:spPr>
          <a:xfrm>
            <a:off x="8321040" y="1645920"/>
            <a:ext cx="2194560" cy="731520"/>
          </a:xfrm>
          <a:prstGeom prst="rect">
            <a:avLst/>
          </a:prstGeom>
          <a:noFill/>
          <a:ln/>
        </p:spPr>
        <p:txBody>
          <a:bodyPr wrap="square" lIns="762" tIns="762" rIns="762" bIns="762" rtlCol="0" anchor="ctr"/>
          <a:lstStyle/>
          <a:p>
            <a:pPr rtl="1" algn="r" indent="0" marL="0">
              <a:lnSpc>
                <a:spcPct val="105000"/>
              </a:lnSpc>
              <a:buNone/>
            </a:pPr>
            <a:r>
              <a:rPr lang="ar-SA" altLang="en-US" sz="2600" b="1" dirty="0">
                <a:solidFill>
                  <a:srgbClr val="E85D9A"/>
                </a:solidFill>
                <a:latin typeface="Tahoma" pitchFamily="34" charset="0"/>
                <a:ea typeface="Tahoma" pitchFamily="34" charset="-122"/>
                <a:cs typeface="Tahoma" pitchFamily="34" charset="-120"/>
              </a:rPr>
              <a:t>الهضم</a:t>
            </a:r>
            <a:endParaRPr lang="ar-SA" sz="2600" dirty="0"/>
          </a:p>
        </p:txBody>
      </p:sp>
      <p:sp>
        <p:nvSpPr>
          <p:cNvPr id="8" name="s3_txt_6"/>
          <p:cNvSpPr txBox="1"/>
          <p:nvPr/>
        </p:nvSpPr>
        <p:spPr>
          <a:xfrm>
            <a:off x="8348472" y="2606040"/>
            <a:ext cx="3282696" cy="1005840"/>
          </a:xfrm>
          <a:prstGeom prst="rect">
            <a:avLst/>
          </a:prstGeom>
          <a:noFill/>
          <a:ln/>
        </p:spPr>
        <p:txBody>
          <a:bodyPr wrap="square" lIns="762" tIns="762" rIns="762" bIns="762" rtlCol="0" anchor="t"/>
          <a:lstStyle/>
          <a:p>
            <a:pPr rtl="1" algn="r" indent="0" marL="0">
              <a:lnSpc>
                <a:spcPct val="105000"/>
              </a:lnSpc>
              <a:buNone/>
            </a:pPr>
            <a:r>
              <a:rPr lang="ar-SA" altLang="en-US" sz="1800" dirty="0">
                <a:solidFill>
                  <a:srgbClr val="3B2A5A"/>
                </a:solidFill>
                <a:latin typeface="Tahoma" pitchFamily="34" charset="0"/>
                <a:ea typeface="Tahoma" pitchFamily="34" charset="-122"/>
                <a:cs typeface="Tahoma" pitchFamily="34" charset="-120"/>
              </a:rPr>
              <a:t>تفكيك الغذاء إلى مواد أبسط يستطيع الجسم امتصاصها واستعمالها.</a:t>
            </a:r>
            <a:endParaRPr lang="ar-SA" sz="1800" dirty="0"/>
          </a:p>
        </p:txBody>
      </p:sp>
      <p:sp>
        <p:nvSpPr>
          <p:cNvPr id="9" name="s3_card_7"/>
          <p:cNvSpPr/>
          <p:nvPr/>
        </p:nvSpPr>
        <p:spPr>
          <a:xfrm>
            <a:off x="4343400" y="1371600"/>
            <a:ext cx="3611880" cy="2331720"/>
          </a:xfrm>
          <a:prstGeom prst="roundRect">
            <a:avLst>
              <a:gd name="adj" fmla="val 10980"/>
            </a:avLst>
          </a:prstGeom>
          <a:solidFill>
            <a:srgbClr val="E2F4FF"/>
          </a:solidFill>
          <a:ln w="50800">
            <a:solidFill>
              <a:srgbClr val="FFFFFF"/>
            </a:solidFill>
            <a:prstDash val="solid"/>
          </a:ln>
          <a:effectLst>
            <a:outerShdw sx="100000" sy="100000" kx="0" ky="0" algn="bl" rotWithShape="0" blurRad="127000" dist="50800" dir="5400000">
              <a:srgbClr val="5B3E8E">
                <a:alpha val="20000"/>
              </a:srgbClr>
            </a:outerShdw>
          </a:effectLst>
        </p:spPr>
      </p:sp>
      <p:sp>
        <p:nvSpPr>
          <p:cNvPr id="10" name="s3_circ_8"/>
          <p:cNvSpPr/>
          <p:nvPr/>
        </p:nvSpPr>
        <p:spPr>
          <a:xfrm>
            <a:off x="6766560" y="1536192"/>
            <a:ext cx="1005840" cy="1005840"/>
          </a:xfrm>
          <a:prstGeom prst="ellipse">
            <a:avLst/>
          </a:prstGeom>
          <a:solidFill>
            <a:srgbClr val="FFFFFF"/>
          </a:solidFill>
          <a:ln/>
          <a:effectLst>
            <a:outerShdw sx="100000" sy="100000" kx="0" ky="0" algn="bl" rotWithShape="0" blurRad="127000" dist="50800" dir="5400000">
              <a:srgbClr val="5B3E8E">
                <a:alpha val="20000"/>
              </a:srgbClr>
            </a:outerShdw>
          </a:effectLst>
        </p:spPr>
      </p:sp>
      <p:pic>
        <p:nvPicPr>
          <p:cNvPr id="11" name="s3_emo_9" descr="التنفس">    </p:cNvPr>
          <p:cNvPicPr>
            <a:picLocks noChangeAspect="1"/>
          </p:cNvPicPr>
          <p:nvPr/>
        </p:nvPicPr>
        <p:blipFill>
          <a:blip r:embed="rId4"/>
          <a:stretch>
            <a:fillRect/>
          </a:stretch>
        </p:blipFill>
        <p:spPr>
          <a:xfrm>
            <a:off x="6858000" y="1627632"/>
            <a:ext cx="822960" cy="822960"/>
          </a:xfrm>
          <a:prstGeom prst="rect">
            <a:avLst/>
          </a:prstGeom>
        </p:spPr>
      </p:pic>
      <p:sp>
        <p:nvSpPr>
          <p:cNvPr id="12" name="s3_txt_10"/>
          <p:cNvSpPr txBox="1"/>
          <p:nvPr/>
        </p:nvSpPr>
        <p:spPr>
          <a:xfrm>
            <a:off x="4480560" y="1645920"/>
            <a:ext cx="2194560" cy="731520"/>
          </a:xfrm>
          <a:prstGeom prst="rect">
            <a:avLst/>
          </a:prstGeom>
          <a:noFill/>
          <a:ln/>
        </p:spPr>
        <p:txBody>
          <a:bodyPr wrap="square" lIns="762" tIns="762" rIns="762" bIns="762" rtlCol="0" anchor="ctr"/>
          <a:lstStyle/>
          <a:p>
            <a:pPr rtl="1" algn="r" indent="0" marL="0">
              <a:lnSpc>
                <a:spcPct val="105000"/>
              </a:lnSpc>
              <a:buNone/>
            </a:pPr>
            <a:r>
              <a:rPr lang="ar-SA" altLang="en-US" sz="2600" b="1" dirty="0">
                <a:solidFill>
                  <a:srgbClr val="2F96D0"/>
                </a:solidFill>
                <a:latin typeface="Tahoma" pitchFamily="34" charset="0"/>
                <a:ea typeface="Tahoma" pitchFamily="34" charset="-122"/>
                <a:cs typeface="Tahoma" pitchFamily="34" charset="-120"/>
              </a:rPr>
              <a:t>التنفس</a:t>
            </a:r>
            <a:endParaRPr lang="ar-SA" sz="2600" dirty="0"/>
          </a:p>
        </p:txBody>
      </p:sp>
      <p:sp>
        <p:nvSpPr>
          <p:cNvPr id="13" name="s3_txt_11"/>
          <p:cNvSpPr txBox="1"/>
          <p:nvPr/>
        </p:nvSpPr>
        <p:spPr>
          <a:xfrm>
            <a:off x="4507992" y="2606040"/>
            <a:ext cx="3282696" cy="1005840"/>
          </a:xfrm>
          <a:prstGeom prst="rect">
            <a:avLst/>
          </a:prstGeom>
          <a:noFill/>
          <a:ln/>
        </p:spPr>
        <p:txBody>
          <a:bodyPr wrap="square" lIns="762" tIns="762" rIns="762" bIns="762" rtlCol="0" anchor="t"/>
          <a:lstStyle/>
          <a:p>
            <a:pPr rtl="1" algn="r" indent="0" marL="0">
              <a:lnSpc>
                <a:spcPct val="105000"/>
              </a:lnSpc>
              <a:buNone/>
            </a:pPr>
            <a:r>
              <a:rPr lang="ar-SA" altLang="en-US" sz="1800" dirty="0">
                <a:solidFill>
                  <a:srgbClr val="3B2A5A"/>
                </a:solidFill>
                <a:latin typeface="Tahoma" pitchFamily="34" charset="0"/>
                <a:ea typeface="Tahoma" pitchFamily="34" charset="-122"/>
                <a:cs typeface="Tahoma" pitchFamily="34" charset="-120"/>
              </a:rPr>
              <a:t>دخول الأكسجين إلى الجسم والتخلص من ثاني أكسيد الكربون.</a:t>
            </a:r>
            <a:endParaRPr lang="ar-SA" sz="1800" dirty="0"/>
          </a:p>
        </p:txBody>
      </p:sp>
      <p:sp>
        <p:nvSpPr>
          <p:cNvPr id="14" name="s3_card_12"/>
          <p:cNvSpPr/>
          <p:nvPr/>
        </p:nvSpPr>
        <p:spPr>
          <a:xfrm>
            <a:off x="502920" y="1371600"/>
            <a:ext cx="3611880" cy="2331720"/>
          </a:xfrm>
          <a:prstGeom prst="roundRect">
            <a:avLst>
              <a:gd name="adj" fmla="val 10980"/>
            </a:avLst>
          </a:prstGeom>
          <a:solidFill>
            <a:srgbClr val="FFEBDB"/>
          </a:solidFill>
          <a:ln w="50800">
            <a:solidFill>
              <a:srgbClr val="FFFFFF"/>
            </a:solidFill>
            <a:prstDash val="solid"/>
          </a:ln>
          <a:effectLst>
            <a:outerShdw sx="100000" sy="100000" kx="0" ky="0" algn="bl" rotWithShape="0" blurRad="127000" dist="50800" dir="5400000">
              <a:srgbClr val="5B3E8E">
                <a:alpha val="20000"/>
              </a:srgbClr>
            </a:outerShdw>
          </a:effectLst>
        </p:spPr>
      </p:sp>
      <p:sp>
        <p:nvSpPr>
          <p:cNvPr id="15" name="s3_circ_13"/>
          <p:cNvSpPr/>
          <p:nvPr/>
        </p:nvSpPr>
        <p:spPr>
          <a:xfrm>
            <a:off x="2926080" y="1536192"/>
            <a:ext cx="1005840" cy="1005840"/>
          </a:xfrm>
          <a:prstGeom prst="ellipse">
            <a:avLst/>
          </a:prstGeom>
          <a:solidFill>
            <a:srgbClr val="FFFFFF"/>
          </a:solidFill>
          <a:ln/>
          <a:effectLst>
            <a:outerShdw sx="100000" sy="100000" kx="0" ky="0" algn="bl" rotWithShape="0" blurRad="127000" dist="50800" dir="5400000">
              <a:srgbClr val="5B3E8E">
                <a:alpha val="20000"/>
              </a:srgbClr>
            </a:outerShdw>
          </a:effectLst>
        </p:spPr>
      </p:sp>
      <p:pic>
        <p:nvPicPr>
          <p:cNvPr id="16" name="s3_emo_14" descr="الدوران">    </p:cNvPr>
          <p:cNvPicPr>
            <a:picLocks noChangeAspect="1"/>
          </p:cNvPicPr>
          <p:nvPr/>
        </p:nvPicPr>
        <p:blipFill>
          <a:blip r:embed="rId5"/>
          <a:stretch>
            <a:fillRect/>
          </a:stretch>
        </p:blipFill>
        <p:spPr>
          <a:xfrm>
            <a:off x="3017520" y="1627632"/>
            <a:ext cx="822960" cy="822960"/>
          </a:xfrm>
          <a:prstGeom prst="rect">
            <a:avLst/>
          </a:prstGeom>
        </p:spPr>
      </p:pic>
      <p:sp>
        <p:nvSpPr>
          <p:cNvPr id="17" name="s3_txt_15"/>
          <p:cNvSpPr txBox="1"/>
          <p:nvPr/>
        </p:nvSpPr>
        <p:spPr>
          <a:xfrm>
            <a:off x="640080" y="1645920"/>
            <a:ext cx="2194560" cy="731520"/>
          </a:xfrm>
          <a:prstGeom prst="rect">
            <a:avLst/>
          </a:prstGeom>
          <a:noFill/>
          <a:ln/>
        </p:spPr>
        <p:txBody>
          <a:bodyPr wrap="square" lIns="762" tIns="762" rIns="762" bIns="762" rtlCol="0" anchor="ctr"/>
          <a:lstStyle/>
          <a:p>
            <a:pPr rtl="1" algn="r" indent="0" marL="0">
              <a:lnSpc>
                <a:spcPct val="105000"/>
              </a:lnSpc>
              <a:buNone/>
            </a:pPr>
            <a:r>
              <a:rPr lang="ar-SA" altLang="en-US" sz="2600" b="1" dirty="0">
                <a:solidFill>
                  <a:srgbClr val="E2731F"/>
                </a:solidFill>
                <a:latin typeface="Tahoma" pitchFamily="34" charset="0"/>
                <a:ea typeface="Tahoma" pitchFamily="34" charset="-122"/>
                <a:cs typeface="Tahoma" pitchFamily="34" charset="-120"/>
              </a:rPr>
              <a:t>الدوران</a:t>
            </a:r>
            <a:endParaRPr lang="ar-SA" sz="2600" dirty="0"/>
          </a:p>
        </p:txBody>
      </p:sp>
      <p:sp>
        <p:nvSpPr>
          <p:cNvPr id="18" name="s3_txt_16"/>
          <p:cNvSpPr txBox="1"/>
          <p:nvPr/>
        </p:nvSpPr>
        <p:spPr>
          <a:xfrm>
            <a:off x="667512" y="2606040"/>
            <a:ext cx="3282696" cy="1005840"/>
          </a:xfrm>
          <a:prstGeom prst="rect">
            <a:avLst/>
          </a:prstGeom>
          <a:noFill/>
          <a:ln/>
        </p:spPr>
        <p:txBody>
          <a:bodyPr wrap="square" lIns="762" tIns="762" rIns="762" bIns="762" rtlCol="0" anchor="t"/>
          <a:lstStyle/>
          <a:p>
            <a:pPr rtl="1" algn="r" indent="0" marL="0">
              <a:lnSpc>
                <a:spcPct val="105000"/>
              </a:lnSpc>
              <a:buNone/>
            </a:pPr>
            <a:r>
              <a:rPr lang="ar-SA" altLang="en-US" sz="1800" dirty="0">
                <a:solidFill>
                  <a:srgbClr val="3B2A5A"/>
                </a:solidFill>
                <a:latin typeface="Tahoma" pitchFamily="34" charset="0"/>
                <a:ea typeface="Tahoma" pitchFamily="34" charset="-122"/>
                <a:cs typeface="Tahoma" pitchFamily="34" charset="-120"/>
              </a:rPr>
              <a:t>نقل الدم للغذاء والأكسجين والفضلات إلى أجزاء الجسم.</a:t>
            </a:r>
            <a:endParaRPr lang="ar-SA" sz="1800" dirty="0"/>
          </a:p>
        </p:txBody>
      </p:sp>
      <p:sp>
        <p:nvSpPr>
          <p:cNvPr id="19" name="s3_card_17"/>
          <p:cNvSpPr/>
          <p:nvPr/>
        </p:nvSpPr>
        <p:spPr>
          <a:xfrm>
            <a:off x="8183880" y="3931920"/>
            <a:ext cx="3611880" cy="2331720"/>
          </a:xfrm>
          <a:prstGeom prst="roundRect">
            <a:avLst>
              <a:gd name="adj" fmla="val 10980"/>
            </a:avLst>
          </a:prstGeom>
          <a:solidFill>
            <a:srgbClr val="EFE6FF"/>
          </a:solidFill>
          <a:ln w="50800">
            <a:solidFill>
              <a:srgbClr val="FFFFFF"/>
            </a:solidFill>
            <a:prstDash val="solid"/>
          </a:ln>
          <a:effectLst>
            <a:outerShdw sx="100000" sy="100000" kx="0" ky="0" algn="bl" rotWithShape="0" blurRad="127000" dist="50800" dir="5400000">
              <a:srgbClr val="5B3E8E">
                <a:alpha val="20000"/>
              </a:srgbClr>
            </a:outerShdw>
          </a:effectLst>
        </p:spPr>
      </p:sp>
      <p:sp>
        <p:nvSpPr>
          <p:cNvPr id="20" name="s3_circ_18"/>
          <p:cNvSpPr/>
          <p:nvPr/>
        </p:nvSpPr>
        <p:spPr>
          <a:xfrm>
            <a:off x="10607040" y="4096512"/>
            <a:ext cx="1005840" cy="1005840"/>
          </a:xfrm>
          <a:prstGeom prst="ellipse">
            <a:avLst/>
          </a:prstGeom>
          <a:solidFill>
            <a:srgbClr val="FFFFFF"/>
          </a:solidFill>
          <a:ln/>
          <a:effectLst>
            <a:outerShdw sx="100000" sy="100000" kx="0" ky="0" algn="bl" rotWithShape="0" blurRad="127000" dist="50800" dir="5400000">
              <a:srgbClr val="5B3E8E">
                <a:alpha val="20000"/>
              </a:srgbClr>
            </a:outerShdw>
          </a:effectLst>
        </p:spPr>
      </p:sp>
      <p:pic>
        <p:nvPicPr>
          <p:cNvPr id="21" name="s3_emo_19" descr="الجهاز الهيكلي">    </p:cNvPr>
          <p:cNvPicPr>
            <a:picLocks noChangeAspect="1"/>
          </p:cNvPicPr>
          <p:nvPr/>
        </p:nvPicPr>
        <p:blipFill>
          <a:blip r:embed="rId6"/>
          <a:stretch>
            <a:fillRect/>
          </a:stretch>
        </p:blipFill>
        <p:spPr>
          <a:xfrm>
            <a:off x="10698480" y="4187952"/>
            <a:ext cx="822960" cy="822960"/>
          </a:xfrm>
          <a:prstGeom prst="rect">
            <a:avLst/>
          </a:prstGeom>
        </p:spPr>
      </p:pic>
      <p:sp>
        <p:nvSpPr>
          <p:cNvPr id="22" name="s3_txt_20"/>
          <p:cNvSpPr txBox="1"/>
          <p:nvPr/>
        </p:nvSpPr>
        <p:spPr>
          <a:xfrm>
            <a:off x="8321040" y="4206240"/>
            <a:ext cx="2194560" cy="731520"/>
          </a:xfrm>
          <a:prstGeom prst="rect">
            <a:avLst/>
          </a:prstGeom>
          <a:noFill/>
          <a:ln/>
        </p:spPr>
        <p:txBody>
          <a:bodyPr wrap="square" lIns="762" tIns="762" rIns="762" bIns="762" rtlCol="0" anchor="ctr"/>
          <a:lstStyle/>
          <a:p>
            <a:pPr rtl="1" algn="r" indent="0" marL="0">
              <a:lnSpc>
                <a:spcPct val="105000"/>
              </a:lnSpc>
              <a:buNone/>
            </a:pPr>
            <a:r>
              <a:rPr lang="ar-SA" altLang="en-US" sz="2600" b="1" dirty="0">
                <a:solidFill>
                  <a:srgbClr val="7F5CD0"/>
                </a:solidFill>
                <a:latin typeface="Tahoma" pitchFamily="34" charset="0"/>
                <a:ea typeface="Tahoma" pitchFamily="34" charset="-122"/>
                <a:cs typeface="Tahoma" pitchFamily="34" charset="-120"/>
              </a:rPr>
              <a:t>الجهاز الهيكلي</a:t>
            </a:r>
            <a:endParaRPr lang="ar-SA" sz="2600" dirty="0"/>
          </a:p>
        </p:txBody>
      </p:sp>
      <p:sp>
        <p:nvSpPr>
          <p:cNvPr id="23" name="s3_txt_21"/>
          <p:cNvSpPr txBox="1"/>
          <p:nvPr/>
        </p:nvSpPr>
        <p:spPr>
          <a:xfrm>
            <a:off x="8348472" y="5166360"/>
            <a:ext cx="3282696" cy="1005840"/>
          </a:xfrm>
          <a:prstGeom prst="rect">
            <a:avLst/>
          </a:prstGeom>
          <a:noFill/>
          <a:ln/>
        </p:spPr>
        <p:txBody>
          <a:bodyPr wrap="square" lIns="762" tIns="762" rIns="762" bIns="762" rtlCol="0" anchor="t"/>
          <a:lstStyle/>
          <a:p>
            <a:pPr rtl="1" algn="r" indent="0" marL="0">
              <a:lnSpc>
                <a:spcPct val="105000"/>
              </a:lnSpc>
              <a:buNone/>
            </a:pPr>
            <a:r>
              <a:rPr lang="ar-SA" altLang="en-US" sz="1800" dirty="0">
                <a:solidFill>
                  <a:srgbClr val="3B2A5A"/>
                </a:solidFill>
                <a:latin typeface="Tahoma" pitchFamily="34" charset="0"/>
                <a:ea typeface="Tahoma" pitchFamily="34" charset="-122"/>
                <a:cs typeface="Tahoma" pitchFamily="34" charset="-120"/>
              </a:rPr>
              <a:t>العظام التي تدعم الجسم وتحميه وتساعده مع العضلات على الحركة.</a:t>
            </a:r>
            <a:endParaRPr lang="ar-SA" sz="1800" dirty="0"/>
          </a:p>
        </p:txBody>
      </p:sp>
      <p:sp>
        <p:nvSpPr>
          <p:cNvPr id="24" name="s3_card_22"/>
          <p:cNvSpPr/>
          <p:nvPr/>
        </p:nvSpPr>
        <p:spPr>
          <a:xfrm>
            <a:off x="4343400" y="3931920"/>
            <a:ext cx="3611880" cy="2331720"/>
          </a:xfrm>
          <a:prstGeom prst="roundRect">
            <a:avLst>
              <a:gd name="adj" fmla="val 10980"/>
            </a:avLst>
          </a:prstGeom>
          <a:solidFill>
            <a:srgbClr val="DDF8EC"/>
          </a:solidFill>
          <a:ln w="50800">
            <a:solidFill>
              <a:srgbClr val="FFFFFF"/>
            </a:solidFill>
            <a:prstDash val="solid"/>
          </a:ln>
          <a:effectLst>
            <a:outerShdw sx="100000" sy="100000" kx="0" ky="0" algn="bl" rotWithShape="0" blurRad="127000" dist="50800" dir="5400000">
              <a:srgbClr val="5B3E8E">
                <a:alpha val="20000"/>
              </a:srgbClr>
            </a:outerShdw>
          </a:effectLst>
        </p:spPr>
      </p:sp>
      <p:sp>
        <p:nvSpPr>
          <p:cNvPr id="25" name="s3_circ_23"/>
          <p:cNvSpPr/>
          <p:nvPr/>
        </p:nvSpPr>
        <p:spPr>
          <a:xfrm>
            <a:off x="6766560" y="4096512"/>
            <a:ext cx="1005840" cy="1005840"/>
          </a:xfrm>
          <a:prstGeom prst="ellipse">
            <a:avLst/>
          </a:prstGeom>
          <a:solidFill>
            <a:srgbClr val="FFFFFF"/>
          </a:solidFill>
          <a:ln/>
          <a:effectLst>
            <a:outerShdw sx="100000" sy="100000" kx="0" ky="0" algn="bl" rotWithShape="0" blurRad="127000" dist="50800" dir="5400000">
              <a:srgbClr val="5B3E8E">
                <a:alpha val="20000"/>
              </a:srgbClr>
            </a:outerShdw>
          </a:effectLst>
        </p:spPr>
      </p:sp>
      <p:pic>
        <p:nvPicPr>
          <p:cNvPr id="26" name="s3_emo_24" descr="الجهاز العصبي">    </p:cNvPr>
          <p:cNvPicPr>
            <a:picLocks noChangeAspect="1"/>
          </p:cNvPicPr>
          <p:nvPr/>
        </p:nvPicPr>
        <p:blipFill>
          <a:blip r:embed="rId7"/>
          <a:stretch>
            <a:fillRect/>
          </a:stretch>
        </p:blipFill>
        <p:spPr>
          <a:xfrm>
            <a:off x="6858000" y="4187952"/>
            <a:ext cx="822960" cy="822960"/>
          </a:xfrm>
          <a:prstGeom prst="rect">
            <a:avLst/>
          </a:prstGeom>
        </p:spPr>
      </p:pic>
      <p:sp>
        <p:nvSpPr>
          <p:cNvPr id="27" name="s3_txt_25"/>
          <p:cNvSpPr txBox="1"/>
          <p:nvPr/>
        </p:nvSpPr>
        <p:spPr>
          <a:xfrm>
            <a:off x="4480560" y="4206240"/>
            <a:ext cx="2194560" cy="731520"/>
          </a:xfrm>
          <a:prstGeom prst="rect">
            <a:avLst/>
          </a:prstGeom>
          <a:noFill/>
          <a:ln/>
        </p:spPr>
        <p:txBody>
          <a:bodyPr wrap="square" lIns="762" tIns="762" rIns="762" bIns="762" rtlCol="0" anchor="ctr"/>
          <a:lstStyle/>
          <a:p>
            <a:pPr rtl="1" algn="r" indent="0" marL="0">
              <a:lnSpc>
                <a:spcPct val="105000"/>
              </a:lnSpc>
              <a:buNone/>
            </a:pPr>
            <a:r>
              <a:rPr lang="ar-SA" altLang="en-US" sz="2600" b="1" dirty="0">
                <a:solidFill>
                  <a:srgbClr val="1FA477"/>
                </a:solidFill>
                <a:latin typeface="Tahoma" pitchFamily="34" charset="0"/>
                <a:ea typeface="Tahoma" pitchFamily="34" charset="-122"/>
                <a:cs typeface="Tahoma" pitchFamily="34" charset="-120"/>
              </a:rPr>
              <a:t>الجهاز العصبي</a:t>
            </a:r>
            <a:endParaRPr lang="ar-SA" sz="2600" dirty="0"/>
          </a:p>
        </p:txBody>
      </p:sp>
      <p:sp>
        <p:nvSpPr>
          <p:cNvPr id="28" name="s3_txt_26"/>
          <p:cNvSpPr txBox="1"/>
          <p:nvPr/>
        </p:nvSpPr>
        <p:spPr>
          <a:xfrm>
            <a:off x="4507992" y="5166360"/>
            <a:ext cx="3282696" cy="1005840"/>
          </a:xfrm>
          <a:prstGeom prst="rect">
            <a:avLst/>
          </a:prstGeom>
          <a:noFill/>
          <a:ln/>
        </p:spPr>
        <p:txBody>
          <a:bodyPr wrap="square" lIns="762" tIns="762" rIns="762" bIns="762" rtlCol="0" anchor="t"/>
          <a:lstStyle/>
          <a:p>
            <a:pPr rtl="1" algn="r" indent="0" marL="0">
              <a:lnSpc>
                <a:spcPct val="105000"/>
              </a:lnSpc>
              <a:buNone/>
            </a:pPr>
            <a:r>
              <a:rPr lang="ar-SA" altLang="en-US" sz="1800" dirty="0">
                <a:solidFill>
                  <a:srgbClr val="3B2A5A"/>
                </a:solidFill>
                <a:latin typeface="Tahoma" pitchFamily="34" charset="0"/>
                <a:ea typeface="Tahoma" pitchFamily="34" charset="-122"/>
                <a:cs typeface="Tahoma" pitchFamily="34" charset="-120"/>
              </a:rPr>
              <a:t>الدماغ والأعصاب؛ ينقل الرسائل ويتحكم في أنشطة الجسم.</a:t>
            </a:r>
            <a:endParaRPr lang="ar-SA" sz="1800" dirty="0"/>
          </a:p>
        </p:txBody>
      </p:sp>
      <p:sp>
        <p:nvSpPr>
          <p:cNvPr id="29" name="s3_card_27"/>
          <p:cNvSpPr/>
          <p:nvPr/>
        </p:nvSpPr>
        <p:spPr>
          <a:xfrm>
            <a:off x="502920" y="3931920"/>
            <a:ext cx="3611880" cy="2331720"/>
          </a:xfrm>
          <a:prstGeom prst="roundRect">
            <a:avLst>
              <a:gd name="adj" fmla="val 10980"/>
            </a:avLst>
          </a:prstGeom>
          <a:solidFill>
            <a:srgbClr val="FFF6CF"/>
          </a:solidFill>
          <a:ln w="50800">
            <a:solidFill>
              <a:srgbClr val="FFFFFF"/>
            </a:solidFill>
            <a:prstDash val="solid"/>
          </a:ln>
          <a:effectLst>
            <a:outerShdw sx="100000" sy="100000" kx="0" ky="0" algn="bl" rotWithShape="0" blurRad="127000" dist="50800" dir="5400000">
              <a:srgbClr val="5B3E8E">
                <a:alpha val="20000"/>
              </a:srgbClr>
            </a:outerShdw>
          </a:effectLst>
        </p:spPr>
      </p:sp>
      <p:sp>
        <p:nvSpPr>
          <p:cNvPr id="30" name="s3_circ_28"/>
          <p:cNvSpPr/>
          <p:nvPr/>
        </p:nvSpPr>
        <p:spPr>
          <a:xfrm>
            <a:off x="2926080" y="4096512"/>
            <a:ext cx="1005840" cy="1005840"/>
          </a:xfrm>
          <a:prstGeom prst="ellipse">
            <a:avLst/>
          </a:prstGeom>
          <a:solidFill>
            <a:srgbClr val="FFFFFF"/>
          </a:solidFill>
          <a:ln/>
          <a:effectLst>
            <a:outerShdw sx="100000" sy="100000" kx="0" ky="0" algn="bl" rotWithShape="0" blurRad="127000" dist="50800" dir="5400000">
              <a:srgbClr val="5B3E8E">
                <a:alpha val="20000"/>
              </a:srgbClr>
            </a:outerShdw>
          </a:effectLst>
        </p:spPr>
      </p:sp>
      <p:pic>
        <p:nvPicPr>
          <p:cNvPr id="31" name="s3_emo_29" descr="الهرمون">    </p:cNvPr>
          <p:cNvPicPr>
            <a:picLocks noChangeAspect="1"/>
          </p:cNvPicPr>
          <p:nvPr/>
        </p:nvPicPr>
        <p:blipFill>
          <a:blip r:embed="rId8"/>
          <a:stretch>
            <a:fillRect/>
          </a:stretch>
        </p:blipFill>
        <p:spPr>
          <a:xfrm>
            <a:off x="3017520" y="4187952"/>
            <a:ext cx="822960" cy="822960"/>
          </a:xfrm>
          <a:prstGeom prst="rect">
            <a:avLst/>
          </a:prstGeom>
        </p:spPr>
      </p:pic>
      <p:sp>
        <p:nvSpPr>
          <p:cNvPr id="32" name="s3_txt_30"/>
          <p:cNvSpPr txBox="1"/>
          <p:nvPr/>
        </p:nvSpPr>
        <p:spPr>
          <a:xfrm>
            <a:off x="640080" y="4206240"/>
            <a:ext cx="2194560" cy="731520"/>
          </a:xfrm>
          <a:prstGeom prst="rect">
            <a:avLst/>
          </a:prstGeom>
          <a:noFill/>
          <a:ln/>
        </p:spPr>
        <p:txBody>
          <a:bodyPr wrap="square" lIns="762" tIns="762" rIns="762" bIns="762" rtlCol="0" anchor="ctr"/>
          <a:lstStyle/>
          <a:p>
            <a:pPr rtl="1" algn="r" indent="0" marL="0">
              <a:lnSpc>
                <a:spcPct val="105000"/>
              </a:lnSpc>
              <a:buNone/>
            </a:pPr>
            <a:r>
              <a:rPr lang="ar-SA" altLang="en-US" sz="2600" b="1" dirty="0">
                <a:solidFill>
                  <a:srgbClr val="D99400"/>
                </a:solidFill>
                <a:latin typeface="Tahoma" pitchFamily="34" charset="0"/>
                <a:ea typeface="Tahoma" pitchFamily="34" charset="-122"/>
                <a:cs typeface="Tahoma" pitchFamily="34" charset="-120"/>
              </a:rPr>
              <a:t>الهرمون</a:t>
            </a:r>
            <a:endParaRPr lang="ar-SA" sz="2600" dirty="0"/>
          </a:p>
        </p:txBody>
      </p:sp>
      <p:sp>
        <p:nvSpPr>
          <p:cNvPr id="33" name="s3_txt_31"/>
          <p:cNvSpPr txBox="1"/>
          <p:nvPr/>
        </p:nvSpPr>
        <p:spPr>
          <a:xfrm>
            <a:off x="667512" y="5166360"/>
            <a:ext cx="3282696" cy="1005840"/>
          </a:xfrm>
          <a:prstGeom prst="rect">
            <a:avLst/>
          </a:prstGeom>
          <a:noFill/>
          <a:ln/>
        </p:spPr>
        <p:txBody>
          <a:bodyPr wrap="square" lIns="762" tIns="762" rIns="762" bIns="762" rtlCol="0" anchor="t"/>
          <a:lstStyle/>
          <a:p>
            <a:pPr rtl="1" algn="r" indent="0" marL="0">
              <a:lnSpc>
                <a:spcPct val="105000"/>
              </a:lnSpc>
              <a:buNone/>
            </a:pPr>
            <a:r>
              <a:rPr lang="ar-SA" altLang="en-US" sz="1800" dirty="0">
                <a:solidFill>
                  <a:srgbClr val="3B2A5A"/>
                </a:solidFill>
                <a:latin typeface="Tahoma" pitchFamily="34" charset="0"/>
                <a:ea typeface="Tahoma" pitchFamily="34" charset="-122"/>
                <a:cs typeface="Tahoma" pitchFamily="34" charset="-120"/>
              </a:rPr>
              <a:t>مادة كيميائية تفرزها الغدد، تنظّم بعض وظائف الجسم.</a:t>
            </a:r>
            <a:endParaRPr lang="ar-SA" sz="18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p:cTn id="6" dur="500" fill="hold"/>
                                        <p:tgtEl>
                                          <p:spTgt spid="4"/>
                                        </p:tgtEl>
                                        <p:attrNameLst>
                                          <p:attrName>ppt_w</p:attrName>
                                        </p:attrNameLst>
                                      </p:cBhvr>
                                      <p:tavLst>
                                        <p:tav tm="0">
                                          <p:val>
                                            <p:fltVal val="0"/>
                                          </p:val>
                                        </p:tav>
                                        <p:tav tm="100000">
                                          <p:val>
                                            <p:strVal val="#ppt_w"/>
                                          </p:val>
                                        </p:tav>
                                      </p:tavLst>
                                    </p:anim>
                                    <p:anim calcmode="lin" valueType="num">
                                      <p:cBhvr>
                                        <p:cTn id="7" dur="500" fill="hold"/>
                                        <p:tgtEl>
                                          <p:spTgt spid="4"/>
                                        </p:tgtEl>
                                        <p:attrNameLst>
                                          <p:attrName>ppt_h</p:attrName>
                                        </p:attrNameLst>
                                      </p:cBhvr>
                                      <p:tavLst>
                                        <p:tav tm="0">
                                          <p:val>
                                            <p:fltVal val="0"/>
                                          </p:val>
                                        </p:tav>
                                        <p:tav tm="100000">
                                          <p:val>
                                            <p:strVal val="#ppt_h"/>
                                          </p:val>
                                        </p:tav>
                                      </p:tavLst>
                                    </p:anim>
                                    <p:animEffect transition="in" filter="fade">
                                      <p:cBhvr>
                                        <p:cTn id="8" dur="500"/>
                                        <p:tgtEl>
                                          <p:spTgt spid="4"/>
                                        </p:tgtEl>
                                      </p:cBhvr>
                                    </p:animEffect>
                                  </p:childTnLst>
                                </p:cTn>
                              </p:par>
                              <p:par>
                                <p:cTn id="14" presetID="53" presetClass="entr" presetSubtype="16"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par>
                                <p:cTn id="19" presetID="53" presetClass="entr" presetSubtype="16"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par>
                                <p:cTn id="24" presetID="53" presetClass="entr" presetSubtype="16"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par>
                                <p:cTn id="29" presetID="53" presetClass="entr" presetSubtype="16"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6" presetID="53" presetClass="entr" presetSubtype="16"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fltVal val="0"/>
                                          </p:val>
                                        </p:tav>
                                        <p:tav tm="100000">
                                          <p:val>
                                            <p:strVal val="#ppt_h"/>
                                          </p:val>
                                        </p:tav>
                                      </p:tavLst>
                                    </p:anim>
                                    <p:animEffect transition="in" filter="fade">
                                      <p:cBhvr>
                                        <p:cTn id="35" dur="500"/>
                                        <p:tgtEl>
                                          <p:spTgt spid="9"/>
                                        </p:tgtEl>
                                      </p:cBhvr>
                                    </p:animEffect>
                                  </p:childTnLst>
                                </p:cTn>
                              </p:par>
                              <p:par>
                                <p:cTn id="41" presetID="53" presetClass="entr" presetSubtype="16" fill="hold" nodeType="with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ppt_w</p:attrName>
                                        </p:attrNameLst>
                                      </p:cBhvr>
                                      <p:tavLst>
                                        <p:tav tm="0">
                                          <p:val>
                                            <p:fltVal val="0"/>
                                          </p:val>
                                        </p:tav>
                                        <p:tav tm="100000">
                                          <p:val>
                                            <p:strVal val="#ppt_w"/>
                                          </p:val>
                                        </p:tav>
                                      </p:tavLst>
                                    </p:anim>
                                    <p:anim calcmode="lin" valueType="num">
                                      <p:cBhvr>
                                        <p:cTn id="39" dur="500" fill="hold"/>
                                        <p:tgtEl>
                                          <p:spTgt spid="10"/>
                                        </p:tgtEl>
                                        <p:attrNameLst>
                                          <p:attrName>ppt_h</p:attrName>
                                        </p:attrNameLst>
                                      </p:cBhvr>
                                      <p:tavLst>
                                        <p:tav tm="0">
                                          <p:val>
                                            <p:fltVal val="0"/>
                                          </p:val>
                                        </p:tav>
                                        <p:tav tm="100000">
                                          <p:val>
                                            <p:strVal val="#ppt_h"/>
                                          </p:val>
                                        </p:tav>
                                      </p:tavLst>
                                    </p:anim>
                                    <p:animEffect transition="in" filter="fade">
                                      <p:cBhvr>
                                        <p:cTn id="40" dur="500"/>
                                        <p:tgtEl>
                                          <p:spTgt spid="10"/>
                                        </p:tgtEl>
                                      </p:cBhvr>
                                    </p:animEffect>
                                  </p:childTnLst>
                                </p:cTn>
                              </p:par>
                              <p:par>
                                <p:cTn id="46" presetID="53" presetClass="entr" presetSubtype="16"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p:cTn id="43" dur="500" fill="hold"/>
                                        <p:tgtEl>
                                          <p:spTgt spid="11"/>
                                        </p:tgtEl>
                                        <p:attrNameLst>
                                          <p:attrName>ppt_w</p:attrName>
                                        </p:attrNameLst>
                                      </p:cBhvr>
                                      <p:tavLst>
                                        <p:tav tm="0">
                                          <p:val>
                                            <p:fltVal val="0"/>
                                          </p:val>
                                        </p:tav>
                                        <p:tav tm="100000">
                                          <p:val>
                                            <p:strVal val="#ppt_w"/>
                                          </p:val>
                                        </p:tav>
                                      </p:tavLst>
                                    </p:anim>
                                    <p:anim calcmode="lin" valueType="num">
                                      <p:cBhvr>
                                        <p:cTn id="44" dur="500" fill="hold"/>
                                        <p:tgtEl>
                                          <p:spTgt spid="11"/>
                                        </p:tgtEl>
                                        <p:attrNameLst>
                                          <p:attrName>ppt_h</p:attrName>
                                        </p:attrNameLst>
                                      </p:cBhvr>
                                      <p:tavLst>
                                        <p:tav tm="0">
                                          <p:val>
                                            <p:fltVal val="0"/>
                                          </p:val>
                                        </p:tav>
                                        <p:tav tm="100000">
                                          <p:val>
                                            <p:strVal val="#ppt_h"/>
                                          </p:val>
                                        </p:tav>
                                      </p:tavLst>
                                    </p:anim>
                                    <p:animEffect transition="in" filter="fade">
                                      <p:cBhvr>
                                        <p:cTn id="45" dur="500"/>
                                        <p:tgtEl>
                                          <p:spTgt spid="11"/>
                                        </p:tgtEl>
                                      </p:cBhvr>
                                    </p:animEffect>
                                  </p:childTnLst>
                                </p:cTn>
                              </p:par>
                              <p:par>
                                <p:cTn id="51" presetID="53" presetClass="entr" presetSubtype="16" fill="hold" nodeType="with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p:cTn id="48" dur="500" fill="hold"/>
                                        <p:tgtEl>
                                          <p:spTgt spid="12"/>
                                        </p:tgtEl>
                                        <p:attrNameLst>
                                          <p:attrName>ppt_w</p:attrName>
                                        </p:attrNameLst>
                                      </p:cBhvr>
                                      <p:tavLst>
                                        <p:tav tm="0">
                                          <p:val>
                                            <p:fltVal val="0"/>
                                          </p:val>
                                        </p:tav>
                                        <p:tav tm="100000">
                                          <p:val>
                                            <p:strVal val="#ppt_w"/>
                                          </p:val>
                                        </p:tav>
                                      </p:tavLst>
                                    </p:anim>
                                    <p:anim calcmode="lin" valueType="num">
                                      <p:cBhvr>
                                        <p:cTn id="49" dur="500" fill="hold"/>
                                        <p:tgtEl>
                                          <p:spTgt spid="12"/>
                                        </p:tgtEl>
                                        <p:attrNameLst>
                                          <p:attrName>ppt_h</p:attrName>
                                        </p:attrNameLst>
                                      </p:cBhvr>
                                      <p:tavLst>
                                        <p:tav tm="0">
                                          <p:val>
                                            <p:fltVal val="0"/>
                                          </p:val>
                                        </p:tav>
                                        <p:tav tm="100000">
                                          <p:val>
                                            <p:strVal val="#ppt_h"/>
                                          </p:val>
                                        </p:tav>
                                      </p:tavLst>
                                    </p:anim>
                                    <p:animEffect transition="in" filter="fade">
                                      <p:cBhvr>
                                        <p:cTn id="50" dur="500"/>
                                        <p:tgtEl>
                                          <p:spTgt spid="12"/>
                                        </p:tgtEl>
                                      </p:cBhvr>
                                    </p:animEffect>
                                  </p:childTnLst>
                                </p:cTn>
                              </p:par>
                              <p:par>
                                <p:cTn id="56" presetID="53" presetClass="entr" presetSubtype="16" fill="hold" nodeType="with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p:cTn id="53" dur="500" fill="hold"/>
                                        <p:tgtEl>
                                          <p:spTgt spid="13"/>
                                        </p:tgtEl>
                                        <p:attrNameLst>
                                          <p:attrName>ppt_w</p:attrName>
                                        </p:attrNameLst>
                                      </p:cBhvr>
                                      <p:tavLst>
                                        <p:tav tm="0">
                                          <p:val>
                                            <p:fltVal val="0"/>
                                          </p:val>
                                        </p:tav>
                                        <p:tav tm="100000">
                                          <p:val>
                                            <p:strVal val="#ppt_w"/>
                                          </p:val>
                                        </p:tav>
                                      </p:tavLst>
                                    </p:anim>
                                    <p:anim calcmode="lin" valueType="num">
                                      <p:cBhvr>
                                        <p:cTn id="54" dur="500" fill="hold"/>
                                        <p:tgtEl>
                                          <p:spTgt spid="13"/>
                                        </p:tgtEl>
                                        <p:attrNameLst>
                                          <p:attrName>ppt_h</p:attrName>
                                        </p:attrNameLst>
                                      </p:cBhvr>
                                      <p:tavLst>
                                        <p:tav tm="0">
                                          <p:val>
                                            <p:fltVal val="0"/>
                                          </p:val>
                                        </p:tav>
                                        <p:tav tm="100000">
                                          <p:val>
                                            <p:strVal val="#ppt_h"/>
                                          </p:val>
                                        </p:tav>
                                      </p:tavLst>
                                    </p:anim>
                                    <p:animEffect transition="in" filter="fade">
                                      <p:cBhvr>
                                        <p:cTn id="55" dur="500"/>
                                        <p:tgtEl>
                                          <p:spTgt spid="13"/>
                                        </p:tgtEl>
                                      </p:cBhvr>
                                    </p:animEffect>
                                  </p:childTnLst>
                                </p:cTn>
                              </p:par>
                            </p:childTnLst>
                          </p:cTn>
                        </p:par>
                      </p:childTnLst>
                    </p:cTn>
                  </p:par>
                  <p:par>
                    <p:cTn id="57" fill="hold">
                      <p:stCondLst>
                        <p:cond delay="indefinite"/>
                      </p:stCondLst>
                      <p:childTnLst>
                        <p:par>
                          <p:cTn id="58" fill="hold">
                            <p:stCondLst>
                              <p:cond delay="0"/>
                            </p:stCondLst>
                            <p:childTnLst>
                              <p:par>
                                <p:cTn id="63" presetID="53" presetClass="entr" presetSubtype="16" fill="hold" nodeType="click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p:cTn id="60" dur="500" fill="hold"/>
                                        <p:tgtEl>
                                          <p:spTgt spid="14"/>
                                        </p:tgtEl>
                                        <p:attrNameLst>
                                          <p:attrName>ppt_w</p:attrName>
                                        </p:attrNameLst>
                                      </p:cBhvr>
                                      <p:tavLst>
                                        <p:tav tm="0">
                                          <p:val>
                                            <p:fltVal val="0"/>
                                          </p:val>
                                        </p:tav>
                                        <p:tav tm="100000">
                                          <p:val>
                                            <p:strVal val="#ppt_w"/>
                                          </p:val>
                                        </p:tav>
                                      </p:tavLst>
                                    </p:anim>
                                    <p:anim calcmode="lin" valueType="num">
                                      <p:cBhvr>
                                        <p:cTn id="61" dur="500" fill="hold"/>
                                        <p:tgtEl>
                                          <p:spTgt spid="14"/>
                                        </p:tgtEl>
                                        <p:attrNameLst>
                                          <p:attrName>ppt_h</p:attrName>
                                        </p:attrNameLst>
                                      </p:cBhvr>
                                      <p:tavLst>
                                        <p:tav tm="0">
                                          <p:val>
                                            <p:fltVal val="0"/>
                                          </p:val>
                                        </p:tav>
                                        <p:tav tm="100000">
                                          <p:val>
                                            <p:strVal val="#ppt_h"/>
                                          </p:val>
                                        </p:tav>
                                      </p:tavLst>
                                    </p:anim>
                                    <p:animEffect transition="in" filter="fade">
                                      <p:cBhvr>
                                        <p:cTn id="62" dur="500"/>
                                        <p:tgtEl>
                                          <p:spTgt spid="14"/>
                                        </p:tgtEl>
                                      </p:cBhvr>
                                    </p:animEffect>
                                  </p:childTnLst>
                                </p:cTn>
                              </p:par>
                              <p:par>
                                <p:cTn id="68" presetID="53" presetClass="entr" presetSubtype="16"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p:cTn id="65" dur="500" fill="hold"/>
                                        <p:tgtEl>
                                          <p:spTgt spid="15"/>
                                        </p:tgtEl>
                                        <p:attrNameLst>
                                          <p:attrName>ppt_w</p:attrName>
                                        </p:attrNameLst>
                                      </p:cBhvr>
                                      <p:tavLst>
                                        <p:tav tm="0">
                                          <p:val>
                                            <p:fltVal val="0"/>
                                          </p:val>
                                        </p:tav>
                                        <p:tav tm="100000">
                                          <p:val>
                                            <p:strVal val="#ppt_w"/>
                                          </p:val>
                                        </p:tav>
                                      </p:tavLst>
                                    </p:anim>
                                    <p:anim calcmode="lin" valueType="num">
                                      <p:cBhvr>
                                        <p:cTn id="66" dur="500" fill="hold"/>
                                        <p:tgtEl>
                                          <p:spTgt spid="15"/>
                                        </p:tgtEl>
                                        <p:attrNameLst>
                                          <p:attrName>ppt_h</p:attrName>
                                        </p:attrNameLst>
                                      </p:cBhvr>
                                      <p:tavLst>
                                        <p:tav tm="0">
                                          <p:val>
                                            <p:fltVal val="0"/>
                                          </p:val>
                                        </p:tav>
                                        <p:tav tm="100000">
                                          <p:val>
                                            <p:strVal val="#ppt_h"/>
                                          </p:val>
                                        </p:tav>
                                      </p:tavLst>
                                    </p:anim>
                                    <p:animEffect transition="in" filter="fade">
                                      <p:cBhvr>
                                        <p:cTn id="67" dur="500"/>
                                        <p:tgtEl>
                                          <p:spTgt spid="15"/>
                                        </p:tgtEl>
                                      </p:cBhvr>
                                    </p:animEffect>
                                  </p:childTnLst>
                                </p:cTn>
                              </p:par>
                              <p:par>
                                <p:cTn id="73" presetID="53" presetClass="entr" presetSubtype="16" fill="hold" nodeType="withEffect">
                                  <p:stCondLst>
                                    <p:cond delay="0"/>
                                  </p:stCondLst>
                                  <p:childTnLst>
                                    <p:set>
                                      <p:cBhvr>
                                        <p:cTn id="69" dur="1" fill="hold">
                                          <p:stCondLst>
                                            <p:cond delay="0"/>
                                          </p:stCondLst>
                                        </p:cTn>
                                        <p:tgtEl>
                                          <p:spTgt spid="16"/>
                                        </p:tgtEl>
                                        <p:attrNameLst>
                                          <p:attrName>style.visibility</p:attrName>
                                        </p:attrNameLst>
                                      </p:cBhvr>
                                      <p:to>
                                        <p:strVal val="visible"/>
                                      </p:to>
                                    </p:set>
                                    <p:anim calcmode="lin" valueType="num">
                                      <p:cBhvr>
                                        <p:cTn id="70" dur="500" fill="hold"/>
                                        <p:tgtEl>
                                          <p:spTgt spid="16"/>
                                        </p:tgtEl>
                                        <p:attrNameLst>
                                          <p:attrName>ppt_w</p:attrName>
                                        </p:attrNameLst>
                                      </p:cBhvr>
                                      <p:tavLst>
                                        <p:tav tm="0">
                                          <p:val>
                                            <p:fltVal val="0"/>
                                          </p:val>
                                        </p:tav>
                                        <p:tav tm="100000">
                                          <p:val>
                                            <p:strVal val="#ppt_w"/>
                                          </p:val>
                                        </p:tav>
                                      </p:tavLst>
                                    </p:anim>
                                    <p:anim calcmode="lin" valueType="num">
                                      <p:cBhvr>
                                        <p:cTn id="71" dur="500" fill="hold"/>
                                        <p:tgtEl>
                                          <p:spTgt spid="16"/>
                                        </p:tgtEl>
                                        <p:attrNameLst>
                                          <p:attrName>ppt_h</p:attrName>
                                        </p:attrNameLst>
                                      </p:cBhvr>
                                      <p:tavLst>
                                        <p:tav tm="0">
                                          <p:val>
                                            <p:fltVal val="0"/>
                                          </p:val>
                                        </p:tav>
                                        <p:tav tm="100000">
                                          <p:val>
                                            <p:strVal val="#ppt_h"/>
                                          </p:val>
                                        </p:tav>
                                      </p:tavLst>
                                    </p:anim>
                                    <p:animEffect transition="in" filter="fade">
                                      <p:cBhvr>
                                        <p:cTn id="72" dur="500"/>
                                        <p:tgtEl>
                                          <p:spTgt spid="16"/>
                                        </p:tgtEl>
                                      </p:cBhvr>
                                    </p:animEffect>
                                  </p:childTnLst>
                                </p:cTn>
                              </p:par>
                              <p:par>
                                <p:cTn id="78" presetID="53" presetClass="entr" presetSubtype="16" fill="hold" nodeType="withEffect">
                                  <p:stCondLst>
                                    <p:cond delay="0"/>
                                  </p:stCondLst>
                                  <p:childTnLst>
                                    <p:set>
                                      <p:cBhvr>
                                        <p:cTn id="74" dur="1" fill="hold">
                                          <p:stCondLst>
                                            <p:cond delay="0"/>
                                          </p:stCondLst>
                                        </p:cTn>
                                        <p:tgtEl>
                                          <p:spTgt spid="17"/>
                                        </p:tgtEl>
                                        <p:attrNameLst>
                                          <p:attrName>style.visibility</p:attrName>
                                        </p:attrNameLst>
                                      </p:cBhvr>
                                      <p:to>
                                        <p:strVal val="visible"/>
                                      </p:to>
                                    </p:set>
                                    <p:anim calcmode="lin" valueType="num">
                                      <p:cBhvr>
                                        <p:cTn id="75" dur="500" fill="hold"/>
                                        <p:tgtEl>
                                          <p:spTgt spid="17"/>
                                        </p:tgtEl>
                                        <p:attrNameLst>
                                          <p:attrName>ppt_w</p:attrName>
                                        </p:attrNameLst>
                                      </p:cBhvr>
                                      <p:tavLst>
                                        <p:tav tm="0">
                                          <p:val>
                                            <p:fltVal val="0"/>
                                          </p:val>
                                        </p:tav>
                                        <p:tav tm="100000">
                                          <p:val>
                                            <p:strVal val="#ppt_w"/>
                                          </p:val>
                                        </p:tav>
                                      </p:tavLst>
                                    </p:anim>
                                    <p:anim calcmode="lin" valueType="num">
                                      <p:cBhvr>
                                        <p:cTn id="76" dur="500" fill="hold"/>
                                        <p:tgtEl>
                                          <p:spTgt spid="17"/>
                                        </p:tgtEl>
                                        <p:attrNameLst>
                                          <p:attrName>ppt_h</p:attrName>
                                        </p:attrNameLst>
                                      </p:cBhvr>
                                      <p:tavLst>
                                        <p:tav tm="0">
                                          <p:val>
                                            <p:fltVal val="0"/>
                                          </p:val>
                                        </p:tav>
                                        <p:tav tm="100000">
                                          <p:val>
                                            <p:strVal val="#ppt_h"/>
                                          </p:val>
                                        </p:tav>
                                      </p:tavLst>
                                    </p:anim>
                                    <p:animEffect transition="in" filter="fade">
                                      <p:cBhvr>
                                        <p:cTn id="77" dur="500"/>
                                        <p:tgtEl>
                                          <p:spTgt spid="17"/>
                                        </p:tgtEl>
                                      </p:cBhvr>
                                    </p:animEffect>
                                  </p:childTnLst>
                                </p:cTn>
                              </p:par>
                              <p:par>
                                <p:cTn id="83" presetID="53" presetClass="entr" presetSubtype="16" fill="hold" nodeType="withEffect">
                                  <p:stCondLst>
                                    <p:cond delay="0"/>
                                  </p:stCondLst>
                                  <p:childTnLst>
                                    <p:set>
                                      <p:cBhvr>
                                        <p:cTn id="79" dur="1" fill="hold">
                                          <p:stCondLst>
                                            <p:cond delay="0"/>
                                          </p:stCondLst>
                                        </p:cTn>
                                        <p:tgtEl>
                                          <p:spTgt spid="18"/>
                                        </p:tgtEl>
                                        <p:attrNameLst>
                                          <p:attrName>style.visibility</p:attrName>
                                        </p:attrNameLst>
                                      </p:cBhvr>
                                      <p:to>
                                        <p:strVal val="visible"/>
                                      </p:to>
                                    </p:set>
                                    <p:anim calcmode="lin" valueType="num">
                                      <p:cBhvr>
                                        <p:cTn id="80" dur="500" fill="hold"/>
                                        <p:tgtEl>
                                          <p:spTgt spid="18"/>
                                        </p:tgtEl>
                                        <p:attrNameLst>
                                          <p:attrName>ppt_w</p:attrName>
                                        </p:attrNameLst>
                                      </p:cBhvr>
                                      <p:tavLst>
                                        <p:tav tm="0">
                                          <p:val>
                                            <p:fltVal val="0"/>
                                          </p:val>
                                        </p:tav>
                                        <p:tav tm="100000">
                                          <p:val>
                                            <p:strVal val="#ppt_w"/>
                                          </p:val>
                                        </p:tav>
                                      </p:tavLst>
                                    </p:anim>
                                    <p:anim calcmode="lin" valueType="num">
                                      <p:cBhvr>
                                        <p:cTn id="81" dur="500" fill="hold"/>
                                        <p:tgtEl>
                                          <p:spTgt spid="18"/>
                                        </p:tgtEl>
                                        <p:attrNameLst>
                                          <p:attrName>ppt_h</p:attrName>
                                        </p:attrNameLst>
                                      </p:cBhvr>
                                      <p:tavLst>
                                        <p:tav tm="0">
                                          <p:val>
                                            <p:fltVal val="0"/>
                                          </p:val>
                                        </p:tav>
                                        <p:tav tm="100000">
                                          <p:val>
                                            <p:strVal val="#ppt_h"/>
                                          </p:val>
                                        </p:tav>
                                      </p:tavLst>
                                    </p:anim>
                                    <p:animEffect transition="in" filter="fade">
                                      <p:cBhvr>
                                        <p:cTn id="82" dur="500"/>
                                        <p:tgtEl>
                                          <p:spTgt spid="18"/>
                                        </p:tgtEl>
                                      </p:cBhvr>
                                    </p:animEffect>
                                  </p:childTnLst>
                                </p:cTn>
                              </p:par>
                            </p:childTnLst>
                          </p:cTn>
                        </p:par>
                      </p:childTnLst>
                    </p:cTn>
                  </p:par>
                  <p:par>
                    <p:cTn id="84" fill="hold">
                      <p:stCondLst>
                        <p:cond delay="indefinite"/>
                      </p:stCondLst>
                      <p:childTnLst>
                        <p:par>
                          <p:cTn id="85" fill="hold">
                            <p:stCondLst>
                              <p:cond delay="0"/>
                            </p:stCondLst>
                            <p:childTnLst>
                              <p:par>
                                <p:cTn id="90" presetID="53" presetClass="entr" presetSubtype="16" fill="hold" nodeType="clickEffect">
                                  <p:stCondLst>
                                    <p:cond delay="0"/>
                                  </p:stCondLst>
                                  <p:childTnLst>
                                    <p:set>
                                      <p:cBhvr>
                                        <p:cTn id="86" dur="1" fill="hold">
                                          <p:stCondLst>
                                            <p:cond delay="0"/>
                                          </p:stCondLst>
                                        </p:cTn>
                                        <p:tgtEl>
                                          <p:spTgt spid="19"/>
                                        </p:tgtEl>
                                        <p:attrNameLst>
                                          <p:attrName>style.visibility</p:attrName>
                                        </p:attrNameLst>
                                      </p:cBhvr>
                                      <p:to>
                                        <p:strVal val="visible"/>
                                      </p:to>
                                    </p:set>
                                    <p:anim calcmode="lin" valueType="num">
                                      <p:cBhvr>
                                        <p:cTn id="87" dur="500" fill="hold"/>
                                        <p:tgtEl>
                                          <p:spTgt spid="19"/>
                                        </p:tgtEl>
                                        <p:attrNameLst>
                                          <p:attrName>ppt_w</p:attrName>
                                        </p:attrNameLst>
                                      </p:cBhvr>
                                      <p:tavLst>
                                        <p:tav tm="0">
                                          <p:val>
                                            <p:fltVal val="0"/>
                                          </p:val>
                                        </p:tav>
                                        <p:tav tm="100000">
                                          <p:val>
                                            <p:strVal val="#ppt_w"/>
                                          </p:val>
                                        </p:tav>
                                      </p:tavLst>
                                    </p:anim>
                                    <p:anim calcmode="lin" valueType="num">
                                      <p:cBhvr>
                                        <p:cTn id="88" dur="500" fill="hold"/>
                                        <p:tgtEl>
                                          <p:spTgt spid="19"/>
                                        </p:tgtEl>
                                        <p:attrNameLst>
                                          <p:attrName>ppt_h</p:attrName>
                                        </p:attrNameLst>
                                      </p:cBhvr>
                                      <p:tavLst>
                                        <p:tav tm="0">
                                          <p:val>
                                            <p:fltVal val="0"/>
                                          </p:val>
                                        </p:tav>
                                        <p:tav tm="100000">
                                          <p:val>
                                            <p:strVal val="#ppt_h"/>
                                          </p:val>
                                        </p:tav>
                                      </p:tavLst>
                                    </p:anim>
                                    <p:animEffect transition="in" filter="fade">
                                      <p:cBhvr>
                                        <p:cTn id="89" dur="500"/>
                                        <p:tgtEl>
                                          <p:spTgt spid="19"/>
                                        </p:tgtEl>
                                      </p:cBhvr>
                                    </p:animEffect>
                                  </p:childTnLst>
                                </p:cTn>
                              </p:par>
                              <p:par>
                                <p:cTn id="95" presetID="53" presetClass="entr" presetSubtype="16" fill="hold" nodeType="withEffect">
                                  <p:stCondLst>
                                    <p:cond delay="0"/>
                                  </p:stCondLst>
                                  <p:childTnLst>
                                    <p:set>
                                      <p:cBhvr>
                                        <p:cTn id="91" dur="1" fill="hold">
                                          <p:stCondLst>
                                            <p:cond delay="0"/>
                                          </p:stCondLst>
                                        </p:cTn>
                                        <p:tgtEl>
                                          <p:spTgt spid="20"/>
                                        </p:tgtEl>
                                        <p:attrNameLst>
                                          <p:attrName>style.visibility</p:attrName>
                                        </p:attrNameLst>
                                      </p:cBhvr>
                                      <p:to>
                                        <p:strVal val="visible"/>
                                      </p:to>
                                    </p:set>
                                    <p:anim calcmode="lin" valueType="num">
                                      <p:cBhvr>
                                        <p:cTn id="92" dur="500" fill="hold"/>
                                        <p:tgtEl>
                                          <p:spTgt spid="20"/>
                                        </p:tgtEl>
                                        <p:attrNameLst>
                                          <p:attrName>ppt_w</p:attrName>
                                        </p:attrNameLst>
                                      </p:cBhvr>
                                      <p:tavLst>
                                        <p:tav tm="0">
                                          <p:val>
                                            <p:fltVal val="0"/>
                                          </p:val>
                                        </p:tav>
                                        <p:tav tm="100000">
                                          <p:val>
                                            <p:strVal val="#ppt_w"/>
                                          </p:val>
                                        </p:tav>
                                      </p:tavLst>
                                    </p:anim>
                                    <p:anim calcmode="lin" valueType="num">
                                      <p:cBhvr>
                                        <p:cTn id="93" dur="500" fill="hold"/>
                                        <p:tgtEl>
                                          <p:spTgt spid="20"/>
                                        </p:tgtEl>
                                        <p:attrNameLst>
                                          <p:attrName>ppt_h</p:attrName>
                                        </p:attrNameLst>
                                      </p:cBhvr>
                                      <p:tavLst>
                                        <p:tav tm="0">
                                          <p:val>
                                            <p:fltVal val="0"/>
                                          </p:val>
                                        </p:tav>
                                        <p:tav tm="100000">
                                          <p:val>
                                            <p:strVal val="#ppt_h"/>
                                          </p:val>
                                        </p:tav>
                                      </p:tavLst>
                                    </p:anim>
                                    <p:animEffect transition="in" filter="fade">
                                      <p:cBhvr>
                                        <p:cTn id="94" dur="500"/>
                                        <p:tgtEl>
                                          <p:spTgt spid="20"/>
                                        </p:tgtEl>
                                      </p:cBhvr>
                                    </p:animEffect>
                                  </p:childTnLst>
                                </p:cTn>
                              </p:par>
                              <p:par>
                                <p:cTn id="100" presetID="53" presetClass="entr" presetSubtype="16" fill="hold" nodeType="withEffect">
                                  <p:stCondLst>
                                    <p:cond delay="0"/>
                                  </p:stCondLst>
                                  <p:childTnLst>
                                    <p:set>
                                      <p:cBhvr>
                                        <p:cTn id="96" dur="1" fill="hold">
                                          <p:stCondLst>
                                            <p:cond delay="0"/>
                                          </p:stCondLst>
                                        </p:cTn>
                                        <p:tgtEl>
                                          <p:spTgt spid="21"/>
                                        </p:tgtEl>
                                        <p:attrNameLst>
                                          <p:attrName>style.visibility</p:attrName>
                                        </p:attrNameLst>
                                      </p:cBhvr>
                                      <p:to>
                                        <p:strVal val="visible"/>
                                      </p:to>
                                    </p:set>
                                    <p:anim calcmode="lin" valueType="num">
                                      <p:cBhvr>
                                        <p:cTn id="97" dur="500" fill="hold"/>
                                        <p:tgtEl>
                                          <p:spTgt spid="21"/>
                                        </p:tgtEl>
                                        <p:attrNameLst>
                                          <p:attrName>ppt_w</p:attrName>
                                        </p:attrNameLst>
                                      </p:cBhvr>
                                      <p:tavLst>
                                        <p:tav tm="0">
                                          <p:val>
                                            <p:fltVal val="0"/>
                                          </p:val>
                                        </p:tav>
                                        <p:tav tm="100000">
                                          <p:val>
                                            <p:strVal val="#ppt_w"/>
                                          </p:val>
                                        </p:tav>
                                      </p:tavLst>
                                    </p:anim>
                                    <p:anim calcmode="lin" valueType="num">
                                      <p:cBhvr>
                                        <p:cTn id="98" dur="500" fill="hold"/>
                                        <p:tgtEl>
                                          <p:spTgt spid="21"/>
                                        </p:tgtEl>
                                        <p:attrNameLst>
                                          <p:attrName>ppt_h</p:attrName>
                                        </p:attrNameLst>
                                      </p:cBhvr>
                                      <p:tavLst>
                                        <p:tav tm="0">
                                          <p:val>
                                            <p:fltVal val="0"/>
                                          </p:val>
                                        </p:tav>
                                        <p:tav tm="100000">
                                          <p:val>
                                            <p:strVal val="#ppt_h"/>
                                          </p:val>
                                        </p:tav>
                                      </p:tavLst>
                                    </p:anim>
                                    <p:animEffect transition="in" filter="fade">
                                      <p:cBhvr>
                                        <p:cTn id="99" dur="500"/>
                                        <p:tgtEl>
                                          <p:spTgt spid="21"/>
                                        </p:tgtEl>
                                      </p:cBhvr>
                                    </p:animEffect>
                                  </p:childTnLst>
                                </p:cTn>
                              </p:par>
                              <p:par>
                                <p:cTn id="105" presetID="53" presetClass="entr" presetSubtype="16" fill="hold" nodeType="withEffect">
                                  <p:stCondLst>
                                    <p:cond delay="0"/>
                                  </p:stCondLst>
                                  <p:childTnLst>
                                    <p:set>
                                      <p:cBhvr>
                                        <p:cTn id="101" dur="1" fill="hold">
                                          <p:stCondLst>
                                            <p:cond delay="0"/>
                                          </p:stCondLst>
                                        </p:cTn>
                                        <p:tgtEl>
                                          <p:spTgt spid="22"/>
                                        </p:tgtEl>
                                        <p:attrNameLst>
                                          <p:attrName>style.visibility</p:attrName>
                                        </p:attrNameLst>
                                      </p:cBhvr>
                                      <p:to>
                                        <p:strVal val="visible"/>
                                      </p:to>
                                    </p:set>
                                    <p:anim calcmode="lin" valueType="num">
                                      <p:cBhvr>
                                        <p:cTn id="102" dur="500" fill="hold"/>
                                        <p:tgtEl>
                                          <p:spTgt spid="22"/>
                                        </p:tgtEl>
                                        <p:attrNameLst>
                                          <p:attrName>ppt_w</p:attrName>
                                        </p:attrNameLst>
                                      </p:cBhvr>
                                      <p:tavLst>
                                        <p:tav tm="0">
                                          <p:val>
                                            <p:fltVal val="0"/>
                                          </p:val>
                                        </p:tav>
                                        <p:tav tm="100000">
                                          <p:val>
                                            <p:strVal val="#ppt_w"/>
                                          </p:val>
                                        </p:tav>
                                      </p:tavLst>
                                    </p:anim>
                                    <p:anim calcmode="lin" valueType="num">
                                      <p:cBhvr>
                                        <p:cTn id="103" dur="500" fill="hold"/>
                                        <p:tgtEl>
                                          <p:spTgt spid="22"/>
                                        </p:tgtEl>
                                        <p:attrNameLst>
                                          <p:attrName>ppt_h</p:attrName>
                                        </p:attrNameLst>
                                      </p:cBhvr>
                                      <p:tavLst>
                                        <p:tav tm="0">
                                          <p:val>
                                            <p:fltVal val="0"/>
                                          </p:val>
                                        </p:tav>
                                        <p:tav tm="100000">
                                          <p:val>
                                            <p:strVal val="#ppt_h"/>
                                          </p:val>
                                        </p:tav>
                                      </p:tavLst>
                                    </p:anim>
                                    <p:animEffect transition="in" filter="fade">
                                      <p:cBhvr>
                                        <p:cTn id="104" dur="500"/>
                                        <p:tgtEl>
                                          <p:spTgt spid="22"/>
                                        </p:tgtEl>
                                      </p:cBhvr>
                                    </p:animEffect>
                                  </p:childTnLst>
                                </p:cTn>
                              </p:par>
                              <p:par>
                                <p:cTn id="110" presetID="53" presetClass="entr" presetSubtype="16" fill="hold" nodeType="withEffect">
                                  <p:stCondLst>
                                    <p:cond delay="0"/>
                                  </p:stCondLst>
                                  <p:childTnLst>
                                    <p:set>
                                      <p:cBhvr>
                                        <p:cTn id="106" dur="1" fill="hold">
                                          <p:stCondLst>
                                            <p:cond delay="0"/>
                                          </p:stCondLst>
                                        </p:cTn>
                                        <p:tgtEl>
                                          <p:spTgt spid="23"/>
                                        </p:tgtEl>
                                        <p:attrNameLst>
                                          <p:attrName>style.visibility</p:attrName>
                                        </p:attrNameLst>
                                      </p:cBhvr>
                                      <p:to>
                                        <p:strVal val="visible"/>
                                      </p:to>
                                    </p:set>
                                    <p:anim calcmode="lin" valueType="num">
                                      <p:cBhvr>
                                        <p:cTn id="107" dur="500" fill="hold"/>
                                        <p:tgtEl>
                                          <p:spTgt spid="23"/>
                                        </p:tgtEl>
                                        <p:attrNameLst>
                                          <p:attrName>ppt_w</p:attrName>
                                        </p:attrNameLst>
                                      </p:cBhvr>
                                      <p:tavLst>
                                        <p:tav tm="0">
                                          <p:val>
                                            <p:fltVal val="0"/>
                                          </p:val>
                                        </p:tav>
                                        <p:tav tm="100000">
                                          <p:val>
                                            <p:strVal val="#ppt_w"/>
                                          </p:val>
                                        </p:tav>
                                      </p:tavLst>
                                    </p:anim>
                                    <p:anim calcmode="lin" valueType="num">
                                      <p:cBhvr>
                                        <p:cTn id="108" dur="500" fill="hold"/>
                                        <p:tgtEl>
                                          <p:spTgt spid="23"/>
                                        </p:tgtEl>
                                        <p:attrNameLst>
                                          <p:attrName>ppt_h</p:attrName>
                                        </p:attrNameLst>
                                      </p:cBhvr>
                                      <p:tavLst>
                                        <p:tav tm="0">
                                          <p:val>
                                            <p:fltVal val="0"/>
                                          </p:val>
                                        </p:tav>
                                        <p:tav tm="100000">
                                          <p:val>
                                            <p:strVal val="#ppt_h"/>
                                          </p:val>
                                        </p:tav>
                                      </p:tavLst>
                                    </p:anim>
                                    <p:animEffect transition="in" filter="fade">
                                      <p:cBhvr>
                                        <p:cTn id="109" dur="500"/>
                                        <p:tgtEl>
                                          <p:spTgt spid="23"/>
                                        </p:tgtEl>
                                      </p:cBhvr>
                                    </p:animEffect>
                                  </p:childTnLst>
                                </p:cTn>
                              </p:par>
                            </p:childTnLst>
                          </p:cTn>
                        </p:par>
                      </p:childTnLst>
                    </p:cTn>
                  </p:par>
                  <p:par>
                    <p:cTn id="111" fill="hold">
                      <p:stCondLst>
                        <p:cond delay="indefinite"/>
                      </p:stCondLst>
                      <p:childTnLst>
                        <p:par>
                          <p:cTn id="112" fill="hold">
                            <p:stCondLst>
                              <p:cond delay="0"/>
                            </p:stCondLst>
                            <p:childTnLst>
                              <p:par>
                                <p:cTn id="117" presetID="53" presetClass="entr" presetSubtype="16" fill="hold" nodeType="clickEffect">
                                  <p:stCondLst>
                                    <p:cond delay="0"/>
                                  </p:stCondLst>
                                  <p:childTnLst>
                                    <p:set>
                                      <p:cBhvr>
                                        <p:cTn id="113" dur="1" fill="hold">
                                          <p:stCondLst>
                                            <p:cond delay="0"/>
                                          </p:stCondLst>
                                        </p:cTn>
                                        <p:tgtEl>
                                          <p:spTgt spid="24"/>
                                        </p:tgtEl>
                                        <p:attrNameLst>
                                          <p:attrName>style.visibility</p:attrName>
                                        </p:attrNameLst>
                                      </p:cBhvr>
                                      <p:to>
                                        <p:strVal val="visible"/>
                                      </p:to>
                                    </p:set>
                                    <p:anim calcmode="lin" valueType="num">
                                      <p:cBhvr>
                                        <p:cTn id="114" dur="500" fill="hold"/>
                                        <p:tgtEl>
                                          <p:spTgt spid="24"/>
                                        </p:tgtEl>
                                        <p:attrNameLst>
                                          <p:attrName>ppt_w</p:attrName>
                                        </p:attrNameLst>
                                      </p:cBhvr>
                                      <p:tavLst>
                                        <p:tav tm="0">
                                          <p:val>
                                            <p:fltVal val="0"/>
                                          </p:val>
                                        </p:tav>
                                        <p:tav tm="100000">
                                          <p:val>
                                            <p:strVal val="#ppt_w"/>
                                          </p:val>
                                        </p:tav>
                                      </p:tavLst>
                                    </p:anim>
                                    <p:anim calcmode="lin" valueType="num">
                                      <p:cBhvr>
                                        <p:cTn id="115" dur="500" fill="hold"/>
                                        <p:tgtEl>
                                          <p:spTgt spid="24"/>
                                        </p:tgtEl>
                                        <p:attrNameLst>
                                          <p:attrName>ppt_h</p:attrName>
                                        </p:attrNameLst>
                                      </p:cBhvr>
                                      <p:tavLst>
                                        <p:tav tm="0">
                                          <p:val>
                                            <p:fltVal val="0"/>
                                          </p:val>
                                        </p:tav>
                                        <p:tav tm="100000">
                                          <p:val>
                                            <p:strVal val="#ppt_h"/>
                                          </p:val>
                                        </p:tav>
                                      </p:tavLst>
                                    </p:anim>
                                    <p:animEffect transition="in" filter="fade">
                                      <p:cBhvr>
                                        <p:cTn id="116" dur="500"/>
                                        <p:tgtEl>
                                          <p:spTgt spid="24"/>
                                        </p:tgtEl>
                                      </p:cBhvr>
                                    </p:animEffect>
                                  </p:childTnLst>
                                </p:cTn>
                              </p:par>
                              <p:par>
                                <p:cTn id="122" presetID="53" presetClass="entr" presetSubtype="16" fill="hold" nodeType="withEffect">
                                  <p:stCondLst>
                                    <p:cond delay="0"/>
                                  </p:stCondLst>
                                  <p:childTnLst>
                                    <p:set>
                                      <p:cBhvr>
                                        <p:cTn id="118" dur="1" fill="hold">
                                          <p:stCondLst>
                                            <p:cond delay="0"/>
                                          </p:stCondLst>
                                        </p:cTn>
                                        <p:tgtEl>
                                          <p:spTgt spid="25"/>
                                        </p:tgtEl>
                                        <p:attrNameLst>
                                          <p:attrName>style.visibility</p:attrName>
                                        </p:attrNameLst>
                                      </p:cBhvr>
                                      <p:to>
                                        <p:strVal val="visible"/>
                                      </p:to>
                                    </p:set>
                                    <p:anim calcmode="lin" valueType="num">
                                      <p:cBhvr>
                                        <p:cTn id="119" dur="500" fill="hold"/>
                                        <p:tgtEl>
                                          <p:spTgt spid="25"/>
                                        </p:tgtEl>
                                        <p:attrNameLst>
                                          <p:attrName>ppt_w</p:attrName>
                                        </p:attrNameLst>
                                      </p:cBhvr>
                                      <p:tavLst>
                                        <p:tav tm="0">
                                          <p:val>
                                            <p:fltVal val="0"/>
                                          </p:val>
                                        </p:tav>
                                        <p:tav tm="100000">
                                          <p:val>
                                            <p:strVal val="#ppt_w"/>
                                          </p:val>
                                        </p:tav>
                                      </p:tavLst>
                                    </p:anim>
                                    <p:anim calcmode="lin" valueType="num">
                                      <p:cBhvr>
                                        <p:cTn id="120" dur="500" fill="hold"/>
                                        <p:tgtEl>
                                          <p:spTgt spid="25"/>
                                        </p:tgtEl>
                                        <p:attrNameLst>
                                          <p:attrName>ppt_h</p:attrName>
                                        </p:attrNameLst>
                                      </p:cBhvr>
                                      <p:tavLst>
                                        <p:tav tm="0">
                                          <p:val>
                                            <p:fltVal val="0"/>
                                          </p:val>
                                        </p:tav>
                                        <p:tav tm="100000">
                                          <p:val>
                                            <p:strVal val="#ppt_h"/>
                                          </p:val>
                                        </p:tav>
                                      </p:tavLst>
                                    </p:anim>
                                    <p:animEffect transition="in" filter="fade">
                                      <p:cBhvr>
                                        <p:cTn id="121" dur="500"/>
                                        <p:tgtEl>
                                          <p:spTgt spid="25"/>
                                        </p:tgtEl>
                                      </p:cBhvr>
                                    </p:animEffect>
                                  </p:childTnLst>
                                </p:cTn>
                              </p:par>
                              <p:par>
                                <p:cTn id="127" presetID="53" presetClass="entr" presetSubtype="16" fill="hold" nodeType="withEffect">
                                  <p:stCondLst>
                                    <p:cond delay="0"/>
                                  </p:stCondLst>
                                  <p:childTnLst>
                                    <p:set>
                                      <p:cBhvr>
                                        <p:cTn id="123" dur="1" fill="hold">
                                          <p:stCondLst>
                                            <p:cond delay="0"/>
                                          </p:stCondLst>
                                        </p:cTn>
                                        <p:tgtEl>
                                          <p:spTgt spid="26"/>
                                        </p:tgtEl>
                                        <p:attrNameLst>
                                          <p:attrName>style.visibility</p:attrName>
                                        </p:attrNameLst>
                                      </p:cBhvr>
                                      <p:to>
                                        <p:strVal val="visible"/>
                                      </p:to>
                                    </p:set>
                                    <p:anim calcmode="lin" valueType="num">
                                      <p:cBhvr>
                                        <p:cTn id="124" dur="500" fill="hold"/>
                                        <p:tgtEl>
                                          <p:spTgt spid="26"/>
                                        </p:tgtEl>
                                        <p:attrNameLst>
                                          <p:attrName>ppt_w</p:attrName>
                                        </p:attrNameLst>
                                      </p:cBhvr>
                                      <p:tavLst>
                                        <p:tav tm="0">
                                          <p:val>
                                            <p:fltVal val="0"/>
                                          </p:val>
                                        </p:tav>
                                        <p:tav tm="100000">
                                          <p:val>
                                            <p:strVal val="#ppt_w"/>
                                          </p:val>
                                        </p:tav>
                                      </p:tavLst>
                                    </p:anim>
                                    <p:anim calcmode="lin" valueType="num">
                                      <p:cBhvr>
                                        <p:cTn id="125" dur="500" fill="hold"/>
                                        <p:tgtEl>
                                          <p:spTgt spid="26"/>
                                        </p:tgtEl>
                                        <p:attrNameLst>
                                          <p:attrName>ppt_h</p:attrName>
                                        </p:attrNameLst>
                                      </p:cBhvr>
                                      <p:tavLst>
                                        <p:tav tm="0">
                                          <p:val>
                                            <p:fltVal val="0"/>
                                          </p:val>
                                        </p:tav>
                                        <p:tav tm="100000">
                                          <p:val>
                                            <p:strVal val="#ppt_h"/>
                                          </p:val>
                                        </p:tav>
                                      </p:tavLst>
                                    </p:anim>
                                    <p:animEffect transition="in" filter="fade">
                                      <p:cBhvr>
                                        <p:cTn id="126" dur="500"/>
                                        <p:tgtEl>
                                          <p:spTgt spid="26"/>
                                        </p:tgtEl>
                                      </p:cBhvr>
                                    </p:animEffect>
                                  </p:childTnLst>
                                </p:cTn>
                              </p:par>
                              <p:par>
                                <p:cTn id="132" presetID="53" presetClass="entr" presetSubtype="16" fill="hold" nodeType="withEffect">
                                  <p:stCondLst>
                                    <p:cond delay="0"/>
                                  </p:stCondLst>
                                  <p:childTnLst>
                                    <p:set>
                                      <p:cBhvr>
                                        <p:cTn id="128" dur="1" fill="hold">
                                          <p:stCondLst>
                                            <p:cond delay="0"/>
                                          </p:stCondLst>
                                        </p:cTn>
                                        <p:tgtEl>
                                          <p:spTgt spid="27"/>
                                        </p:tgtEl>
                                        <p:attrNameLst>
                                          <p:attrName>style.visibility</p:attrName>
                                        </p:attrNameLst>
                                      </p:cBhvr>
                                      <p:to>
                                        <p:strVal val="visible"/>
                                      </p:to>
                                    </p:set>
                                    <p:anim calcmode="lin" valueType="num">
                                      <p:cBhvr>
                                        <p:cTn id="129" dur="500" fill="hold"/>
                                        <p:tgtEl>
                                          <p:spTgt spid="27"/>
                                        </p:tgtEl>
                                        <p:attrNameLst>
                                          <p:attrName>ppt_w</p:attrName>
                                        </p:attrNameLst>
                                      </p:cBhvr>
                                      <p:tavLst>
                                        <p:tav tm="0">
                                          <p:val>
                                            <p:fltVal val="0"/>
                                          </p:val>
                                        </p:tav>
                                        <p:tav tm="100000">
                                          <p:val>
                                            <p:strVal val="#ppt_w"/>
                                          </p:val>
                                        </p:tav>
                                      </p:tavLst>
                                    </p:anim>
                                    <p:anim calcmode="lin" valueType="num">
                                      <p:cBhvr>
                                        <p:cTn id="130" dur="500" fill="hold"/>
                                        <p:tgtEl>
                                          <p:spTgt spid="27"/>
                                        </p:tgtEl>
                                        <p:attrNameLst>
                                          <p:attrName>ppt_h</p:attrName>
                                        </p:attrNameLst>
                                      </p:cBhvr>
                                      <p:tavLst>
                                        <p:tav tm="0">
                                          <p:val>
                                            <p:fltVal val="0"/>
                                          </p:val>
                                        </p:tav>
                                        <p:tav tm="100000">
                                          <p:val>
                                            <p:strVal val="#ppt_h"/>
                                          </p:val>
                                        </p:tav>
                                      </p:tavLst>
                                    </p:anim>
                                    <p:animEffect transition="in" filter="fade">
                                      <p:cBhvr>
                                        <p:cTn id="131" dur="500"/>
                                        <p:tgtEl>
                                          <p:spTgt spid="27"/>
                                        </p:tgtEl>
                                      </p:cBhvr>
                                    </p:animEffect>
                                  </p:childTnLst>
                                </p:cTn>
                              </p:par>
                              <p:par>
                                <p:cTn id="137" presetID="53" presetClass="entr" presetSubtype="16" fill="hold" nodeType="withEffect">
                                  <p:stCondLst>
                                    <p:cond delay="0"/>
                                  </p:stCondLst>
                                  <p:childTnLst>
                                    <p:set>
                                      <p:cBhvr>
                                        <p:cTn id="133" dur="1" fill="hold">
                                          <p:stCondLst>
                                            <p:cond delay="0"/>
                                          </p:stCondLst>
                                        </p:cTn>
                                        <p:tgtEl>
                                          <p:spTgt spid="28"/>
                                        </p:tgtEl>
                                        <p:attrNameLst>
                                          <p:attrName>style.visibility</p:attrName>
                                        </p:attrNameLst>
                                      </p:cBhvr>
                                      <p:to>
                                        <p:strVal val="visible"/>
                                      </p:to>
                                    </p:set>
                                    <p:anim calcmode="lin" valueType="num">
                                      <p:cBhvr>
                                        <p:cTn id="134" dur="500" fill="hold"/>
                                        <p:tgtEl>
                                          <p:spTgt spid="28"/>
                                        </p:tgtEl>
                                        <p:attrNameLst>
                                          <p:attrName>ppt_w</p:attrName>
                                        </p:attrNameLst>
                                      </p:cBhvr>
                                      <p:tavLst>
                                        <p:tav tm="0">
                                          <p:val>
                                            <p:fltVal val="0"/>
                                          </p:val>
                                        </p:tav>
                                        <p:tav tm="100000">
                                          <p:val>
                                            <p:strVal val="#ppt_w"/>
                                          </p:val>
                                        </p:tav>
                                      </p:tavLst>
                                    </p:anim>
                                    <p:anim calcmode="lin" valueType="num">
                                      <p:cBhvr>
                                        <p:cTn id="135" dur="500" fill="hold"/>
                                        <p:tgtEl>
                                          <p:spTgt spid="28"/>
                                        </p:tgtEl>
                                        <p:attrNameLst>
                                          <p:attrName>ppt_h</p:attrName>
                                        </p:attrNameLst>
                                      </p:cBhvr>
                                      <p:tavLst>
                                        <p:tav tm="0">
                                          <p:val>
                                            <p:fltVal val="0"/>
                                          </p:val>
                                        </p:tav>
                                        <p:tav tm="100000">
                                          <p:val>
                                            <p:strVal val="#ppt_h"/>
                                          </p:val>
                                        </p:tav>
                                      </p:tavLst>
                                    </p:anim>
                                    <p:animEffect transition="in" filter="fade">
                                      <p:cBhvr>
                                        <p:cTn id="136" dur="500"/>
                                        <p:tgtEl>
                                          <p:spTgt spid="28"/>
                                        </p:tgtEl>
                                      </p:cBhvr>
                                    </p:animEffect>
                                  </p:childTnLst>
                                </p:cTn>
                              </p:par>
                            </p:childTnLst>
                          </p:cTn>
                        </p:par>
                      </p:childTnLst>
                    </p:cTn>
                  </p:par>
                  <p:par>
                    <p:cTn id="138" fill="hold">
                      <p:stCondLst>
                        <p:cond delay="indefinite"/>
                      </p:stCondLst>
                      <p:childTnLst>
                        <p:par>
                          <p:cTn id="139" fill="hold">
                            <p:stCondLst>
                              <p:cond delay="0"/>
                            </p:stCondLst>
                            <p:childTnLst>
                              <p:par>
                                <p:cTn id="144" presetID="53" presetClass="entr" presetSubtype="16" fill="hold" nodeType="clickEffect">
                                  <p:stCondLst>
                                    <p:cond delay="0"/>
                                  </p:stCondLst>
                                  <p:childTnLst>
                                    <p:set>
                                      <p:cBhvr>
                                        <p:cTn id="140" dur="1" fill="hold">
                                          <p:stCondLst>
                                            <p:cond delay="0"/>
                                          </p:stCondLst>
                                        </p:cTn>
                                        <p:tgtEl>
                                          <p:spTgt spid="29"/>
                                        </p:tgtEl>
                                        <p:attrNameLst>
                                          <p:attrName>style.visibility</p:attrName>
                                        </p:attrNameLst>
                                      </p:cBhvr>
                                      <p:to>
                                        <p:strVal val="visible"/>
                                      </p:to>
                                    </p:set>
                                    <p:anim calcmode="lin" valueType="num">
                                      <p:cBhvr>
                                        <p:cTn id="141" dur="500" fill="hold"/>
                                        <p:tgtEl>
                                          <p:spTgt spid="29"/>
                                        </p:tgtEl>
                                        <p:attrNameLst>
                                          <p:attrName>ppt_w</p:attrName>
                                        </p:attrNameLst>
                                      </p:cBhvr>
                                      <p:tavLst>
                                        <p:tav tm="0">
                                          <p:val>
                                            <p:fltVal val="0"/>
                                          </p:val>
                                        </p:tav>
                                        <p:tav tm="100000">
                                          <p:val>
                                            <p:strVal val="#ppt_w"/>
                                          </p:val>
                                        </p:tav>
                                      </p:tavLst>
                                    </p:anim>
                                    <p:anim calcmode="lin" valueType="num">
                                      <p:cBhvr>
                                        <p:cTn id="142" dur="500" fill="hold"/>
                                        <p:tgtEl>
                                          <p:spTgt spid="29"/>
                                        </p:tgtEl>
                                        <p:attrNameLst>
                                          <p:attrName>ppt_h</p:attrName>
                                        </p:attrNameLst>
                                      </p:cBhvr>
                                      <p:tavLst>
                                        <p:tav tm="0">
                                          <p:val>
                                            <p:fltVal val="0"/>
                                          </p:val>
                                        </p:tav>
                                        <p:tav tm="100000">
                                          <p:val>
                                            <p:strVal val="#ppt_h"/>
                                          </p:val>
                                        </p:tav>
                                      </p:tavLst>
                                    </p:anim>
                                    <p:animEffect transition="in" filter="fade">
                                      <p:cBhvr>
                                        <p:cTn id="143" dur="500"/>
                                        <p:tgtEl>
                                          <p:spTgt spid="29"/>
                                        </p:tgtEl>
                                      </p:cBhvr>
                                    </p:animEffect>
                                  </p:childTnLst>
                                </p:cTn>
                              </p:par>
                              <p:par>
                                <p:cTn id="149" presetID="53" presetClass="entr" presetSubtype="16" fill="hold" nodeType="withEffect">
                                  <p:stCondLst>
                                    <p:cond delay="0"/>
                                  </p:stCondLst>
                                  <p:childTnLst>
                                    <p:set>
                                      <p:cBhvr>
                                        <p:cTn id="145" dur="1" fill="hold">
                                          <p:stCondLst>
                                            <p:cond delay="0"/>
                                          </p:stCondLst>
                                        </p:cTn>
                                        <p:tgtEl>
                                          <p:spTgt spid="30"/>
                                        </p:tgtEl>
                                        <p:attrNameLst>
                                          <p:attrName>style.visibility</p:attrName>
                                        </p:attrNameLst>
                                      </p:cBhvr>
                                      <p:to>
                                        <p:strVal val="visible"/>
                                      </p:to>
                                    </p:set>
                                    <p:anim calcmode="lin" valueType="num">
                                      <p:cBhvr>
                                        <p:cTn id="146" dur="500" fill="hold"/>
                                        <p:tgtEl>
                                          <p:spTgt spid="30"/>
                                        </p:tgtEl>
                                        <p:attrNameLst>
                                          <p:attrName>ppt_w</p:attrName>
                                        </p:attrNameLst>
                                      </p:cBhvr>
                                      <p:tavLst>
                                        <p:tav tm="0">
                                          <p:val>
                                            <p:fltVal val="0"/>
                                          </p:val>
                                        </p:tav>
                                        <p:tav tm="100000">
                                          <p:val>
                                            <p:strVal val="#ppt_w"/>
                                          </p:val>
                                        </p:tav>
                                      </p:tavLst>
                                    </p:anim>
                                    <p:anim calcmode="lin" valueType="num">
                                      <p:cBhvr>
                                        <p:cTn id="147" dur="500" fill="hold"/>
                                        <p:tgtEl>
                                          <p:spTgt spid="30"/>
                                        </p:tgtEl>
                                        <p:attrNameLst>
                                          <p:attrName>ppt_h</p:attrName>
                                        </p:attrNameLst>
                                      </p:cBhvr>
                                      <p:tavLst>
                                        <p:tav tm="0">
                                          <p:val>
                                            <p:fltVal val="0"/>
                                          </p:val>
                                        </p:tav>
                                        <p:tav tm="100000">
                                          <p:val>
                                            <p:strVal val="#ppt_h"/>
                                          </p:val>
                                        </p:tav>
                                      </p:tavLst>
                                    </p:anim>
                                    <p:animEffect transition="in" filter="fade">
                                      <p:cBhvr>
                                        <p:cTn id="148" dur="500"/>
                                        <p:tgtEl>
                                          <p:spTgt spid="30"/>
                                        </p:tgtEl>
                                      </p:cBhvr>
                                    </p:animEffect>
                                  </p:childTnLst>
                                </p:cTn>
                              </p:par>
                              <p:par>
                                <p:cTn id="154" presetID="53" presetClass="entr" presetSubtype="16" fill="hold" nodeType="withEffect">
                                  <p:stCondLst>
                                    <p:cond delay="0"/>
                                  </p:stCondLst>
                                  <p:childTnLst>
                                    <p:set>
                                      <p:cBhvr>
                                        <p:cTn id="150" dur="1" fill="hold">
                                          <p:stCondLst>
                                            <p:cond delay="0"/>
                                          </p:stCondLst>
                                        </p:cTn>
                                        <p:tgtEl>
                                          <p:spTgt spid="31"/>
                                        </p:tgtEl>
                                        <p:attrNameLst>
                                          <p:attrName>style.visibility</p:attrName>
                                        </p:attrNameLst>
                                      </p:cBhvr>
                                      <p:to>
                                        <p:strVal val="visible"/>
                                      </p:to>
                                    </p:set>
                                    <p:anim calcmode="lin" valueType="num">
                                      <p:cBhvr>
                                        <p:cTn id="151" dur="500" fill="hold"/>
                                        <p:tgtEl>
                                          <p:spTgt spid="31"/>
                                        </p:tgtEl>
                                        <p:attrNameLst>
                                          <p:attrName>ppt_w</p:attrName>
                                        </p:attrNameLst>
                                      </p:cBhvr>
                                      <p:tavLst>
                                        <p:tav tm="0">
                                          <p:val>
                                            <p:fltVal val="0"/>
                                          </p:val>
                                        </p:tav>
                                        <p:tav tm="100000">
                                          <p:val>
                                            <p:strVal val="#ppt_w"/>
                                          </p:val>
                                        </p:tav>
                                      </p:tavLst>
                                    </p:anim>
                                    <p:anim calcmode="lin" valueType="num">
                                      <p:cBhvr>
                                        <p:cTn id="152" dur="500" fill="hold"/>
                                        <p:tgtEl>
                                          <p:spTgt spid="31"/>
                                        </p:tgtEl>
                                        <p:attrNameLst>
                                          <p:attrName>ppt_h</p:attrName>
                                        </p:attrNameLst>
                                      </p:cBhvr>
                                      <p:tavLst>
                                        <p:tav tm="0">
                                          <p:val>
                                            <p:fltVal val="0"/>
                                          </p:val>
                                        </p:tav>
                                        <p:tav tm="100000">
                                          <p:val>
                                            <p:strVal val="#ppt_h"/>
                                          </p:val>
                                        </p:tav>
                                      </p:tavLst>
                                    </p:anim>
                                    <p:animEffect transition="in" filter="fade">
                                      <p:cBhvr>
                                        <p:cTn id="153" dur="500"/>
                                        <p:tgtEl>
                                          <p:spTgt spid="31"/>
                                        </p:tgtEl>
                                      </p:cBhvr>
                                    </p:animEffect>
                                  </p:childTnLst>
                                </p:cTn>
                              </p:par>
                              <p:par>
                                <p:cTn id="159" presetID="53" presetClass="entr" presetSubtype="16" fill="hold" nodeType="withEffect">
                                  <p:stCondLst>
                                    <p:cond delay="0"/>
                                  </p:stCondLst>
                                  <p:childTnLst>
                                    <p:set>
                                      <p:cBhvr>
                                        <p:cTn id="155" dur="1" fill="hold">
                                          <p:stCondLst>
                                            <p:cond delay="0"/>
                                          </p:stCondLst>
                                        </p:cTn>
                                        <p:tgtEl>
                                          <p:spTgt spid="32"/>
                                        </p:tgtEl>
                                        <p:attrNameLst>
                                          <p:attrName>style.visibility</p:attrName>
                                        </p:attrNameLst>
                                      </p:cBhvr>
                                      <p:to>
                                        <p:strVal val="visible"/>
                                      </p:to>
                                    </p:set>
                                    <p:anim calcmode="lin" valueType="num">
                                      <p:cBhvr>
                                        <p:cTn id="156" dur="500" fill="hold"/>
                                        <p:tgtEl>
                                          <p:spTgt spid="32"/>
                                        </p:tgtEl>
                                        <p:attrNameLst>
                                          <p:attrName>ppt_w</p:attrName>
                                        </p:attrNameLst>
                                      </p:cBhvr>
                                      <p:tavLst>
                                        <p:tav tm="0">
                                          <p:val>
                                            <p:fltVal val="0"/>
                                          </p:val>
                                        </p:tav>
                                        <p:tav tm="100000">
                                          <p:val>
                                            <p:strVal val="#ppt_w"/>
                                          </p:val>
                                        </p:tav>
                                      </p:tavLst>
                                    </p:anim>
                                    <p:anim calcmode="lin" valueType="num">
                                      <p:cBhvr>
                                        <p:cTn id="157" dur="500" fill="hold"/>
                                        <p:tgtEl>
                                          <p:spTgt spid="32"/>
                                        </p:tgtEl>
                                        <p:attrNameLst>
                                          <p:attrName>ppt_h</p:attrName>
                                        </p:attrNameLst>
                                      </p:cBhvr>
                                      <p:tavLst>
                                        <p:tav tm="0">
                                          <p:val>
                                            <p:fltVal val="0"/>
                                          </p:val>
                                        </p:tav>
                                        <p:tav tm="100000">
                                          <p:val>
                                            <p:strVal val="#ppt_h"/>
                                          </p:val>
                                        </p:tav>
                                      </p:tavLst>
                                    </p:anim>
                                    <p:animEffect transition="in" filter="fade">
                                      <p:cBhvr>
                                        <p:cTn id="158" dur="500"/>
                                        <p:tgtEl>
                                          <p:spTgt spid="32"/>
                                        </p:tgtEl>
                                      </p:cBhvr>
                                    </p:animEffect>
                                  </p:childTnLst>
                                </p:cTn>
                              </p:par>
                              <p:par>
                                <p:cTn id="164" presetID="53" presetClass="entr" presetSubtype="16" fill="hold" nodeType="withEffect">
                                  <p:stCondLst>
                                    <p:cond delay="0"/>
                                  </p:stCondLst>
                                  <p:childTnLst>
                                    <p:set>
                                      <p:cBhvr>
                                        <p:cTn id="160" dur="1" fill="hold">
                                          <p:stCondLst>
                                            <p:cond delay="0"/>
                                          </p:stCondLst>
                                        </p:cTn>
                                        <p:tgtEl>
                                          <p:spTgt spid="33"/>
                                        </p:tgtEl>
                                        <p:attrNameLst>
                                          <p:attrName>style.visibility</p:attrName>
                                        </p:attrNameLst>
                                      </p:cBhvr>
                                      <p:to>
                                        <p:strVal val="visible"/>
                                      </p:to>
                                    </p:set>
                                    <p:anim calcmode="lin" valueType="num">
                                      <p:cBhvr>
                                        <p:cTn id="161" dur="500" fill="hold"/>
                                        <p:tgtEl>
                                          <p:spTgt spid="33"/>
                                        </p:tgtEl>
                                        <p:attrNameLst>
                                          <p:attrName>ppt_w</p:attrName>
                                        </p:attrNameLst>
                                      </p:cBhvr>
                                      <p:tavLst>
                                        <p:tav tm="0">
                                          <p:val>
                                            <p:fltVal val="0"/>
                                          </p:val>
                                        </p:tav>
                                        <p:tav tm="100000">
                                          <p:val>
                                            <p:strVal val="#ppt_w"/>
                                          </p:val>
                                        </p:tav>
                                      </p:tavLst>
                                    </p:anim>
                                    <p:anim calcmode="lin" valueType="num">
                                      <p:cBhvr>
                                        <p:cTn id="162" dur="500" fill="hold"/>
                                        <p:tgtEl>
                                          <p:spTgt spid="33"/>
                                        </p:tgtEl>
                                        <p:attrNameLst>
                                          <p:attrName>ppt_h</p:attrName>
                                        </p:attrNameLst>
                                      </p:cBhvr>
                                      <p:tavLst>
                                        <p:tav tm="0">
                                          <p:val>
                                            <p:fltVal val="0"/>
                                          </p:val>
                                        </p:tav>
                                        <p:tav tm="100000">
                                          <p:val>
                                            <p:strVal val="#ppt_h"/>
                                          </p:val>
                                        </p:tav>
                                      </p:tavLst>
                                    </p:anim>
                                    <p:animEffect transition="in" filter="fade">
                                      <p:cBhvr>
                                        <p:cTn id="16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4_title" descr="أنظر وأتساءل">    </p:cNvPr>
          <p:cNvPicPr>
            <a:picLocks noChangeAspect="1"/>
          </p:cNvPicPr>
          <p:nvPr/>
        </p:nvPicPr>
        <p:blipFill>
          <a:blip r:embed="rId2"/>
          <a:stretch>
            <a:fillRect/>
          </a:stretch>
        </p:blipFill>
        <p:spPr>
          <a:xfrm>
            <a:off x="4146972" y="109728"/>
            <a:ext cx="3897750" cy="1024128"/>
          </a:xfrm>
          <a:prstGeom prst="rect">
            <a:avLst/>
          </a:prstGeom>
        </p:spPr>
      </p:pic>
      <p:sp>
        <p:nvSpPr>
          <p:cNvPr id="3" name="s4_page_1"/>
          <p:cNvSpPr txBox="1"/>
          <p:nvPr/>
        </p:nvSpPr>
        <p:spPr>
          <a:xfrm>
            <a:off x="411480" y="384048"/>
            <a:ext cx="1143000" cy="457200"/>
          </a:xfrm>
          <a:prstGeom prst="roundRect">
            <a:avLst>
              <a:gd name="adj" fmla="val 50000"/>
            </a:avLst>
          </a:prstGeom>
          <a:solidFill>
            <a:srgbClr val="FFFFFF"/>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1800" b="1" dirty="0">
                <a:solidFill>
                  <a:srgbClr val="7F5CD0"/>
                </a:solidFill>
                <a:latin typeface="Tahoma" pitchFamily="34" charset="0"/>
                <a:ea typeface="Tahoma" pitchFamily="34" charset="-122"/>
                <a:cs typeface="Tahoma" pitchFamily="34" charset="-120"/>
              </a:rPr>
              <a:t>ص ١٠٨</a:t>
            </a:r>
            <a:endParaRPr lang="ar-SA" sz="1800" dirty="0"/>
          </a:p>
        </p:txBody>
      </p:sp>
      <p:sp>
        <p:nvSpPr>
          <p:cNvPr id="4" name="s4_circ_2"/>
          <p:cNvSpPr/>
          <p:nvPr/>
        </p:nvSpPr>
        <p:spPr>
          <a:xfrm>
            <a:off x="685800" y="1600200"/>
            <a:ext cx="3566160" cy="3566160"/>
          </a:xfrm>
          <a:prstGeom prst="ellipse">
            <a:avLst/>
          </a:prstGeom>
          <a:solidFill>
            <a:srgbClr val="FFFFFF">
              <a:alpha val="70000"/>
            </a:srgbClr>
          </a:solidFill>
          <a:ln/>
          <a:effectLst>
            <a:outerShdw sx="100000" sy="100000" kx="0" ky="0" algn="bl" rotWithShape="0" blurRad="127000" dist="50800" dir="5400000">
              <a:srgbClr val="5B3E8E">
                <a:alpha val="20000"/>
              </a:srgbClr>
            </a:outerShdw>
          </a:effectLst>
        </p:spPr>
      </p:sp>
      <p:pic>
        <p:nvPicPr>
          <p:cNvPr id="5" name="s4_emo_3" descr="حيوان الباندا يأكل">    </p:cNvPr>
          <p:cNvPicPr>
            <a:picLocks noChangeAspect="1"/>
          </p:cNvPicPr>
          <p:nvPr/>
        </p:nvPicPr>
        <p:blipFill>
          <a:blip r:embed="rId3"/>
          <a:stretch>
            <a:fillRect/>
          </a:stretch>
        </p:blipFill>
        <p:spPr>
          <a:xfrm>
            <a:off x="868680" y="1783080"/>
            <a:ext cx="3200400" cy="3200400"/>
          </a:xfrm>
          <a:prstGeom prst="rect">
            <a:avLst/>
          </a:prstGeom>
        </p:spPr>
      </p:pic>
      <p:pic>
        <p:nvPicPr>
          <p:cNvPr id="6" name="s4_emo_4" descr="أوراق نبات">    </p:cNvPr>
          <p:cNvPicPr>
            <a:picLocks noChangeAspect="1"/>
          </p:cNvPicPr>
          <p:nvPr/>
        </p:nvPicPr>
        <p:blipFill>
          <a:blip r:embed="rId4"/>
          <a:stretch>
            <a:fillRect/>
          </a:stretch>
        </p:blipFill>
        <p:spPr>
          <a:xfrm>
            <a:off x="3154680" y="3886200"/>
            <a:ext cx="1097280" cy="1097280"/>
          </a:xfrm>
          <a:prstGeom prst="rect">
            <a:avLst/>
          </a:prstGeom>
        </p:spPr>
      </p:pic>
      <p:sp>
        <p:nvSpPr>
          <p:cNvPr id="7" name="s4_card_5"/>
          <p:cNvSpPr/>
          <p:nvPr/>
        </p:nvSpPr>
        <p:spPr>
          <a:xfrm>
            <a:off x="4846320" y="1371600"/>
            <a:ext cx="6858000" cy="2423160"/>
          </a:xfrm>
          <a:prstGeom prst="roundRect">
            <a:avLst>
              <a:gd name="adj" fmla="val 10566"/>
            </a:avLst>
          </a:prstGeom>
          <a:solidFill>
            <a:srgbClr val="FFFFFF"/>
          </a:solidFill>
          <a:ln w="50800">
            <a:solidFill>
              <a:srgbClr val="8EE0B0"/>
            </a:solidFill>
            <a:prstDash val="solid"/>
          </a:ln>
          <a:effectLst>
            <a:outerShdw sx="100000" sy="100000" kx="0" ky="0" algn="bl" rotWithShape="0" blurRad="127000" dist="50800" dir="5400000">
              <a:srgbClr val="5B3E8E">
                <a:alpha val="20000"/>
              </a:srgbClr>
            </a:outerShdw>
          </a:effectLst>
        </p:spPr>
      </p:sp>
      <p:pic>
        <p:nvPicPr>
          <p:cNvPr id="8" name="s4_emo_6" descr="مصباح فكرة">    </p:cNvPr>
          <p:cNvPicPr>
            <a:picLocks noChangeAspect="1"/>
          </p:cNvPicPr>
          <p:nvPr/>
        </p:nvPicPr>
        <p:blipFill>
          <a:blip r:embed="rId5"/>
          <a:stretch>
            <a:fillRect/>
          </a:stretch>
        </p:blipFill>
        <p:spPr>
          <a:xfrm>
            <a:off x="10744200" y="1143000"/>
            <a:ext cx="1005840" cy="1005840"/>
          </a:xfrm>
          <a:prstGeom prst="rect">
            <a:avLst/>
          </a:prstGeom>
        </p:spPr>
      </p:pic>
      <p:sp>
        <p:nvSpPr>
          <p:cNvPr id="9" name="s4_txt_7"/>
          <p:cNvSpPr txBox="1"/>
          <p:nvPr/>
        </p:nvSpPr>
        <p:spPr>
          <a:xfrm>
            <a:off x="8229600" y="1463040"/>
            <a:ext cx="2468880" cy="502920"/>
          </a:xfrm>
          <a:prstGeom prst="rect">
            <a:avLst/>
          </a:prstGeom>
          <a:noFill/>
          <a:ln/>
        </p:spPr>
        <p:txBody>
          <a:bodyPr wrap="square" lIns="762" tIns="762" rIns="762" bIns="762" rtlCol="0" anchor="ctr"/>
          <a:lstStyle/>
          <a:p>
            <a:pPr rtl="1" algn="r" indent="0" marL="0">
              <a:lnSpc>
                <a:spcPct val="105000"/>
              </a:lnSpc>
              <a:buNone/>
            </a:pPr>
            <a:r>
              <a:rPr lang="ar-SA" altLang="en-US" sz="2400" b="1" dirty="0">
                <a:solidFill>
                  <a:srgbClr val="1FA477"/>
                </a:solidFill>
                <a:latin typeface="Tahoma" pitchFamily="34" charset="0"/>
                <a:ea typeface="Tahoma" pitchFamily="34" charset="-122"/>
                <a:cs typeface="Tahoma" pitchFamily="34" charset="-120"/>
              </a:rPr>
              <a:t>أنظر وأتساءل</a:t>
            </a:r>
            <a:endParaRPr lang="ar-SA" sz="2400" dirty="0"/>
          </a:p>
        </p:txBody>
      </p:sp>
      <p:sp>
        <p:nvSpPr>
          <p:cNvPr id="10" name="s4_txt_8"/>
          <p:cNvSpPr txBox="1"/>
          <p:nvPr/>
        </p:nvSpPr>
        <p:spPr>
          <a:xfrm>
            <a:off x="5029200" y="2057400"/>
            <a:ext cx="6492240" cy="685800"/>
          </a:xfrm>
          <a:prstGeom prst="rect">
            <a:avLst/>
          </a:prstGeom>
          <a:noFill/>
          <a:ln/>
        </p:spPr>
        <p:txBody>
          <a:bodyPr wrap="square" lIns="762" tIns="762" rIns="762" bIns="762" rtlCol="0" anchor="ctr"/>
          <a:lstStyle/>
          <a:p>
            <a:pPr rtl="1" algn="r" indent="0" marL="0">
              <a:lnSpc>
                <a:spcPct val="105000"/>
              </a:lnSpc>
              <a:buNone/>
            </a:pPr>
            <a:r>
              <a:rPr lang="ar-SA" altLang="en-US" sz="2300" b="1" dirty="0">
                <a:solidFill>
                  <a:srgbClr val="3B2A5A"/>
                </a:solidFill>
                <a:latin typeface="Tahoma" pitchFamily="34" charset="0"/>
                <a:ea typeface="Tahoma" pitchFamily="34" charset="-122"/>
                <a:cs typeface="Tahoma" pitchFamily="34" charset="-120"/>
              </a:rPr>
              <a:t>◄ ما أوجه الشبه بين الحيوانات وهذه الآلات؟</a:t>
            </a:r>
            <a:endParaRPr lang="ar-SA" sz="2300" dirty="0"/>
          </a:p>
        </p:txBody>
      </p:sp>
      <p:sp>
        <p:nvSpPr>
          <p:cNvPr id="11" name="s4_txt_9"/>
          <p:cNvSpPr txBox="1"/>
          <p:nvPr/>
        </p:nvSpPr>
        <p:spPr>
          <a:xfrm>
            <a:off x="5029200" y="2788920"/>
            <a:ext cx="6492240" cy="685800"/>
          </a:xfrm>
          <a:prstGeom prst="rect">
            <a:avLst/>
          </a:prstGeom>
          <a:noFill/>
          <a:ln/>
        </p:spPr>
        <p:txBody>
          <a:bodyPr wrap="square" lIns="762" tIns="762" rIns="762" bIns="762" rtlCol="0" anchor="ctr"/>
          <a:lstStyle/>
          <a:p>
            <a:pPr rtl="1" algn="r" indent="0" marL="0">
              <a:lnSpc>
                <a:spcPct val="105000"/>
              </a:lnSpc>
              <a:buNone/>
            </a:pPr>
            <a:r>
              <a:rPr lang="ar-SA" altLang="en-US" sz="2300" b="1" dirty="0">
                <a:solidFill>
                  <a:srgbClr val="3B2A5A"/>
                </a:solidFill>
                <a:latin typeface="Tahoma" pitchFamily="34" charset="0"/>
                <a:ea typeface="Tahoma" pitchFamily="34" charset="-122"/>
                <a:cs typeface="Tahoma" pitchFamily="34" charset="-120"/>
              </a:rPr>
              <a:t>◄ كيف يحصل الحيوان على الطاقة؟</a:t>
            </a:r>
            <a:endParaRPr lang="ar-SA" sz="2300" dirty="0"/>
          </a:p>
        </p:txBody>
      </p:sp>
      <p:sp>
        <p:nvSpPr>
          <p:cNvPr id="12" name="s4_card_10"/>
          <p:cNvSpPr/>
          <p:nvPr/>
        </p:nvSpPr>
        <p:spPr>
          <a:xfrm>
            <a:off x="4846320" y="4023360"/>
            <a:ext cx="6858000" cy="2057400"/>
          </a:xfrm>
          <a:prstGeom prst="roundRect">
            <a:avLst>
              <a:gd name="adj" fmla="val 12444"/>
            </a:avLst>
          </a:prstGeom>
          <a:solidFill>
            <a:srgbClr val="FFFFFF">
              <a:alpha val="92000"/>
            </a:srgbClr>
          </a:solidFill>
          <a:ln w="38100">
            <a:solidFill>
              <a:srgbClr val="FFE59A"/>
            </a:solidFill>
            <a:prstDash val="solid"/>
          </a:ln>
          <a:effectLst>
            <a:outerShdw sx="100000" sy="100000" kx="0" ky="0" algn="bl" rotWithShape="0" blurRad="127000" dist="50800" dir="5400000">
              <a:srgbClr val="5B3E8E">
                <a:alpha val="20000"/>
              </a:srgbClr>
            </a:outerShdw>
          </a:effectLst>
        </p:spPr>
      </p:sp>
      <p:pic>
        <p:nvPicPr>
          <p:cNvPr id="13" name="s4_emo_11" descr="السيارة">    </p:cNvPr>
          <p:cNvPicPr>
            <a:picLocks noChangeAspect="1"/>
          </p:cNvPicPr>
          <p:nvPr/>
        </p:nvPicPr>
        <p:blipFill>
          <a:blip r:embed="rId6"/>
          <a:stretch>
            <a:fillRect/>
          </a:stretch>
        </p:blipFill>
        <p:spPr>
          <a:xfrm>
            <a:off x="10561320" y="4160520"/>
            <a:ext cx="777240" cy="777240"/>
          </a:xfrm>
          <a:prstGeom prst="rect">
            <a:avLst/>
          </a:prstGeom>
        </p:spPr>
      </p:pic>
      <p:sp>
        <p:nvSpPr>
          <p:cNvPr id="14" name="s4_txt_12"/>
          <p:cNvSpPr txBox="1"/>
          <p:nvPr/>
        </p:nvSpPr>
        <p:spPr>
          <a:xfrm>
            <a:off x="9372600" y="4251960"/>
            <a:ext cx="1188720" cy="594360"/>
          </a:xfrm>
          <a:prstGeom prst="rect">
            <a:avLst/>
          </a:prstGeom>
          <a:noFill/>
          <a:ln/>
        </p:spPr>
        <p:txBody>
          <a:bodyPr wrap="square" lIns="762" tIns="762" rIns="762" bIns="762" rtlCol="0" anchor="ctr"/>
          <a:lstStyle/>
          <a:p>
            <a:pPr rtl="1" algn="ctr" indent="0" marL="0">
              <a:lnSpc>
                <a:spcPct val="105000"/>
              </a:lnSpc>
              <a:buNone/>
            </a:pPr>
            <a:r>
              <a:rPr lang="ar-SA" altLang="en-US" sz="1900" b="1" dirty="0">
                <a:solidFill>
                  <a:srgbClr val="3B2A5A"/>
                </a:solidFill>
                <a:latin typeface="Tahoma" pitchFamily="34" charset="0"/>
                <a:ea typeface="Tahoma" pitchFamily="34" charset="-122"/>
                <a:cs typeface="Tahoma" pitchFamily="34" charset="-120"/>
              </a:rPr>
              <a:t>السيارة</a:t>
            </a:r>
            <a:endParaRPr lang="ar-SA" sz="1900" dirty="0"/>
          </a:p>
        </p:txBody>
      </p:sp>
      <p:sp>
        <p:nvSpPr>
          <p:cNvPr id="15" name="s4_arrow_13"/>
          <p:cNvSpPr/>
          <p:nvPr/>
        </p:nvSpPr>
        <p:spPr>
          <a:xfrm>
            <a:off x="8732520" y="4389120"/>
            <a:ext cx="548640" cy="347472"/>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pic>
        <p:nvPicPr>
          <p:cNvPr id="16" name="s4_emo_14" descr="الوقود">    </p:cNvPr>
          <p:cNvPicPr>
            <a:picLocks noChangeAspect="1"/>
          </p:cNvPicPr>
          <p:nvPr/>
        </p:nvPicPr>
        <p:blipFill>
          <a:blip r:embed="rId7"/>
          <a:stretch>
            <a:fillRect/>
          </a:stretch>
        </p:blipFill>
        <p:spPr>
          <a:xfrm>
            <a:off x="7863840" y="4160520"/>
            <a:ext cx="777240" cy="777240"/>
          </a:xfrm>
          <a:prstGeom prst="rect">
            <a:avLst/>
          </a:prstGeom>
        </p:spPr>
      </p:pic>
      <p:sp>
        <p:nvSpPr>
          <p:cNvPr id="17" name="s4_txt_15"/>
          <p:cNvSpPr txBox="1"/>
          <p:nvPr/>
        </p:nvSpPr>
        <p:spPr>
          <a:xfrm>
            <a:off x="6629400" y="4251960"/>
            <a:ext cx="1234440" cy="594360"/>
          </a:xfrm>
          <a:prstGeom prst="rect">
            <a:avLst/>
          </a:prstGeom>
          <a:noFill/>
          <a:ln/>
        </p:spPr>
        <p:txBody>
          <a:bodyPr wrap="square" lIns="762" tIns="762" rIns="762" bIns="762" rtlCol="0" anchor="ctr"/>
          <a:lstStyle/>
          <a:p>
            <a:pPr rtl="1" algn="ctr" indent="0" marL="0">
              <a:lnSpc>
                <a:spcPct val="105000"/>
              </a:lnSpc>
              <a:buNone/>
            </a:pPr>
            <a:r>
              <a:rPr lang="ar-SA" altLang="en-US" sz="1900" b="1" dirty="0">
                <a:solidFill>
                  <a:srgbClr val="3B2A5A"/>
                </a:solidFill>
                <a:latin typeface="Tahoma" pitchFamily="34" charset="0"/>
                <a:ea typeface="Tahoma" pitchFamily="34" charset="-122"/>
                <a:cs typeface="Tahoma" pitchFamily="34" charset="-120"/>
              </a:rPr>
              <a:t>الوقود</a:t>
            </a:r>
            <a:endParaRPr lang="ar-SA" sz="1900" dirty="0"/>
          </a:p>
        </p:txBody>
      </p:sp>
      <p:sp>
        <p:nvSpPr>
          <p:cNvPr id="18" name="s4_arrow_16"/>
          <p:cNvSpPr/>
          <p:nvPr/>
        </p:nvSpPr>
        <p:spPr>
          <a:xfrm>
            <a:off x="6035040" y="4389120"/>
            <a:ext cx="548640" cy="347472"/>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pic>
        <p:nvPicPr>
          <p:cNvPr id="19" name="s4_emo_17" descr="طاقة">    </p:cNvPr>
          <p:cNvPicPr>
            <a:picLocks noChangeAspect="1"/>
          </p:cNvPicPr>
          <p:nvPr/>
        </p:nvPicPr>
        <p:blipFill>
          <a:blip r:embed="rId8"/>
          <a:stretch>
            <a:fillRect/>
          </a:stretch>
        </p:blipFill>
        <p:spPr>
          <a:xfrm>
            <a:off x="5074920" y="4160520"/>
            <a:ext cx="777240" cy="777240"/>
          </a:xfrm>
          <a:prstGeom prst="rect">
            <a:avLst/>
          </a:prstGeom>
        </p:spPr>
      </p:pic>
      <p:pic>
        <p:nvPicPr>
          <p:cNvPr id="20" name="s4_emo_18" descr="الباندا">    </p:cNvPr>
          <p:cNvPicPr>
            <a:picLocks noChangeAspect="1"/>
          </p:cNvPicPr>
          <p:nvPr/>
        </p:nvPicPr>
        <p:blipFill>
          <a:blip r:embed="rId9"/>
          <a:stretch>
            <a:fillRect/>
          </a:stretch>
        </p:blipFill>
        <p:spPr>
          <a:xfrm>
            <a:off x="10561320" y="5120640"/>
            <a:ext cx="777240" cy="777240"/>
          </a:xfrm>
          <a:prstGeom prst="rect">
            <a:avLst/>
          </a:prstGeom>
        </p:spPr>
      </p:pic>
      <p:sp>
        <p:nvSpPr>
          <p:cNvPr id="21" name="s4_txt_19"/>
          <p:cNvSpPr txBox="1"/>
          <p:nvPr/>
        </p:nvSpPr>
        <p:spPr>
          <a:xfrm>
            <a:off x="9372600" y="5212080"/>
            <a:ext cx="1188720" cy="594360"/>
          </a:xfrm>
          <a:prstGeom prst="rect">
            <a:avLst/>
          </a:prstGeom>
          <a:noFill/>
          <a:ln/>
        </p:spPr>
        <p:txBody>
          <a:bodyPr wrap="square" lIns="762" tIns="762" rIns="762" bIns="762" rtlCol="0" anchor="ctr"/>
          <a:lstStyle/>
          <a:p>
            <a:pPr rtl="1" algn="ctr" indent="0" marL="0">
              <a:lnSpc>
                <a:spcPct val="105000"/>
              </a:lnSpc>
              <a:buNone/>
            </a:pPr>
            <a:r>
              <a:rPr lang="ar-SA" altLang="en-US" sz="1900" b="1" dirty="0">
                <a:solidFill>
                  <a:srgbClr val="3B2A5A"/>
                </a:solidFill>
                <a:latin typeface="Tahoma" pitchFamily="34" charset="0"/>
                <a:ea typeface="Tahoma" pitchFamily="34" charset="-122"/>
                <a:cs typeface="Tahoma" pitchFamily="34" charset="-120"/>
              </a:rPr>
              <a:t>الباندا</a:t>
            </a:r>
            <a:endParaRPr lang="ar-SA" sz="1900" dirty="0"/>
          </a:p>
        </p:txBody>
      </p:sp>
      <p:sp>
        <p:nvSpPr>
          <p:cNvPr id="22" name="s4_arrow_20"/>
          <p:cNvSpPr/>
          <p:nvPr/>
        </p:nvSpPr>
        <p:spPr>
          <a:xfrm>
            <a:off x="8732520" y="5349240"/>
            <a:ext cx="548640" cy="347472"/>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pic>
        <p:nvPicPr>
          <p:cNvPr id="23" name="s4_emo_21" descr="الغذاء">    </p:cNvPr>
          <p:cNvPicPr>
            <a:picLocks noChangeAspect="1"/>
          </p:cNvPicPr>
          <p:nvPr/>
        </p:nvPicPr>
        <p:blipFill>
          <a:blip r:embed="rId10"/>
          <a:stretch>
            <a:fillRect/>
          </a:stretch>
        </p:blipFill>
        <p:spPr>
          <a:xfrm>
            <a:off x="7863840" y="5120640"/>
            <a:ext cx="777240" cy="777240"/>
          </a:xfrm>
          <a:prstGeom prst="rect">
            <a:avLst/>
          </a:prstGeom>
        </p:spPr>
      </p:pic>
      <p:sp>
        <p:nvSpPr>
          <p:cNvPr id="24" name="s4_txt_22"/>
          <p:cNvSpPr txBox="1"/>
          <p:nvPr/>
        </p:nvSpPr>
        <p:spPr>
          <a:xfrm>
            <a:off x="6629400" y="5212080"/>
            <a:ext cx="1234440" cy="594360"/>
          </a:xfrm>
          <a:prstGeom prst="rect">
            <a:avLst/>
          </a:prstGeom>
          <a:noFill/>
          <a:ln/>
        </p:spPr>
        <p:txBody>
          <a:bodyPr wrap="square" lIns="762" tIns="762" rIns="762" bIns="762" rtlCol="0" anchor="ctr"/>
          <a:lstStyle/>
          <a:p>
            <a:pPr rtl="1" algn="ctr" indent="0" marL="0">
              <a:lnSpc>
                <a:spcPct val="105000"/>
              </a:lnSpc>
              <a:buNone/>
            </a:pPr>
            <a:r>
              <a:rPr lang="ar-SA" altLang="en-US" sz="1900" b="1" dirty="0">
                <a:solidFill>
                  <a:srgbClr val="3B2A5A"/>
                </a:solidFill>
                <a:latin typeface="Tahoma" pitchFamily="34" charset="0"/>
                <a:ea typeface="Tahoma" pitchFamily="34" charset="-122"/>
                <a:cs typeface="Tahoma" pitchFamily="34" charset="-120"/>
              </a:rPr>
              <a:t>الغذاء</a:t>
            </a:r>
            <a:endParaRPr lang="ar-SA" sz="1900" dirty="0"/>
          </a:p>
        </p:txBody>
      </p:sp>
      <p:sp>
        <p:nvSpPr>
          <p:cNvPr id="25" name="s4_arrow_23"/>
          <p:cNvSpPr/>
          <p:nvPr/>
        </p:nvSpPr>
        <p:spPr>
          <a:xfrm>
            <a:off x="6035040" y="5349240"/>
            <a:ext cx="548640" cy="347472"/>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pic>
        <p:nvPicPr>
          <p:cNvPr id="26" name="s4_emo_24" descr="طاقة">    </p:cNvPr>
          <p:cNvPicPr>
            <a:picLocks noChangeAspect="1"/>
          </p:cNvPicPr>
          <p:nvPr/>
        </p:nvPicPr>
        <p:blipFill>
          <a:blip r:embed="rId11"/>
          <a:stretch>
            <a:fillRect/>
          </a:stretch>
        </p:blipFill>
        <p:spPr>
          <a:xfrm>
            <a:off x="5074920" y="5120640"/>
            <a:ext cx="777240" cy="777240"/>
          </a:xfrm>
          <a:prstGeom prst="rect">
            <a:avLst/>
          </a:prstGeom>
        </p:spPr>
      </p:pic>
    </p:spTree>
  </p:cSld>
  <p:clrMapOvr>
    <a:masterClrMapping/>
  </p:clrMapOvr>
  <p:transition spd="slow">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set>
                                      <p:cBhvr>
                                        <p:cTn id="5" dur="1" fill="hold">
                                          <p:stCondLst>
                                            <p:cond delay="0"/>
                                          </p:stCondLst>
                                        </p:cTn>
                                        <p:tgtEl>
                                          <p:spTgt spid="10"/>
                                        </p:tgtEl>
                                        <p:attrNameLst>
                                          <p:attrName>style.visibility</p:attrName>
                                        </p:attrNameLst>
                                      </p:cBhvr>
                                      <p:to>
                                        <p:strVal val="visible"/>
                                      </p:to>
                                    </p:set>
                                    <p:animEffect transition="in" filter="fade">
                                      <p:cBhvr>
                                        <p:cTn id="6"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2" presetID="10"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7"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20" presetID="10" presetClass="entr" presetSubtype="0" fill="hold" nodeType="withEffect">
                                  <p:stCondLst>
                                    <p:cond delay="15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3" presetID="10" presetClass="entr" presetSubtype="0" fill="hold" nodeType="withEffect">
                                  <p:stCondLst>
                                    <p:cond delay="3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6" presetID="10" presetClass="entr" presetSubtype="0" fill="hold" nodeType="withEffect">
                                  <p:stCondLst>
                                    <p:cond delay="45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par>
                                <p:cTn id="29" presetID="10" presetClass="entr" presetSubtype="0" fill="hold" nodeType="withEffect">
                                  <p:stCondLst>
                                    <p:cond delay="60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32" presetID="10" presetClass="entr" presetSubtype="0" fill="hold" nodeType="withEffect">
                                  <p:stCondLst>
                                    <p:cond delay="75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5" presetID="10" presetClass="entr" presetSubtype="0" fill="hold" nodeType="withEffect">
                                  <p:stCondLst>
                                    <p:cond delay="90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8" presetID="10" presetClass="entr" presetSubtype="0" fill="hold" nodeType="withEffect">
                                  <p:stCondLst>
                                    <p:cond delay="105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9" fill="hold">
                      <p:stCondLst>
                        <p:cond delay="indefinite"/>
                      </p:stCondLst>
                      <p:childTnLst>
                        <p:par>
                          <p:cTn id="40" fill="hold">
                            <p:stCondLst>
                              <p:cond delay="0"/>
                            </p:stCondLst>
                            <p:childTnLst>
                              <p:par>
                                <p:cTn id="43" presetID="10" presetClass="entr" presetSubtype="0"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par>
                                <p:cTn id="46" presetID="10" presetClass="entr" presetSubtype="0" fill="hold" nodeType="withEffect">
                                  <p:stCondLst>
                                    <p:cond delay="15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par>
                                <p:cTn id="49" presetID="10" presetClass="entr" presetSubtype="0" fill="hold" nodeType="withEffect">
                                  <p:stCondLst>
                                    <p:cond delay="30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52" presetID="10" presetClass="entr" presetSubtype="0" fill="hold" nodeType="withEffect">
                                  <p:stCondLst>
                                    <p:cond delay="45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par>
                                <p:cTn id="55" presetID="10" presetClass="entr" presetSubtype="0" fill="hold" nodeType="withEffect">
                                  <p:stCondLst>
                                    <p:cond delay="60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500"/>
                                        <p:tgtEl>
                                          <p:spTgt spid="24"/>
                                        </p:tgtEl>
                                      </p:cBhvr>
                                    </p:animEffect>
                                  </p:childTnLst>
                                </p:cTn>
                              </p:par>
                              <p:par>
                                <p:cTn id="58" presetID="10" presetClass="entr" presetSubtype="0" fill="hold" nodeType="withEffect">
                                  <p:stCondLst>
                                    <p:cond delay="75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par>
                                <p:cTn id="61" presetID="10" presetClass="entr" presetSubtype="0" fill="hold" nodeType="withEffect">
                                  <p:stCondLst>
                                    <p:cond delay="90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5_title" descr="أستكشف: تجربة الأمعاء الغليظة">    </p:cNvPr>
          <p:cNvPicPr>
            <a:picLocks noChangeAspect="1"/>
          </p:cNvPicPr>
          <p:nvPr/>
        </p:nvPicPr>
        <p:blipFill>
          <a:blip r:embed="rId2"/>
          <a:stretch>
            <a:fillRect/>
          </a:stretch>
        </p:blipFill>
        <p:spPr>
          <a:xfrm>
            <a:off x="2511400" y="109728"/>
            <a:ext cx="7168896" cy="1024128"/>
          </a:xfrm>
          <a:prstGeom prst="rect">
            <a:avLst/>
          </a:prstGeom>
        </p:spPr>
      </p:pic>
      <p:sp>
        <p:nvSpPr>
          <p:cNvPr id="3" name="s5_page_1"/>
          <p:cNvSpPr txBox="1"/>
          <p:nvPr/>
        </p:nvSpPr>
        <p:spPr>
          <a:xfrm>
            <a:off x="411480" y="384048"/>
            <a:ext cx="1143000" cy="457200"/>
          </a:xfrm>
          <a:prstGeom prst="roundRect">
            <a:avLst>
              <a:gd name="adj" fmla="val 50000"/>
            </a:avLst>
          </a:prstGeom>
          <a:solidFill>
            <a:srgbClr val="FFFFFF"/>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1800" b="1" dirty="0">
                <a:solidFill>
                  <a:srgbClr val="7F5CD0"/>
                </a:solidFill>
                <a:latin typeface="Tahoma" pitchFamily="34" charset="0"/>
                <a:ea typeface="Tahoma" pitchFamily="34" charset="-122"/>
                <a:cs typeface="Tahoma" pitchFamily="34" charset="-120"/>
              </a:rPr>
              <a:t>ص ١٠٩</a:t>
            </a:r>
            <a:endParaRPr lang="ar-SA" sz="1800" dirty="0"/>
          </a:p>
        </p:txBody>
      </p:sp>
      <p:sp>
        <p:nvSpPr>
          <p:cNvPr id="4" name="s5_card_2"/>
          <p:cNvSpPr/>
          <p:nvPr/>
        </p:nvSpPr>
        <p:spPr>
          <a:xfrm>
            <a:off x="502920" y="1371600"/>
            <a:ext cx="5486400" cy="2377440"/>
          </a:xfrm>
          <a:prstGeom prst="roundRect">
            <a:avLst>
              <a:gd name="adj" fmla="val 10769"/>
            </a:avLst>
          </a:prstGeom>
          <a:solidFill>
            <a:srgbClr val="FFFFFF"/>
          </a:solidFill>
          <a:ln w="50800">
            <a:solidFill>
              <a:srgbClr val="C9B4F3"/>
            </a:solidFill>
            <a:prstDash val="solid"/>
          </a:ln>
          <a:effectLst>
            <a:outerShdw sx="100000" sy="100000" kx="0" ky="0" algn="bl" rotWithShape="0" blurRad="127000" dist="50800" dir="5400000">
              <a:srgbClr val="5B3E8E">
                <a:alpha val="20000"/>
              </a:srgbClr>
            </a:outerShdw>
          </a:effectLst>
        </p:spPr>
      </p:sp>
      <p:pic>
        <p:nvPicPr>
          <p:cNvPr id="5" name="s5_emo_3" descr="عدسة مكبرة">    </p:cNvPr>
          <p:cNvPicPr>
            <a:picLocks noChangeAspect="1"/>
          </p:cNvPicPr>
          <p:nvPr/>
        </p:nvPicPr>
        <p:blipFill>
          <a:blip r:embed="rId3"/>
          <a:stretch>
            <a:fillRect/>
          </a:stretch>
        </p:blipFill>
        <p:spPr>
          <a:xfrm>
            <a:off x="640080" y="1508760"/>
            <a:ext cx="1143000" cy="1143000"/>
          </a:xfrm>
          <a:prstGeom prst="rect">
            <a:avLst/>
          </a:prstGeom>
        </p:spPr>
      </p:pic>
      <p:sp>
        <p:nvSpPr>
          <p:cNvPr id="6" name="s5_txt_4"/>
          <p:cNvSpPr txBox="1"/>
          <p:nvPr/>
        </p:nvSpPr>
        <p:spPr>
          <a:xfrm>
            <a:off x="3291840" y="1554480"/>
            <a:ext cx="2514600" cy="502920"/>
          </a:xfrm>
          <a:prstGeom prst="roundRect">
            <a:avLst>
              <a:gd name="adj" fmla="val 50000"/>
            </a:avLst>
          </a:prstGeom>
          <a:solidFill>
            <a:srgbClr val="8E6CD8"/>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2000" b="1" dirty="0">
                <a:solidFill>
                  <a:srgbClr val="FFFFFF"/>
                </a:solidFill>
                <a:latin typeface="Tahoma" pitchFamily="34" charset="0"/>
                <a:ea typeface="Tahoma" pitchFamily="34" charset="-122"/>
                <a:cs typeface="Tahoma" pitchFamily="34" charset="-120"/>
              </a:rPr>
              <a:t>سؤال التجربة</a:t>
            </a:r>
            <a:endParaRPr lang="ar-SA" sz="2000" dirty="0"/>
          </a:p>
        </p:txBody>
      </p:sp>
      <p:sp>
        <p:nvSpPr>
          <p:cNvPr id="7" name="s5_txt_5"/>
          <p:cNvSpPr txBox="1"/>
          <p:nvPr/>
        </p:nvSpPr>
        <p:spPr>
          <a:xfrm>
            <a:off x="731520" y="2240280"/>
            <a:ext cx="5074920" cy="1325880"/>
          </a:xfrm>
          <a:prstGeom prst="rect">
            <a:avLst/>
          </a:prstGeom>
          <a:noFill/>
          <a:ln/>
        </p:spPr>
        <p:txBody>
          <a:bodyPr wrap="square" lIns="762" tIns="762" rIns="762" bIns="762" rtlCol="0" anchor="ctr"/>
          <a:lstStyle/>
          <a:p>
            <a:pPr rtl="1" algn="ctr" indent="0" marL="0">
              <a:lnSpc>
                <a:spcPct val="105000"/>
              </a:lnSpc>
              <a:buNone/>
            </a:pPr>
            <a:r>
              <a:rPr lang="ar-SA" altLang="en-US" sz="2800" b="1" dirty="0">
                <a:solidFill>
                  <a:srgbClr val="7F5CD0"/>
                </a:solidFill>
                <a:latin typeface="Tahoma" pitchFamily="34" charset="0"/>
                <a:ea typeface="Tahoma" pitchFamily="34" charset="-122"/>
                <a:cs typeface="Tahoma" pitchFamily="34" charset="-120"/>
              </a:rPr>
              <a:t>كيف تساعد الأمعاء الغليظة على عملية الهضم؟</a:t>
            </a:r>
            <a:endParaRPr lang="ar-SA" sz="2800" dirty="0"/>
          </a:p>
        </p:txBody>
      </p:sp>
      <p:sp>
        <p:nvSpPr>
          <p:cNvPr id="8" name="s5_card_6"/>
          <p:cNvSpPr/>
          <p:nvPr/>
        </p:nvSpPr>
        <p:spPr>
          <a:xfrm>
            <a:off x="502920" y="3977640"/>
            <a:ext cx="5486400" cy="2057400"/>
          </a:xfrm>
          <a:prstGeom prst="roundRect">
            <a:avLst>
              <a:gd name="adj" fmla="val 12444"/>
            </a:avLst>
          </a:prstGeom>
          <a:solidFill>
            <a:srgbClr val="FFF6CF"/>
          </a:solidFill>
          <a:ln w="50800">
            <a:solidFill>
              <a:srgbClr val="FFFFFF"/>
            </a:solidFill>
            <a:prstDash val="solid"/>
          </a:ln>
          <a:effectLst>
            <a:outerShdw sx="100000" sy="100000" kx="0" ky="0" algn="bl" rotWithShape="0" blurRad="127000" dist="50800" dir="5400000">
              <a:srgbClr val="5B3E8E">
                <a:alpha val="20000"/>
              </a:srgbClr>
            </a:outerShdw>
          </a:effectLst>
        </p:spPr>
      </p:sp>
      <p:pic>
        <p:nvPicPr>
          <p:cNvPr id="9" name="s5_emo_7" descr="أفكر">    </p:cNvPr>
          <p:cNvPicPr>
            <a:picLocks noChangeAspect="1"/>
          </p:cNvPicPr>
          <p:nvPr/>
        </p:nvPicPr>
        <p:blipFill>
          <a:blip r:embed="rId4"/>
          <a:stretch>
            <a:fillRect/>
          </a:stretch>
        </p:blipFill>
        <p:spPr>
          <a:xfrm>
            <a:off x="685800" y="4206240"/>
            <a:ext cx="1051560" cy="1051560"/>
          </a:xfrm>
          <a:prstGeom prst="rect">
            <a:avLst/>
          </a:prstGeom>
        </p:spPr>
      </p:pic>
      <p:sp>
        <p:nvSpPr>
          <p:cNvPr id="10" name="s5_txt_8"/>
          <p:cNvSpPr txBox="1"/>
          <p:nvPr/>
        </p:nvSpPr>
        <p:spPr>
          <a:xfrm>
            <a:off x="1828800" y="4114800"/>
            <a:ext cx="3977640" cy="1783080"/>
          </a:xfrm>
          <a:prstGeom prst="rect">
            <a:avLst/>
          </a:prstGeom>
          <a:noFill/>
          <a:ln/>
        </p:spPr>
        <p:txBody>
          <a:bodyPr wrap="square" lIns="762" tIns="762" rIns="762" bIns="762" rtlCol="0" anchor="ctr"/>
          <a:lstStyle/>
          <a:p>
            <a:pPr rtl="1" algn="r" indent="0" marL="0">
              <a:lnSpc>
                <a:spcPct val="105000"/>
              </a:lnSpc>
              <a:buNone/>
            </a:pPr>
            <a:r>
              <a:rPr lang="ar-SA" altLang="en-US" sz="2200" b="1" dirty="0">
                <a:solidFill>
                  <a:srgbClr val="D99400"/>
                </a:solidFill>
                <a:latin typeface="Tahoma" pitchFamily="34" charset="0"/>
                <a:ea typeface="Tahoma" pitchFamily="34" charset="-122"/>
                <a:cs typeface="Tahoma" pitchFamily="34" charset="-120"/>
              </a:rPr>
              <a:t>أتوقّع قبل أن أجرّب:</a:t>
            </a:r>
            <a:endParaRPr lang="ar-SA" sz="2200" dirty="0"/>
          </a:p>
          <a:p>
            <a:pPr rtl="1" algn="r" indent="0" marL="0">
              <a:lnSpc>
                <a:spcPct val="105000"/>
              </a:lnSpc>
              <a:buNone/>
            </a:pPr>
            <a:r>
              <a:rPr lang="ar-SA" altLang="en-US" sz="2200" dirty="0">
                <a:solidFill>
                  <a:srgbClr val="3B2A5A"/>
                </a:solidFill>
                <a:latin typeface="Tahoma" pitchFamily="34" charset="0"/>
                <a:ea typeface="Tahoma" pitchFamily="34" charset="-122"/>
                <a:cs typeface="Tahoma" pitchFamily="34" charset="-120"/>
              </a:rPr>
              <a:t>ماذا سيحدث للماء عندما نصبّه على المنشفة؟</a:t>
            </a:r>
            <a:endParaRPr lang="ar-SA" sz="2200" dirty="0"/>
          </a:p>
        </p:txBody>
      </p:sp>
      <p:sp>
        <p:nvSpPr>
          <p:cNvPr id="11" name="s5_card_9"/>
          <p:cNvSpPr/>
          <p:nvPr/>
        </p:nvSpPr>
        <p:spPr>
          <a:xfrm>
            <a:off x="6263640" y="1371600"/>
            <a:ext cx="5440680" cy="4663440"/>
          </a:xfrm>
          <a:prstGeom prst="roundRect">
            <a:avLst>
              <a:gd name="adj" fmla="val 5490"/>
            </a:avLst>
          </a:prstGeom>
          <a:solidFill>
            <a:srgbClr val="FFFFFF">
              <a:alpha val="95000"/>
            </a:srgbClr>
          </a:solidFill>
          <a:ln w="50800">
            <a:solidFill>
              <a:srgbClr val="BFE6FB"/>
            </a:solidFill>
            <a:prstDash val="solid"/>
          </a:ln>
          <a:effectLst>
            <a:outerShdw sx="100000" sy="100000" kx="0" ky="0" algn="bl" rotWithShape="0" blurRad="127000" dist="50800" dir="5400000">
              <a:srgbClr val="5B3E8E">
                <a:alpha val="20000"/>
              </a:srgbClr>
            </a:outerShdw>
          </a:effectLst>
        </p:spPr>
      </p:sp>
      <p:sp>
        <p:nvSpPr>
          <p:cNvPr id="12" name="s5_txt_10"/>
          <p:cNvSpPr txBox="1"/>
          <p:nvPr/>
        </p:nvSpPr>
        <p:spPr>
          <a:xfrm>
            <a:off x="7818120" y="1188720"/>
            <a:ext cx="2331720" cy="502920"/>
          </a:xfrm>
          <a:prstGeom prst="roundRect">
            <a:avLst>
              <a:gd name="adj" fmla="val 50000"/>
            </a:avLst>
          </a:prstGeom>
          <a:solidFill>
            <a:srgbClr val="3BA7E0"/>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2200" b="1" dirty="0">
                <a:solidFill>
                  <a:srgbClr val="FFFFFF"/>
                </a:solidFill>
                <a:latin typeface="Tahoma" pitchFamily="34" charset="0"/>
                <a:ea typeface="Tahoma" pitchFamily="34" charset="-122"/>
                <a:cs typeface="Tahoma" pitchFamily="34" charset="-120"/>
              </a:rPr>
              <a:t>الأدوات</a:t>
            </a:r>
            <a:endParaRPr lang="ar-SA" sz="2200" dirty="0"/>
          </a:p>
        </p:txBody>
      </p:sp>
      <p:pic>
        <p:nvPicPr>
          <p:cNvPr id="13" name="s5_img_11" descr="منشفة صغيرة">    </p:cNvPr>
          <p:cNvPicPr>
            <a:picLocks noChangeAspect="1"/>
          </p:cNvPicPr>
          <p:nvPr/>
        </p:nvPicPr>
        <p:blipFill>
          <a:blip r:embed="rId5"/>
          <a:stretch>
            <a:fillRect/>
          </a:stretch>
        </p:blipFill>
        <p:spPr>
          <a:xfrm>
            <a:off x="10012680" y="1828800"/>
            <a:ext cx="1463040" cy="1463040"/>
          </a:xfrm>
          <a:prstGeom prst="rect">
            <a:avLst/>
          </a:prstGeom>
        </p:spPr>
      </p:pic>
      <p:sp>
        <p:nvSpPr>
          <p:cNvPr id="14" name="s5_txt_12"/>
          <p:cNvSpPr txBox="1"/>
          <p:nvPr/>
        </p:nvSpPr>
        <p:spPr>
          <a:xfrm>
            <a:off x="9875520" y="3291840"/>
            <a:ext cx="1737360" cy="411480"/>
          </a:xfrm>
          <a:prstGeom prst="rect">
            <a:avLst/>
          </a:prstGeom>
          <a:noFill/>
          <a:ln/>
        </p:spPr>
        <p:txBody>
          <a:bodyPr wrap="square" lIns="762" tIns="762" rIns="762" bIns="762" rtlCol="0" anchor="ctr"/>
          <a:lstStyle/>
          <a:p>
            <a:pPr rtl="1" algn="ctr" indent="0" marL="0">
              <a:lnSpc>
                <a:spcPct val="105000"/>
              </a:lnSpc>
              <a:buNone/>
            </a:pPr>
            <a:r>
              <a:rPr lang="ar-SA" altLang="en-US" sz="1900" b="1" dirty="0">
                <a:solidFill>
                  <a:srgbClr val="3B2A5A"/>
                </a:solidFill>
                <a:latin typeface="Tahoma" pitchFamily="34" charset="0"/>
                <a:ea typeface="Tahoma" pitchFamily="34" charset="-122"/>
                <a:cs typeface="Tahoma" pitchFamily="34" charset="-120"/>
              </a:rPr>
              <a:t>منشفة صغيرة</a:t>
            </a:r>
            <a:endParaRPr lang="ar-SA" sz="1900" dirty="0"/>
          </a:p>
        </p:txBody>
      </p:sp>
      <p:pic>
        <p:nvPicPr>
          <p:cNvPr id="15" name="s5_img_13" descr="مشبك تثبيت">    </p:cNvPr>
          <p:cNvPicPr>
            <a:picLocks noChangeAspect="1"/>
          </p:cNvPicPr>
          <p:nvPr/>
        </p:nvPicPr>
        <p:blipFill>
          <a:blip r:embed="rId6"/>
          <a:stretch>
            <a:fillRect/>
          </a:stretch>
        </p:blipFill>
        <p:spPr>
          <a:xfrm>
            <a:off x="8229600" y="1828800"/>
            <a:ext cx="1463040" cy="1463040"/>
          </a:xfrm>
          <a:prstGeom prst="rect">
            <a:avLst/>
          </a:prstGeom>
        </p:spPr>
      </p:pic>
      <p:sp>
        <p:nvSpPr>
          <p:cNvPr id="16" name="s5_txt_14"/>
          <p:cNvSpPr txBox="1"/>
          <p:nvPr/>
        </p:nvSpPr>
        <p:spPr>
          <a:xfrm>
            <a:off x="8092440" y="3291840"/>
            <a:ext cx="1737360" cy="411480"/>
          </a:xfrm>
          <a:prstGeom prst="rect">
            <a:avLst/>
          </a:prstGeom>
          <a:noFill/>
          <a:ln/>
        </p:spPr>
        <p:txBody>
          <a:bodyPr wrap="square" lIns="762" tIns="762" rIns="762" bIns="762" rtlCol="0" anchor="ctr"/>
          <a:lstStyle/>
          <a:p>
            <a:pPr rtl="1" algn="ctr" indent="0" marL="0">
              <a:lnSpc>
                <a:spcPct val="105000"/>
              </a:lnSpc>
              <a:buNone/>
            </a:pPr>
            <a:r>
              <a:rPr lang="ar-SA" altLang="en-US" sz="1900" b="1" dirty="0">
                <a:solidFill>
                  <a:srgbClr val="3B2A5A"/>
                </a:solidFill>
                <a:latin typeface="Tahoma" pitchFamily="34" charset="0"/>
                <a:ea typeface="Tahoma" pitchFamily="34" charset="-122"/>
                <a:cs typeface="Tahoma" pitchFamily="34" charset="-120"/>
              </a:rPr>
              <a:t>مشبك تثبيت</a:t>
            </a:r>
            <a:endParaRPr lang="ar-SA" sz="1900" dirty="0"/>
          </a:p>
        </p:txBody>
      </p:sp>
      <p:pic>
        <p:nvPicPr>
          <p:cNvPr id="17" name="s5_img_15" descr="ماء">    </p:cNvPr>
          <p:cNvPicPr>
            <a:picLocks noChangeAspect="1"/>
          </p:cNvPicPr>
          <p:nvPr/>
        </p:nvPicPr>
        <p:blipFill>
          <a:blip r:embed="rId7"/>
          <a:stretch>
            <a:fillRect/>
          </a:stretch>
        </p:blipFill>
        <p:spPr>
          <a:xfrm>
            <a:off x="6446520" y="1828800"/>
            <a:ext cx="1463040" cy="1463040"/>
          </a:xfrm>
          <a:prstGeom prst="rect">
            <a:avLst/>
          </a:prstGeom>
        </p:spPr>
      </p:pic>
      <p:sp>
        <p:nvSpPr>
          <p:cNvPr id="18" name="s5_txt_16"/>
          <p:cNvSpPr txBox="1"/>
          <p:nvPr/>
        </p:nvSpPr>
        <p:spPr>
          <a:xfrm>
            <a:off x="6309360" y="3291840"/>
            <a:ext cx="1737360" cy="411480"/>
          </a:xfrm>
          <a:prstGeom prst="rect">
            <a:avLst/>
          </a:prstGeom>
          <a:noFill/>
          <a:ln/>
        </p:spPr>
        <p:txBody>
          <a:bodyPr wrap="square" lIns="762" tIns="762" rIns="762" bIns="762" rtlCol="0" anchor="ctr"/>
          <a:lstStyle/>
          <a:p>
            <a:pPr rtl="1" algn="ctr" indent="0" marL="0">
              <a:lnSpc>
                <a:spcPct val="105000"/>
              </a:lnSpc>
              <a:buNone/>
            </a:pPr>
            <a:r>
              <a:rPr lang="ar-SA" altLang="en-US" sz="1900" b="1" dirty="0">
                <a:solidFill>
                  <a:srgbClr val="3B2A5A"/>
                </a:solidFill>
                <a:latin typeface="Tahoma" pitchFamily="34" charset="0"/>
                <a:ea typeface="Tahoma" pitchFamily="34" charset="-122"/>
                <a:cs typeface="Tahoma" pitchFamily="34" charset="-120"/>
              </a:rPr>
              <a:t>ماء</a:t>
            </a:r>
            <a:endParaRPr lang="ar-SA" sz="1900" dirty="0"/>
          </a:p>
        </p:txBody>
      </p:sp>
      <p:pic>
        <p:nvPicPr>
          <p:cNvPr id="19" name="s5_img_17" descr="وعاء">    </p:cNvPr>
          <p:cNvPicPr>
            <a:picLocks noChangeAspect="1"/>
          </p:cNvPicPr>
          <p:nvPr/>
        </p:nvPicPr>
        <p:blipFill>
          <a:blip r:embed="rId8"/>
          <a:stretch>
            <a:fillRect/>
          </a:stretch>
        </p:blipFill>
        <p:spPr>
          <a:xfrm>
            <a:off x="9144000" y="3886200"/>
            <a:ext cx="1463040" cy="1463040"/>
          </a:xfrm>
          <a:prstGeom prst="rect">
            <a:avLst/>
          </a:prstGeom>
        </p:spPr>
      </p:pic>
      <p:sp>
        <p:nvSpPr>
          <p:cNvPr id="20" name="s5_txt_18"/>
          <p:cNvSpPr txBox="1"/>
          <p:nvPr/>
        </p:nvSpPr>
        <p:spPr>
          <a:xfrm>
            <a:off x="9006840" y="5349240"/>
            <a:ext cx="1737360" cy="411480"/>
          </a:xfrm>
          <a:prstGeom prst="rect">
            <a:avLst/>
          </a:prstGeom>
          <a:noFill/>
          <a:ln/>
        </p:spPr>
        <p:txBody>
          <a:bodyPr wrap="square" lIns="762" tIns="762" rIns="762" bIns="762" rtlCol="0" anchor="ctr"/>
          <a:lstStyle/>
          <a:p>
            <a:pPr rtl="1" algn="ctr" indent="0" marL="0">
              <a:lnSpc>
                <a:spcPct val="105000"/>
              </a:lnSpc>
              <a:buNone/>
            </a:pPr>
            <a:r>
              <a:rPr lang="ar-SA" altLang="en-US" sz="1900" b="1" dirty="0">
                <a:solidFill>
                  <a:srgbClr val="3B2A5A"/>
                </a:solidFill>
                <a:latin typeface="Tahoma" pitchFamily="34" charset="0"/>
                <a:ea typeface="Tahoma" pitchFamily="34" charset="-122"/>
                <a:cs typeface="Tahoma" pitchFamily="34" charset="-120"/>
              </a:rPr>
              <a:t>وعاء</a:t>
            </a:r>
            <a:endParaRPr lang="ar-SA" sz="1900" dirty="0"/>
          </a:p>
        </p:txBody>
      </p:sp>
      <p:pic>
        <p:nvPicPr>
          <p:cNvPr id="21" name="s5_emo_19" descr="ساعة إيقاف">    </p:cNvPr>
          <p:cNvPicPr>
            <a:picLocks noChangeAspect="1"/>
          </p:cNvPicPr>
          <p:nvPr/>
        </p:nvPicPr>
        <p:blipFill>
          <a:blip r:embed="rId9"/>
          <a:stretch>
            <a:fillRect/>
          </a:stretch>
        </p:blipFill>
        <p:spPr>
          <a:xfrm>
            <a:off x="7452360" y="3977640"/>
            <a:ext cx="1280160" cy="1280160"/>
          </a:xfrm>
          <a:prstGeom prst="rect">
            <a:avLst/>
          </a:prstGeom>
        </p:spPr>
      </p:pic>
      <p:sp>
        <p:nvSpPr>
          <p:cNvPr id="22" name="s5_txt_20"/>
          <p:cNvSpPr txBox="1"/>
          <p:nvPr/>
        </p:nvSpPr>
        <p:spPr>
          <a:xfrm>
            <a:off x="7223760" y="5349240"/>
            <a:ext cx="1737360" cy="411480"/>
          </a:xfrm>
          <a:prstGeom prst="rect">
            <a:avLst/>
          </a:prstGeom>
          <a:noFill/>
          <a:ln/>
        </p:spPr>
        <p:txBody>
          <a:bodyPr wrap="square" lIns="762" tIns="762" rIns="762" bIns="762" rtlCol="0" anchor="ctr"/>
          <a:lstStyle/>
          <a:p>
            <a:pPr rtl="1" algn="ctr" indent="0" marL="0">
              <a:lnSpc>
                <a:spcPct val="105000"/>
              </a:lnSpc>
              <a:buNone/>
            </a:pPr>
            <a:r>
              <a:rPr lang="ar-SA" altLang="en-US" sz="1900" b="1" dirty="0">
                <a:solidFill>
                  <a:srgbClr val="3B2A5A"/>
                </a:solidFill>
                <a:latin typeface="Tahoma" pitchFamily="34" charset="0"/>
                <a:ea typeface="Tahoma" pitchFamily="34" charset="-122"/>
                <a:cs typeface="Tahoma" pitchFamily="34" charset="-120"/>
              </a:rPr>
              <a:t>ساعة إيقاف</a:t>
            </a:r>
            <a:endParaRPr lang="ar-SA" sz="19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nodeType="clickEffect">
                                  <p:stCondLst>
                                    <p:cond delay="0"/>
                                  </p:stCondLst>
                                  <p:childTnLst>
                                    <p:set>
                                      <p:cBhvr>
                                        <p:cTn id="5" dur="1" fill="hold">
                                          <p:stCondLst>
                                            <p:cond delay="0"/>
                                          </p:stCondLst>
                                        </p:cTn>
                                        <p:tgtEl>
                                          <p:spTgt spid="13"/>
                                        </p:tgtEl>
                                        <p:attrNameLst>
                                          <p:attrName>style.visibility</p:attrName>
                                        </p:attrNameLst>
                                      </p:cBhvr>
                                      <p:to>
                                        <p:strVal val="visible"/>
                                      </p:to>
                                    </p:set>
                                    <p:anim calcmode="lin" valueType="num">
                                      <p:cBhvr>
                                        <p:cTn id="6" dur="500" fill="hold"/>
                                        <p:tgtEl>
                                          <p:spTgt spid="13"/>
                                        </p:tgtEl>
                                        <p:attrNameLst>
                                          <p:attrName>ppt_w</p:attrName>
                                        </p:attrNameLst>
                                      </p:cBhvr>
                                      <p:tavLst>
                                        <p:tav tm="0">
                                          <p:val>
                                            <p:fltVal val="0"/>
                                          </p:val>
                                        </p:tav>
                                        <p:tav tm="100000">
                                          <p:val>
                                            <p:strVal val="#ppt_w"/>
                                          </p:val>
                                        </p:tav>
                                      </p:tavLst>
                                    </p:anim>
                                    <p:anim calcmode="lin" valueType="num">
                                      <p:cBhvr>
                                        <p:cTn id="7" dur="500" fill="hold"/>
                                        <p:tgtEl>
                                          <p:spTgt spid="13"/>
                                        </p:tgtEl>
                                        <p:attrNameLst>
                                          <p:attrName>ppt_h</p:attrName>
                                        </p:attrNameLst>
                                      </p:cBhvr>
                                      <p:tavLst>
                                        <p:tav tm="0">
                                          <p:val>
                                            <p:fltVal val="0"/>
                                          </p:val>
                                        </p:tav>
                                        <p:tav tm="100000">
                                          <p:val>
                                            <p:strVal val="#ppt_h"/>
                                          </p:val>
                                        </p:tav>
                                      </p:tavLst>
                                    </p:anim>
                                    <p:animEffect transition="in" filter="fade">
                                      <p:cBhvr>
                                        <p:cTn id="8" dur="500"/>
                                        <p:tgtEl>
                                          <p:spTgt spid="13"/>
                                        </p:tgtEl>
                                      </p:cBhvr>
                                    </p:animEffect>
                                  </p:childTnLst>
                                </p:cTn>
                              </p:par>
                              <p:par>
                                <p:cTn id="14" presetID="53" presetClass="entr" presetSubtype="16"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500" fill="hold"/>
                                        <p:tgtEl>
                                          <p:spTgt spid="14"/>
                                        </p:tgtEl>
                                        <p:attrNameLst>
                                          <p:attrName>ppt_w</p:attrName>
                                        </p:attrNameLst>
                                      </p:cBhvr>
                                      <p:tavLst>
                                        <p:tav tm="0">
                                          <p:val>
                                            <p:fltVal val="0"/>
                                          </p:val>
                                        </p:tav>
                                        <p:tav tm="100000">
                                          <p:val>
                                            <p:strVal val="#ppt_w"/>
                                          </p:val>
                                        </p:tav>
                                      </p:tavLst>
                                    </p:anim>
                                    <p:anim calcmode="lin" valueType="num">
                                      <p:cBhvr>
                                        <p:cTn id="12" dur="500" fill="hold"/>
                                        <p:tgtEl>
                                          <p:spTgt spid="14"/>
                                        </p:tgtEl>
                                        <p:attrNameLst>
                                          <p:attrName>ppt_h</p:attrName>
                                        </p:attrNameLst>
                                      </p:cBhvr>
                                      <p:tavLst>
                                        <p:tav tm="0">
                                          <p:val>
                                            <p:fltVal val="0"/>
                                          </p:val>
                                        </p:tav>
                                        <p:tav tm="100000">
                                          <p:val>
                                            <p:strVal val="#ppt_h"/>
                                          </p:val>
                                        </p:tav>
                                      </p:tavLst>
                                    </p:anim>
                                    <p:animEffect transition="in" filter="fade">
                                      <p:cBhvr>
                                        <p:cTn id="13" dur="500"/>
                                        <p:tgtEl>
                                          <p:spTgt spid="14"/>
                                        </p:tgtEl>
                                      </p:cBhvr>
                                    </p:animEffect>
                                  </p:childTnLst>
                                </p:cTn>
                              </p:par>
                              <p:par>
                                <p:cTn id="19" presetID="53" presetClass="entr" presetSubtype="16" fill="hold" nodeType="withEffect">
                                  <p:stCondLst>
                                    <p:cond delay="250"/>
                                  </p:stCondLst>
                                  <p:childTnLst>
                                    <p:set>
                                      <p:cBhvr>
                                        <p:cTn id="15" dur="1" fill="hold">
                                          <p:stCondLst>
                                            <p:cond delay="0"/>
                                          </p:stCondLst>
                                        </p:cTn>
                                        <p:tgtEl>
                                          <p:spTgt spid="15"/>
                                        </p:tgtEl>
                                        <p:attrNameLst>
                                          <p:attrName>style.visibility</p:attrName>
                                        </p:attrNameLst>
                                      </p:cBhvr>
                                      <p:to>
                                        <p:strVal val="visible"/>
                                      </p:to>
                                    </p:set>
                                    <p:anim calcmode="lin" valueType="num">
                                      <p:cBhvr>
                                        <p:cTn id="16" dur="500" fill="hold"/>
                                        <p:tgtEl>
                                          <p:spTgt spid="15"/>
                                        </p:tgtEl>
                                        <p:attrNameLst>
                                          <p:attrName>ppt_w</p:attrName>
                                        </p:attrNameLst>
                                      </p:cBhvr>
                                      <p:tavLst>
                                        <p:tav tm="0">
                                          <p:val>
                                            <p:fltVal val="0"/>
                                          </p:val>
                                        </p:tav>
                                        <p:tav tm="100000">
                                          <p:val>
                                            <p:strVal val="#ppt_w"/>
                                          </p:val>
                                        </p:tav>
                                      </p:tavLst>
                                    </p:anim>
                                    <p:anim calcmode="lin" valueType="num">
                                      <p:cBhvr>
                                        <p:cTn id="17" dur="500" fill="hold"/>
                                        <p:tgtEl>
                                          <p:spTgt spid="15"/>
                                        </p:tgtEl>
                                        <p:attrNameLst>
                                          <p:attrName>ppt_h</p:attrName>
                                        </p:attrNameLst>
                                      </p:cBhvr>
                                      <p:tavLst>
                                        <p:tav tm="0">
                                          <p:val>
                                            <p:fltVal val="0"/>
                                          </p:val>
                                        </p:tav>
                                        <p:tav tm="100000">
                                          <p:val>
                                            <p:strVal val="#ppt_h"/>
                                          </p:val>
                                        </p:tav>
                                      </p:tavLst>
                                    </p:anim>
                                    <p:animEffect transition="in" filter="fade">
                                      <p:cBhvr>
                                        <p:cTn id="18" dur="500"/>
                                        <p:tgtEl>
                                          <p:spTgt spid="15"/>
                                        </p:tgtEl>
                                      </p:cBhvr>
                                    </p:animEffect>
                                  </p:childTnLst>
                                </p:cTn>
                              </p:par>
                              <p:par>
                                <p:cTn id="24" presetID="53" presetClass="entr" presetSubtype="16" fill="hold" nodeType="withEffect">
                                  <p:stCondLst>
                                    <p:cond delay="25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Effect transition="in" filter="fade">
                                      <p:cBhvr>
                                        <p:cTn id="23" dur="500"/>
                                        <p:tgtEl>
                                          <p:spTgt spid="16"/>
                                        </p:tgtEl>
                                      </p:cBhvr>
                                    </p:animEffect>
                                  </p:childTnLst>
                                </p:cTn>
                              </p:par>
                              <p:par>
                                <p:cTn id="29" presetID="53" presetClass="entr" presetSubtype="16" fill="hold" nodeType="withEffect">
                                  <p:stCondLst>
                                    <p:cond delay="500"/>
                                  </p:stCondLst>
                                  <p:childTnLst>
                                    <p:set>
                                      <p:cBhvr>
                                        <p:cTn id="25" dur="1" fill="hold">
                                          <p:stCondLst>
                                            <p:cond delay="0"/>
                                          </p:stCondLst>
                                        </p:cTn>
                                        <p:tgtEl>
                                          <p:spTgt spid="17"/>
                                        </p:tgtEl>
                                        <p:attrNameLst>
                                          <p:attrName>style.visibility</p:attrName>
                                        </p:attrNameLst>
                                      </p:cBhvr>
                                      <p:to>
                                        <p:strVal val="visible"/>
                                      </p:to>
                                    </p:set>
                                    <p:anim calcmode="lin" valueType="num">
                                      <p:cBhvr>
                                        <p:cTn id="26" dur="500" fill="hold"/>
                                        <p:tgtEl>
                                          <p:spTgt spid="17"/>
                                        </p:tgtEl>
                                        <p:attrNameLst>
                                          <p:attrName>ppt_w</p:attrName>
                                        </p:attrNameLst>
                                      </p:cBhvr>
                                      <p:tavLst>
                                        <p:tav tm="0">
                                          <p:val>
                                            <p:fltVal val="0"/>
                                          </p:val>
                                        </p:tav>
                                        <p:tav tm="100000">
                                          <p:val>
                                            <p:strVal val="#ppt_w"/>
                                          </p:val>
                                        </p:tav>
                                      </p:tavLst>
                                    </p:anim>
                                    <p:anim calcmode="lin" valueType="num">
                                      <p:cBhvr>
                                        <p:cTn id="27" dur="500" fill="hold"/>
                                        <p:tgtEl>
                                          <p:spTgt spid="17"/>
                                        </p:tgtEl>
                                        <p:attrNameLst>
                                          <p:attrName>ppt_h</p:attrName>
                                        </p:attrNameLst>
                                      </p:cBhvr>
                                      <p:tavLst>
                                        <p:tav tm="0">
                                          <p:val>
                                            <p:fltVal val="0"/>
                                          </p:val>
                                        </p:tav>
                                        <p:tav tm="100000">
                                          <p:val>
                                            <p:strVal val="#ppt_h"/>
                                          </p:val>
                                        </p:tav>
                                      </p:tavLst>
                                    </p:anim>
                                    <p:animEffect transition="in" filter="fade">
                                      <p:cBhvr>
                                        <p:cTn id="28" dur="500"/>
                                        <p:tgtEl>
                                          <p:spTgt spid="17"/>
                                        </p:tgtEl>
                                      </p:cBhvr>
                                    </p:animEffect>
                                  </p:childTnLst>
                                </p:cTn>
                              </p:par>
                              <p:par>
                                <p:cTn id="34" presetID="53" presetClass="entr" presetSubtype="16" fill="hold" nodeType="withEffect">
                                  <p:stCondLst>
                                    <p:cond delay="500"/>
                                  </p:stCondLst>
                                  <p:childTnLst>
                                    <p:set>
                                      <p:cBhvr>
                                        <p:cTn id="30" dur="1" fill="hold">
                                          <p:stCondLst>
                                            <p:cond delay="0"/>
                                          </p:stCondLst>
                                        </p:cTn>
                                        <p:tgtEl>
                                          <p:spTgt spid="18"/>
                                        </p:tgtEl>
                                        <p:attrNameLst>
                                          <p:attrName>style.visibility</p:attrName>
                                        </p:attrNameLst>
                                      </p:cBhvr>
                                      <p:to>
                                        <p:strVal val="visible"/>
                                      </p:to>
                                    </p:set>
                                    <p:anim calcmode="lin" valueType="num">
                                      <p:cBhvr>
                                        <p:cTn id="31" dur="500" fill="hold"/>
                                        <p:tgtEl>
                                          <p:spTgt spid="18"/>
                                        </p:tgtEl>
                                        <p:attrNameLst>
                                          <p:attrName>ppt_w</p:attrName>
                                        </p:attrNameLst>
                                      </p:cBhvr>
                                      <p:tavLst>
                                        <p:tav tm="0">
                                          <p:val>
                                            <p:fltVal val="0"/>
                                          </p:val>
                                        </p:tav>
                                        <p:tav tm="100000">
                                          <p:val>
                                            <p:strVal val="#ppt_w"/>
                                          </p:val>
                                        </p:tav>
                                      </p:tavLst>
                                    </p:anim>
                                    <p:anim calcmode="lin" valueType="num">
                                      <p:cBhvr>
                                        <p:cTn id="32" dur="500" fill="hold"/>
                                        <p:tgtEl>
                                          <p:spTgt spid="18"/>
                                        </p:tgtEl>
                                        <p:attrNameLst>
                                          <p:attrName>ppt_h</p:attrName>
                                        </p:attrNameLst>
                                      </p:cBhvr>
                                      <p:tavLst>
                                        <p:tav tm="0">
                                          <p:val>
                                            <p:fltVal val="0"/>
                                          </p:val>
                                        </p:tav>
                                        <p:tav tm="100000">
                                          <p:val>
                                            <p:strVal val="#ppt_h"/>
                                          </p:val>
                                        </p:tav>
                                      </p:tavLst>
                                    </p:anim>
                                    <p:animEffect transition="in" filter="fade">
                                      <p:cBhvr>
                                        <p:cTn id="33" dur="500"/>
                                        <p:tgtEl>
                                          <p:spTgt spid="18"/>
                                        </p:tgtEl>
                                      </p:cBhvr>
                                    </p:animEffect>
                                  </p:childTnLst>
                                </p:cTn>
                              </p:par>
                              <p:par>
                                <p:cTn id="39" presetID="53" presetClass="entr" presetSubtype="16" fill="hold" nodeType="withEffect">
                                  <p:stCondLst>
                                    <p:cond delay="750"/>
                                  </p:stCondLst>
                                  <p:childTnLst>
                                    <p:set>
                                      <p:cBhvr>
                                        <p:cTn id="35" dur="1" fill="hold">
                                          <p:stCondLst>
                                            <p:cond delay="0"/>
                                          </p:stCondLst>
                                        </p:cTn>
                                        <p:tgtEl>
                                          <p:spTgt spid="19"/>
                                        </p:tgtEl>
                                        <p:attrNameLst>
                                          <p:attrName>style.visibility</p:attrName>
                                        </p:attrNameLst>
                                      </p:cBhvr>
                                      <p:to>
                                        <p:strVal val="visible"/>
                                      </p:to>
                                    </p:set>
                                    <p:anim calcmode="lin" valueType="num">
                                      <p:cBhvr>
                                        <p:cTn id="36" dur="500" fill="hold"/>
                                        <p:tgtEl>
                                          <p:spTgt spid="19"/>
                                        </p:tgtEl>
                                        <p:attrNameLst>
                                          <p:attrName>ppt_w</p:attrName>
                                        </p:attrNameLst>
                                      </p:cBhvr>
                                      <p:tavLst>
                                        <p:tav tm="0">
                                          <p:val>
                                            <p:fltVal val="0"/>
                                          </p:val>
                                        </p:tav>
                                        <p:tav tm="100000">
                                          <p:val>
                                            <p:strVal val="#ppt_w"/>
                                          </p:val>
                                        </p:tav>
                                      </p:tavLst>
                                    </p:anim>
                                    <p:anim calcmode="lin" valueType="num">
                                      <p:cBhvr>
                                        <p:cTn id="37" dur="500" fill="hold"/>
                                        <p:tgtEl>
                                          <p:spTgt spid="19"/>
                                        </p:tgtEl>
                                        <p:attrNameLst>
                                          <p:attrName>ppt_h</p:attrName>
                                        </p:attrNameLst>
                                      </p:cBhvr>
                                      <p:tavLst>
                                        <p:tav tm="0">
                                          <p:val>
                                            <p:fltVal val="0"/>
                                          </p:val>
                                        </p:tav>
                                        <p:tav tm="100000">
                                          <p:val>
                                            <p:strVal val="#ppt_h"/>
                                          </p:val>
                                        </p:tav>
                                      </p:tavLst>
                                    </p:anim>
                                    <p:animEffect transition="in" filter="fade">
                                      <p:cBhvr>
                                        <p:cTn id="38" dur="500"/>
                                        <p:tgtEl>
                                          <p:spTgt spid="19"/>
                                        </p:tgtEl>
                                      </p:cBhvr>
                                    </p:animEffect>
                                  </p:childTnLst>
                                </p:cTn>
                              </p:par>
                              <p:par>
                                <p:cTn id="44" presetID="53" presetClass="entr" presetSubtype="16" fill="hold" nodeType="withEffect">
                                  <p:stCondLst>
                                    <p:cond delay="750"/>
                                  </p:stCondLst>
                                  <p:childTnLst>
                                    <p:set>
                                      <p:cBhvr>
                                        <p:cTn id="40" dur="1" fill="hold">
                                          <p:stCondLst>
                                            <p:cond delay="0"/>
                                          </p:stCondLst>
                                        </p:cTn>
                                        <p:tgtEl>
                                          <p:spTgt spid="20"/>
                                        </p:tgtEl>
                                        <p:attrNameLst>
                                          <p:attrName>style.visibility</p:attrName>
                                        </p:attrNameLst>
                                      </p:cBhvr>
                                      <p:to>
                                        <p:strVal val="visible"/>
                                      </p:to>
                                    </p:set>
                                    <p:anim calcmode="lin" valueType="num">
                                      <p:cBhvr>
                                        <p:cTn id="41" dur="500" fill="hold"/>
                                        <p:tgtEl>
                                          <p:spTgt spid="20"/>
                                        </p:tgtEl>
                                        <p:attrNameLst>
                                          <p:attrName>ppt_w</p:attrName>
                                        </p:attrNameLst>
                                      </p:cBhvr>
                                      <p:tavLst>
                                        <p:tav tm="0">
                                          <p:val>
                                            <p:fltVal val="0"/>
                                          </p:val>
                                        </p:tav>
                                        <p:tav tm="100000">
                                          <p:val>
                                            <p:strVal val="#ppt_w"/>
                                          </p:val>
                                        </p:tav>
                                      </p:tavLst>
                                    </p:anim>
                                    <p:anim calcmode="lin" valueType="num">
                                      <p:cBhvr>
                                        <p:cTn id="42" dur="500" fill="hold"/>
                                        <p:tgtEl>
                                          <p:spTgt spid="20"/>
                                        </p:tgtEl>
                                        <p:attrNameLst>
                                          <p:attrName>ppt_h</p:attrName>
                                        </p:attrNameLst>
                                      </p:cBhvr>
                                      <p:tavLst>
                                        <p:tav tm="0">
                                          <p:val>
                                            <p:fltVal val="0"/>
                                          </p:val>
                                        </p:tav>
                                        <p:tav tm="100000">
                                          <p:val>
                                            <p:strVal val="#ppt_h"/>
                                          </p:val>
                                        </p:tav>
                                      </p:tavLst>
                                    </p:anim>
                                    <p:animEffect transition="in" filter="fade">
                                      <p:cBhvr>
                                        <p:cTn id="43" dur="500"/>
                                        <p:tgtEl>
                                          <p:spTgt spid="20"/>
                                        </p:tgtEl>
                                      </p:cBhvr>
                                    </p:animEffect>
                                  </p:childTnLst>
                                </p:cTn>
                              </p:par>
                              <p:par>
                                <p:cTn id="49" presetID="53" presetClass="entr" presetSubtype="16" fill="hold" nodeType="withEffect">
                                  <p:stCondLst>
                                    <p:cond delay="1000"/>
                                  </p:stCondLst>
                                  <p:childTnLst>
                                    <p:set>
                                      <p:cBhvr>
                                        <p:cTn id="45" dur="1" fill="hold">
                                          <p:stCondLst>
                                            <p:cond delay="0"/>
                                          </p:stCondLst>
                                        </p:cTn>
                                        <p:tgtEl>
                                          <p:spTgt spid="21"/>
                                        </p:tgtEl>
                                        <p:attrNameLst>
                                          <p:attrName>style.visibility</p:attrName>
                                        </p:attrNameLst>
                                      </p:cBhvr>
                                      <p:to>
                                        <p:strVal val="visible"/>
                                      </p:to>
                                    </p:set>
                                    <p:anim calcmode="lin" valueType="num">
                                      <p:cBhvr>
                                        <p:cTn id="46" dur="500" fill="hold"/>
                                        <p:tgtEl>
                                          <p:spTgt spid="21"/>
                                        </p:tgtEl>
                                        <p:attrNameLst>
                                          <p:attrName>ppt_w</p:attrName>
                                        </p:attrNameLst>
                                      </p:cBhvr>
                                      <p:tavLst>
                                        <p:tav tm="0">
                                          <p:val>
                                            <p:fltVal val="0"/>
                                          </p:val>
                                        </p:tav>
                                        <p:tav tm="100000">
                                          <p:val>
                                            <p:strVal val="#ppt_w"/>
                                          </p:val>
                                        </p:tav>
                                      </p:tavLst>
                                    </p:anim>
                                    <p:anim calcmode="lin" valueType="num">
                                      <p:cBhvr>
                                        <p:cTn id="47" dur="500" fill="hold"/>
                                        <p:tgtEl>
                                          <p:spTgt spid="21"/>
                                        </p:tgtEl>
                                        <p:attrNameLst>
                                          <p:attrName>ppt_h</p:attrName>
                                        </p:attrNameLst>
                                      </p:cBhvr>
                                      <p:tavLst>
                                        <p:tav tm="0">
                                          <p:val>
                                            <p:fltVal val="0"/>
                                          </p:val>
                                        </p:tav>
                                        <p:tav tm="100000">
                                          <p:val>
                                            <p:strVal val="#ppt_h"/>
                                          </p:val>
                                        </p:tav>
                                      </p:tavLst>
                                    </p:anim>
                                    <p:animEffect transition="in" filter="fade">
                                      <p:cBhvr>
                                        <p:cTn id="48" dur="500"/>
                                        <p:tgtEl>
                                          <p:spTgt spid="21"/>
                                        </p:tgtEl>
                                      </p:cBhvr>
                                    </p:animEffect>
                                  </p:childTnLst>
                                </p:cTn>
                              </p:par>
                              <p:par>
                                <p:cTn id="54" presetID="53" presetClass="entr" presetSubtype="16" fill="hold" nodeType="withEffect">
                                  <p:stCondLst>
                                    <p:cond delay="1000"/>
                                  </p:stCondLst>
                                  <p:childTnLst>
                                    <p:set>
                                      <p:cBhvr>
                                        <p:cTn id="50" dur="1" fill="hold">
                                          <p:stCondLst>
                                            <p:cond delay="0"/>
                                          </p:stCondLst>
                                        </p:cTn>
                                        <p:tgtEl>
                                          <p:spTgt spid="22"/>
                                        </p:tgtEl>
                                        <p:attrNameLst>
                                          <p:attrName>style.visibility</p:attrName>
                                        </p:attrNameLst>
                                      </p:cBhvr>
                                      <p:to>
                                        <p:strVal val="visible"/>
                                      </p:to>
                                    </p:set>
                                    <p:anim calcmode="lin" valueType="num">
                                      <p:cBhvr>
                                        <p:cTn id="51" dur="500" fill="hold"/>
                                        <p:tgtEl>
                                          <p:spTgt spid="22"/>
                                        </p:tgtEl>
                                        <p:attrNameLst>
                                          <p:attrName>ppt_w</p:attrName>
                                        </p:attrNameLst>
                                      </p:cBhvr>
                                      <p:tavLst>
                                        <p:tav tm="0">
                                          <p:val>
                                            <p:fltVal val="0"/>
                                          </p:val>
                                        </p:tav>
                                        <p:tav tm="100000">
                                          <p:val>
                                            <p:strVal val="#ppt_w"/>
                                          </p:val>
                                        </p:tav>
                                      </p:tavLst>
                                    </p:anim>
                                    <p:anim calcmode="lin" valueType="num">
                                      <p:cBhvr>
                                        <p:cTn id="52" dur="500" fill="hold"/>
                                        <p:tgtEl>
                                          <p:spTgt spid="22"/>
                                        </p:tgtEl>
                                        <p:attrNameLst>
                                          <p:attrName>ppt_h</p:attrName>
                                        </p:attrNameLst>
                                      </p:cBhvr>
                                      <p:tavLst>
                                        <p:tav tm="0">
                                          <p:val>
                                            <p:fltVal val="0"/>
                                          </p:val>
                                        </p:tav>
                                        <p:tav tm="100000">
                                          <p:val>
                                            <p:strVal val="#ppt_h"/>
                                          </p:val>
                                        </p:tav>
                                      </p:tavLst>
                                    </p:anim>
                                    <p:animEffect transition="in" filter="fade">
                                      <p:cBhvr>
                                        <p:cTn id="53" dur="500"/>
                                        <p:tgtEl>
                                          <p:spTgt spid="22"/>
                                        </p:tgtEl>
                                      </p:cBhvr>
                                    </p:animEffect>
                                  </p:childTnLst>
                                </p:cTn>
                              </p:par>
                            </p:childTnLst>
                          </p:cTn>
                        </p:par>
                      </p:childTnLst>
                    </p:cTn>
                  </p:par>
                  <p:par>
                    <p:cTn id="55" fill="hold">
                      <p:stCondLst>
                        <p:cond delay="indefinite"/>
                      </p:stCondLst>
                      <p:childTnLst>
                        <p:par>
                          <p:cTn id="56" fill="hold">
                            <p:stCondLst>
                              <p:cond delay="0"/>
                            </p:stCondLst>
                            <p:childTnLst>
                              <p:par>
                                <p:cTn id="59" presetID="10" presetClass="entr" presetSubtype="0" fill="hold" nodeType="click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fade">
                                      <p:cBhvr>
                                        <p:cTn id="58" dur="500"/>
                                        <p:tgtEl>
                                          <p:spTgt spid="8"/>
                                        </p:tgtEl>
                                      </p:cBhvr>
                                    </p:animEffect>
                                  </p:childTnLst>
                                </p:cTn>
                              </p:par>
                              <p:par>
                                <p:cTn id="62" presetID="10" presetClass="entr" presetSubtype="0" fill="hold" nodeType="with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fade">
                                      <p:cBhvr>
                                        <p:cTn id="61" dur="500"/>
                                        <p:tgtEl>
                                          <p:spTgt spid="9"/>
                                        </p:tgtEl>
                                      </p:cBhvr>
                                    </p:animEffect>
                                  </p:childTnLst>
                                </p:cTn>
                              </p:par>
                              <p:par>
                                <p:cTn id="65" presetID="10" presetClass="entr" presetSubtype="0" fill="hold" nodeType="withEffect">
                                  <p:stCondLst>
                                    <p:cond delay="0"/>
                                  </p:stCondLst>
                                  <p:childTnLst>
                                    <p:set>
                                      <p:cBhvr>
                                        <p:cTn id="63" dur="1" fill="hold">
                                          <p:stCondLst>
                                            <p:cond delay="0"/>
                                          </p:stCondLst>
                                        </p:cTn>
                                        <p:tgtEl>
                                          <p:spTgt spid="10"/>
                                        </p:tgtEl>
                                        <p:attrNameLst>
                                          <p:attrName>style.visibility</p:attrName>
                                        </p:attrNameLst>
                                      </p:cBhvr>
                                      <p:to>
                                        <p:strVal val="visible"/>
                                      </p:to>
                                    </p:set>
                                    <p:animEffect transition="in" filter="fade">
                                      <p:cBhvr>
                                        <p:cTn id="6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6_title" descr="خطوات التجربة بالصور">    </p:cNvPr>
          <p:cNvPicPr>
            <a:picLocks noChangeAspect="1"/>
          </p:cNvPicPr>
          <p:nvPr/>
        </p:nvPicPr>
        <p:blipFill>
          <a:blip r:embed="rId2"/>
          <a:stretch>
            <a:fillRect/>
          </a:stretch>
        </p:blipFill>
        <p:spPr>
          <a:xfrm>
            <a:off x="3321606" y="109728"/>
            <a:ext cx="5548483" cy="1024128"/>
          </a:xfrm>
          <a:prstGeom prst="rect">
            <a:avLst/>
          </a:prstGeom>
        </p:spPr>
      </p:pic>
      <p:sp>
        <p:nvSpPr>
          <p:cNvPr id="3" name="s6_card_1"/>
          <p:cNvSpPr/>
          <p:nvPr/>
        </p:nvSpPr>
        <p:spPr>
          <a:xfrm>
            <a:off x="9043416" y="1371600"/>
            <a:ext cx="2697480" cy="4663440"/>
          </a:xfrm>
          <a:prstGeom prst="roundRect">
            <a:avLst>
              <a:gd name="adj" fmla="val 9492"/>
            </a:avLst>
          </a:prstGeom>
          <a:solidFill>
            <a:srgbClr val="FFE3EE"/>
          </a:solidFill>
          <a:ln w="50800">
            <a:solidFill>
              <a:srgbClr val="FFFFFF"/>
            </a:solidFill>
            <a:prstDash val="solid"/>
          </a:ln>
          <a:effectLst>
            <a:outerShdw sx="100000" sy="100000" kx="0" ky="0" algn="bl" rotWithShape="0" blurRad="127000" dist="50800" dir="5400000">
              <a:srgbClr val="5B3E8E">
                <a:alpha val="20000"/>
              </a:srgbClr>
            </a:outerShdw>
          </a:effectLst>
        </p:spPr>
      </p:sp>
      <p:pic>
        <p:nvPicPr>
          <p:cNvPr id="4" name="s6_img_2" descr="أُحضر المنشفة وأثبّتها كما في الصورة.">    </p:cNvPr>
          <p:cNvPicPr>
            <a:picLocks noChangeAspect="1"/>
          </p:cNvPicPr>
          <p:nvPr/>
        </p:nvPicPr>
        <p:blipFill>
          <a:blip r:embed="rId3"/>
          <a:stretch>
            <a:fillRect/>
          </a:stretch>
        </p:blipFill>
        <p:spPr>
          <a:xfrm>
            <a:off x="9153144" y="1874520"/>
            <a:ext cx="2478024" cy="2047063"/>
          </a:xfrm>
          <a:prstGeom prst="rect">
            <a:avLst/>
          </a:prstGeom>
        </p:spPr>
      </p:pic>
      <p:sp>
        <p:nvSpPr>
          <p:cNvPr id="5" name="s6_txt_3"/>
          <p:cNvSpPr txBox="1"/>
          <p:nvPr/>
        </p:nvSpPr>
        <p:spPr>
          <a:xfrm>
            <a:off x="10062972" y="1261872"/>
            <a:ext cx="658368" cy="658368"/>
          </a:xfrm>
          <a:prstGeom prst="ellipse">
            <a:avLst/>
          </a:prstGeom>
          <a:solidFill>
            <a:srgbClr val="FF8DB8"/>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2400" b="1" dirty="0">
                <a:solidFill>
                  <a:srgbClr val="FFFFFF"/>
                </a:solidFill>
                <a:latin typeface="Tahoma" pitchFamily="34" charset="0"/>
                <a:ea typeface="Tahoma" pitchFamily="34" charset="-122"/>
                <a:cs typeface="Tahoma" pitchFamily="34" charset="-120"/>
              </a:rPr>
              <a:t>١</a:t>
            </a:r>
            <a:endParaRPr lang="ar-SA" sz="2400" dirty="0"/>
          </a:p>
        </p:txBody>
      </p:sp>
      <p:sp>
        <p:nvSpPr>
          <p:cNvPr id="6" name="s6_txt_4"/>
          <p:cNvSpPr txBox="1"/>
          <p:nvPr/>
        </p:nvSpPr>
        <p:spPr>
          <a:xfrm>
            <a:off x="9153144" y="4160520"/>
            <a:ext cx="2478024" cy="914400"/>
          </a:xfrm>
          <a:prstGeom prst="rect">
            <a:avLst/>
          </a:prstGeom>
          <a:noFill/>
          <a:ln/>
        </p:spPr>
        <p:txBody>
          <a:bodyPr wrap="square" lIns="762" tIns="762" rIns="762" bIns="762" rtlCol="0" anchor="ctr"/>
          <a:lstStyle/>
          <a:p>
            <a:pPr rtl="1" algn="ctr" indent="0" marL="0">
              <a:lnSpc>
                <a:spcPct val="105000"/>
              </a:lnSpc>
              <a:buNone/>
            </a:pPr>
            <a:r>
              <a:rPr lang="ar-SA" altLang="en-US" sz="2000" b="1" dirty="0">
                <a:solidFill>
                  <a:srgbClr val="3B2A5A"/>
                </a:solidFill>
                <a:latin typeface="Tahoma" pitchFamily="34" charset="0"/>
                <a:ea typeface="Tahoma" pitchFamily="34" charset="-122"/>
                <a:cs typeface="Tahoma" pitchFamily="34" charset="-120"/>
              </a:rPr>
              <a:t>أُحضر المنشفة وأثبّتها كما في الصورة.</a:t>
            </a:r>
            <a:endParaRPr lang="ar-SA" sz="2000" dirty="0"/>
          </a:p>
        </p:txBody>
      </p:sp>
      <p:sp>
        <p:nvSpPr>
          <p:cNvPr id="7" name="s6_card_5"/>
          <p:cNvSpPr/>
          <p:nvPr/>
        </p:nvSpPr>
        <p:spPr>
          <a:xfrm>
            <a:off x="6181344" y="1371600"/>
            <a:ext cx="2697480" cy="4663440"/>
          </a:xfrm>
          <a:prstGeom prst="roundRect">
            <a:avLst>
              <a:gd name="adj" fmla="val 9492"/>
            </a:avLst>
          </a:prstGeom>
          <a:solidFill>
            <a:srgbClr val="E2F4FF"/>
          </a:solidFill>
          <a:ln w="50800">
            <a:solidFill>
              <a:srgbClr val="FFFFFF"/>
            </a:solidFill>
            <a:prstDash val="solid"/>
          </a:ln>
          <a:effectLst>
            <a:outerShdw sx="100000" sy="100000" kx="0" ky="0" algn="bl" rotWithShape="0" blurRad="127000" dist="50800" dir="5400000">
              <a:srgbClr val="5B3E8E">
                <a:alpha val="20000"/>
              </a:srgbClr>
            </a:outerShdw>
          </a:effectLst>
        </p:spPr>
      </p:sp>
      <p:pic>
        <p:nvPicPr>
          <p:cNvPr id="8" name="s6_img_6" descr="أصبّ الماء ببطء.">    </p:cNvPr>
          <p:cNvPicPr>
            <a:picLocks noChangeAspect="1"/>
          </p:cNvPicPr>
          <p:nvPr/>
        </p:nvPicPr>
        <p:blipFill>
          <a:blip r:embed="rId4"/>
          <a:stretch>
            <a:fillRect/>
          </a:stretch>
        </p:blipFill>
        <p:spPr>
          <a:xfrm>
            <a:off x="6291072" y="1874520"/>
            <a:ext cx="2478024" cy="2047063"/>
          </a:xfrm>
          <a:prstGeom prst="rect">
            <a:avLst/>
          </a:prstGeom>
        </p:spPr>
      </p:pic>
      <p:sp>
        <p:nvSpPr>
          <p:cNvPr id="9" name="s6_txt_7"/>
          <p:cNvSpPr txBox="1"/>
          <p:nvPr/>
        </p:nvSpPr>
        <p:spPr>
          <a:xfrm>
            <a:off x="7200900" y="1261872"/>
            <a:ext cx="658368" cy="658368"/>
          </a:xfrm>
          <a:prstGeom prst="ellipse">
            <a:avLst/>
          </a:prstGeom>
          <a:solidFill>
            <a:srgbClr val="6CC6F2"/>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2400" b="1" dirty="0">
                <a:solidFill>
                  <a:srgbClr val="FFFFFF"/>
                </a:solidFill>
                <a:latin typeface="Tahoma" pitchFamily="34" charset="0"/>
                <a:ea typeface="Tahoma" pitchFamily="34" charset="-122"/>
                <a:cs typeface="Tahoma" pitchFamily="34" charset="-120"/>
              </a:rPr>
              <a:t>٢</a:t>
            </a:r>
            <a:endParaRPr lang="ar-SA" sz="2400" dirty="0"/>
          </a:p>
        </p:txBody>
      </p:sp>
      <p:sp>
        <p:nvSpPr>
          <p:cNvPr id="10" name="s6_txt_8"/>
          <p:cNvSpPr txBox="1"/>
          <p:nvPr/>
        </p:nvSpPr>
        <p:spPr>
          <a:xfrm>
            <a:off x="6291072" y="4160520"/>
            <a:ext cx="2478024" cy="914400"/>
          </a:xfrm>
          <a:prstGeom prst="rect">
            <a:avLst/>
          </a:prstGeom>
          <a:noFill/>
          <a:ln/>
        </p:spPr>
        <p:txBody>
          <a:bodyPr wrap="square" lIns="762" tIns="762" rIns="762" bIns="762" rtlCol="0" anchor="ctr"/>
          <a:lstStyle/>
          <a:p>
            <a:pPr rtl="1" algn="ctr" indent="0" marL="0">
              <a:lnSpc>
                <a:spcPct val="105000"/>
              </a:lnSpc>
              <a:buNone/>
            </a:pPr>
            <a:r>
              <a:rPr lang="ar-SA" altLang="en-US" sz="2000" b="1" dirty="0">
                <a:solidFill>
                  <a:srgbClr val="3B2A5A"/>
                </a:solidFill>
                <a:latin typeface="Tahoma" pitchFamily="34" charset="0"/>
                <a:ea typeface="Tahoma" pitchFamily="34" charset="-122"/>
                <a:cs typeface="Tahoma" pitchFamily="34" charset="-120"/>
              </a:rPr>
              <a:t>أصبّ الماء ببطء.</a:t>
            </a:r>
            <a:endParaRPr lang="ar-SA" sz="2000" dirty="0"/>
          </a:p>
        </p:txBody>
      </p:sp>
      <p:sp>
        <p:nvSpPr>
          <p:cNvPr id="11" name="s6_card_9"/>
          <p:cNvSpPr/>
          <p:nvPr/>
        </p:nvSpPr>
        <p:spPr>
          <a:xfrm>
            <a:off x="3319272" y="1371600"/>
            <a:ext cx="2697480" cy="4663440"/>
          </a:xfrm>
          <a:prstGeom prst="roundRect">
            <a:avLst>
              <a:gd name="adj" fmla="val 9492"/>
            </a:avLst>
          </a:prstGeom>
          <a:solidFill>
            <a:srgbClr val="EFE6FF"/>
          </a:solidFill>
          <a:ln w="50800">
            <a:solidFill>
              <a:srgbClr val="FFFFFF"/>
            </a:solidFill>
            <a:prstDash val="solid"/>
          </a:ln>
          <a:effectLst>
            <a:outerShdw sx="100000" sy="100000" kx="0" ky="0" algn="bl" rotWithShape="0" blurRad="127000" dist="50800" dir="5400000">
              <a:srgbClr val="5B3E8E">
                <a:alpha val="20000"/>
              </a:srgbClr>
            </a:outerShdw>
          </a:effectLst>
        </p:spPr>
      </p:sp>
      <p:pic>
        <p:nvPicPr>
          <p:cNvPr id="12" name="s6_img_10" descr="أجمع الماء الذي يخرج من المنشفة.">    </p:cNvPr>
          <p:cNvPicPr>
            <a:picLocks noChangeAspect="1"/>
          </p:cNvPicPr>
          <p:nvPr/>
        </p:nvPicPr>
        <p:blipFill>
          <a:blip r:embed="rId5"/>
          <a:stretch>
            <a:fillRect/>
          </a:stretch>
        </p:blipFill>
        <p:spPr>
          <a:xfrm>
            <a:off x="3429000" y="1874520"/>
            <a:ext cx="2478024" cy="2047063"/>
          </a:xfrm>
          <a:prstGeom prst="rect">
            <a:avLst/>
          </a:prstGeom>
        </p:spPr>
      </p:pic>
      <p:sp>
        <p:nvSpPr>
          <p:cNvPr id="13" name="s6_txt_11"/>
          <p:cNvSpPr txBox="1"/>
          <p:nvPr/>
        </p:nvSpPr>
        <p:spPr>
          <a:xfrm>
            <a:off x="4338828" y="1261872"/>
            <a:ext cx="658368" cy="658368"/>
          </a:xfrm>
          <a:prstGeom prst="ellipse">
            <a:avLst/>
          </a:prstGeom>
          <a:solidFill>
            <a:srgbClr val="A98BEA"/>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2400" b="1" dirty="0">
                <a:solidFill>
                  <a:srgbClr val="FFFFFF"/>
                </a:solidFill>
                <a:latin typeface="Tahoma" pitchFamily="34" charset="0"/>
                <a:ea typeface="Tahoma" pitchFamily="34" charset="-122"/>
                <a:cs typeface="Tahoma" pitchFamily="34" charset="-120"/>
              </a:rPr>
              <a:t>٣</a:t>
            </a:r>
            <a:endParaRPr lang="ar-SA" sz="2400" dirty="0"/>
          </a:p>
        </p:txBody>
      </p:sp>
      <p:sp>
        <p:nvSpPr>
          <p:cNvPr id="14" name="s6_txt_12"/>
          <p:cNvSpPr txBox="1"/>
          <p:nvPr/>
        </p:nvSpPr>
        <p:spPr>
          <a:xfrm>
            <a:off x="3429000" y="4160520"/>
            <a:ext cx="2478024" cy="914400"/>
          </a:xfrm>
          <a:prstGeom prst="rect">
            <a:avLst/>
          </a:prstGeom>
          <a:noFill/>
          <a:ln/>
        </p:spPr>
        <p:txBody>
          <a:bodyPr wrap="square" lIns="762" tIns="762" rIns="762" bIns="762" rtlCol="0" anchor="ctr"/>
          <a:lstStyle/>
          <a:p>
            <a:pPr rtl="1" algn="ctr" indent="0" marL="0">
              <a:lnSpc>
                <a:spcPct val="105000"/>
              </a:lnSpc>
              <a:buNone/>
            </a:pPr>
            <a:r>
              <a:rPr lang="ar-SA" altLang="en-US" sz="2000" b="1" dirty="0">
                <a:solidFill>
                  <a:srgbClr val="3B2A5A"/>
                </a:solidFill>
                <a:latin typeface="Tahoma" pitchFamily="34" charset="0"/>
                <a:ea typeface="Tahoma" pitchFamily="34" charset="-122"/>
                <a:cs typeface="Tahoma" pitchFamily="34" charset="-120"/>
              </a:rPr>
              <a:t>أجمع الماء الذي يخرج من المنشفة.</a:t>
            </a:r>
            <a:endParaRPr lang="ar-SA" sz="2000" dirty="0"/>
          </a:p>
        </p:txBody>
      </p:sp>
      <p:sp>
        <p:nvSpPr>
          <p:cNvPr id="15" name="s6_txt_13"/>
          <p:cNvSpPr txBox="1"/>
          <p:nvPr/>
        </p:nvSpPr>
        <p:spPr>
          <a:xfrm>
            <a:off x="3429000" y="5074920"/>
            <a:ext cx="2478024" cy="822960"/>
          </a:xfrm>
          <a:prstGeom prst="rect">
            <a:avLst/>
          </a:prstGeom>
          <a:noFill/>
          <a:ln/>
        </p:spPr>
        <p:txBody>
          <a:bodyPr wrap="square" lIns="762" tIns="762" rIns="762" bIns="762" rtlCol="0" anchor="ctr"/>
          <a:lstStyle/>
          <a:p>
            <a:pPr rtl="1" algn="ctr" indent="0" marL="0">
              <a:lnSpc>
                <a:spcPct val="105000"/>
              </a:lnSpc>
              <a:buNone/>
            </a:pPr>
            <a:r>
              <a:rPr lang="ar-SA" altLang="en-US" sz="1800" dirty="0">
                <a:solidFill>
                  <a:srgbClr val="7F5CD0"/>
                </a:solidFill>
                <a:latin typeface="Tahoma" pitchFamily="34" charset="0"/>
                <a:ea typeface="Tahoma" pitchFamily="34" charset="-122"/>
                <a:cs typeface="Tahoma" pitchFamily="34" charset="-120"/>
              </a:rPr>
              <a:t>💡 هل خرج الماء كله؟</a:t>
            </a:r>
            <a:endParaRPr lang="ar-SA" sz="1800" dirty="0"/>
          </a:p>
        </p:txBody>
      </p:sp>
      <p:sp>
        <p:nvSpPr>
          <p:cNvPr id="16" name="s6_card_14"/>
          <p:cNvSpPr/>
          <p:nvPr/>
        </p:nvSpPr>
        <p:spPr>
          <a:xfrm>
            <a:off x="457200" y="1371600"/>
            <a:ext cx="2697480" cy="4663440"/>
          </a:xfrm>
          <a:prstGeom prst="roundRect">
            <a:avLst>
              <a:gd name="adj" fmla="val 9492"/>
            </a:avLst>
          </a:prstGeom>
          <a:solidFill>
            <a:srgbClr val="DDF8EC"/>
          </a:solidFill>
          <a:ln w="50800">
            <a:solidFill>
              <a:srgbClr val="FFFFFF"/>
            </a:solidFill>
            <a:prstDash val="solid"/>
          </a:ln>
          <a:effectLst>
            <a:outerShdw sx="100000" sy="100000" kx="0" ky="0" algn="bl" rotWithShape="0" blurRad="127000" dist="50800" dir="5400000">
              <a:srgbClr val="5B3E8E">
                <a:alpha val="20000"/>
              </a:srgbClr>
            </a:outerShdw>
          </a:effectLst>
        </p:spPr>
      </p:sp>
      <p:pic>
        <p:nvPicPr>
          <p:cNvPr id="17" name="s6_img_15" descr="أقيس كمية الماء.">    </p:cNvPr>
          <p:cNvPicPr>
            <a:picLocks noChangeAspect="1"/>
          </p:cNvPicPr>
          <p:nvPr/>
        </p:nvPicPr>
        <p:blipFill>
          <a:blip r:embed="rId6"/>
          <a:stretch>
            <a:fillRect/>
          </a:stretch>
        </p:blipFill>
        <p:spPr>
          <a:xfrm>
            <a:off x="566928" y="1874520"/>
            <a:ext cx="2478024" cy="2047063"/>
          </a:xfrm>
          <a:prstGeom prst="rect">
            <a:avLst/>
          </a:prstGeom>
        </p:spPr>
      </p:pic>
      <p:sp>
        <p:nvSpPr>
          <p:cNvPr id="18" name="s6_txt_16"/>
          <p:cNvSpPr txBox="1"/>
          <p:nvPr/>
        </p:nvSpPr>
        <p:spPr>
          <a:xfrm>
            <a:off x="1476756" y="1261872"/>
            <a:ext cx="658368" cy="658368"/>
          </a:xfrm>
          <a:prstGeom prst="ellipse">
            <a:avLst/>
          </a:prstGeom>
          <a:solidFill>
            <a:srgbClr val="5FD6A6"/>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2400" b="1" dirty="0">
                <a:solidFill>
                  <a:srgbClr val="FFFFFF"/>
                </a:solidFill>
                <a:latin typeface="Tahoma" pitchFamily="34" charset="0"/>
                <a:ea typeface="Tahoma" pitchFamily="34" charset="-122"/>
                <a:cs typeface="Tahoma" pitchFamily="34" charset="-120"/>
              </a:rPr>
              <a:t>٤</a:t>
            </a:r>
            <a:endParaRPr lang="ar-SA" sz="2400" dirty="0"/>
          </a:p>
        </p:txBody>
      </p:sp>
      <p:sp>
        <p:nvSpPr>
          <p:cNvPr id="19" name="s6_txt_17"/>
          <p:cNvSpPr txBox="1"/>
          <p:nvPr/>
        </p:nvSpPr>
        <p:spPr>
          <a:xfrm>
            <a:off x="566928" y="4160520"/>
            <a:ext cx="2478024" cy="914400"/>
          </a:xfrm>
          <a:prstGeom prst="rect">
            <a:avLst/>
          </a:prstGeom>
          <a:noFill/>
          <a:ln/>
        </p:spPr>
        <p:txBody>
          <a:bodyPr wrap="square" lIns="762" tIns="762" rIns="762" bIns="762" rtlCol="0" anchor="ctr"/>
          <a:lstStyle/>
          <a:p>
            <a:pPr rtl="1" algn="ctr" indent="0" marL="0">
              <a:lnSpc>
                <a:spcPct val="105000"/>
              </a:lnSpc>
              <a:buNone/>
            </a:pPr>
            <a:r>
              <a:rPr lang="ar-SA" altLang="en-US" sz="2000" b="1" dirty="0">
                <a:solidFill>
                  <a:srgbClr val="3B2A5A"/>
                </a:solidFill>
                <a:latin typeface="Tahoma" pitchFamily="34" charset="0"/>
                <a:ea typeface="Tahoma" pitchFamily="34" charset="-122"/>
                <a:cs typeface="Tahoma" pitchFamily="34" charset="-120"/>
              </a:rPr>
              <a:t>أقيس كمية الماء.</a:t>
            </a:r>
            <a:endParaRPr lang="ar-SA" sz="2000" dirty="0"/>
          </a:p>
        </p:txBody>
      </p:sp>
      <p:sp>
        <p:nvSpPr>
          <p:cNvPr id="20" name="s6_txt_18"/>
          <p:cNvSpPr txBox="1"/>
          <p:nvPr/>
        </p:nvSpPr>
        <p:spPr>
          <a:xfrm>
            <a:off x="566928" y="5074920"/>
            <a:ext cx="2478024" cy="822960"/>
          </a:xfrm>
          <a:prstGeom prst="rect">
            <a:avLst/>
          </a:prstGeom>
          <a:noFill/>
          <a:ln/>
        </p:spPr>
        <p:txBody>
          <a:bodyPr wrap="square" lIns="762" tIns="762" rIns="762" bIns="762" rtlCol="0" anchor="ctr"/>
          <a:lstStyle/>
          <a:p>
            <a:pPr rtl="1" algn="ctr" indent="0" marL="0">
              <a:lnSpc>
                <a:spcPct val="105000"/>
              </a:lnSpc>
              <a:buNone/>
            </a:pPr>
            <a:r>
              <a:rPr lang="ar-SA" altLang="en-US" sz="1800" dirty="0">
                <a:solidFill>
                  <a:srgbClr val="7F5CD0"/>
                </a:solidFill>
                <a:latin typeface="Tahoma" pitchFamily="34" charset="0"/>
                <a:ea typeface="Tahoma" pitchFamily="34" charset="-122"/>
                <a:cs typeface="Tahoma" pitchFamily="34" charset="-120"/>
              </a:rPr>
              <a:t>💡 أقارن بين الماء المسكوب والمتجمّع.</a:t>
            </a:r>
            <a:endParaRPr lang="ar-SA" sz="1800" dirty="0"/>
          </a:p>
        </p:txBody>
      </p:sp>
      <p:sp>
        <p:nvSpPr>
          <p:cNvPr id="21" name="s6_arrow_19"/>
          <p:cNvSpPr/>
          <p:nvPr/>
        </p:nvSpPr>
        <p:spPr>
          <a:xfrm>
            <a:off x="8741664" y="2834640"/>
            <a:ext cx="457200" cy="384048"/>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sp>
        <p:nvSpPr>
          <p:cNvPr id="22" name="s6_arrow_20"/>
          <p:cNvSpPr/>
          <p:nvPr/>
        </p:nvSpPr>
        <p:spPr>
          <a:xfrm>
            <a:off x="5879592" y="2834640"/>
            <a:ext cx="457200" cy="384048"/>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sp>
        <p:nvSpPr>
          <p:cNvPr id="23" name="s6_arrow_21"/>
          <p:cNvSpPr/>
          <p:nvPr/>
        </p:nvSpPr>
        <p:spPr>
          <a:xfrm>
            <a:off x="3017520" y="2834640"/>
            <a:ext cx="457200" cy="384048"/>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nodeType="clickEffect">
                                  <p:stCondLst>
                                    <p:cond delay="0"/>
                                  </p:stCondLst>
                                  <p:childTnLst>
                                    <p:set>
                                      <p:cBhvr>
                                        <p:cTn id="5" dur="1" fill="hold">
                                          <p:stCondLst>
                                            <p:cond delay="0"/>
                                          </p:stCondLst>
                                        </p:cTn>
                                        <p:tgtEl>
                                          <p:spTgt spid="3"/>
                                        </p:tgtEl>
                                        <p:attrNameLst>
                                          <p:attrName>style.visibility</p:attrName>
                                        </p:attrNameLst>
                                      </p:cBhvr>
                                      <p:to>
                                        <p:strVal val="visible"/>
                                      </p:to>
                                    </p:set>
                                    <p:anim calcmode="lin" valueType="num">
                                      <p:cBhvr>
                                        <p:cTn id="6" dur="500" fill="hold"/>
                                        <p:tgtEl>
                                          <p:spTgt spid="3"/>
                                        </p:tgtEl>
                                        <p:attrNameLst>
                                          <p:attrName>ppt_w</p:attrName>
                                        </p:attrNameLst>
                                      </p:cBhvr>
                                      <p:tavLst>
                                        <p:tav tm="0">
                                          <p:val>
                                            <p:fltVal val="0"/>
                                          </p:val>
                                        </p:tav>
                                        <p:tav tm="100000">
                                          <p:val>
                                            <p:strVal val="#ppt_w"/>
                                          </p:val>
                                        </p:tav>
                                      </p:tavLst>
                                    </p:anim>
                                    <p:anim calcmode="lin" valueType="num">
                                      <p:cBhvr>
                                        <p:cTn id="7" dur="500" fill="hold"/>
                                        <p:tgtEl>
                                          <p:spTgt spid="3"/>
                                        </p:tgtEl>
                                        <p:attrNameLst>
                                          <p:attrName>ppt_h</p:attrName>
                                        </p:attrNameLst>
                                      </p:cBhvr>
                                      <p:tavLst>
                                        <p:tav tm="0">
                                          <p:val>
                                            <p:fltVal val="0"/>
                                          </p:val>
                                        </p:tav>
                                        <p:tav tm="100000">
                                          <p:val>
                                            <p:strVal val="#ppt_h"/>
                                          </p:val>
                                        </p:tav>
                                      </p:tavLst>
                                    </p:anim>
                                    <p:animEffect transition="in" filter="fade">
                                      <p:cBhvr>
                                        <p:cTn id="8" dur="500"/>
                                        <p:tgtEl>
                                          <p:spTgt spid="3"/>
                                        </p:tgtEl>
                                      </p:cBhvr>
                                    </p:animEffect>
                                  </p:childTnLst>
                                </p:cTn>
                              </p:par>
                              <p:par>
                                <p:cTn id="14" presetID="53" presetClass="entr" presetSubtype="16"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par>
                                <p:cTn id="19" presetID="53" presetClass="entr" presetSubtype="16"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ppt_w</p:attrName>
                                        </p:attrNameLst>
                                      </p:cBhvr>
                                      <p:tavLst>
                                        <p:tav tm="0">
                                          <p:val>
                                            <p:fltVal val="0"/>
                                          </p:val>
                                        </p:tav>
                                        <p:tav tm="100000">
                                          <p:val>
                                            <p:strVal val="#ppt_w"/>
                                          </p:val>
                                        </p:tav>
                                      </p:tavLst>
                                    </p:anim>
                                    <p:anim calcmode="lin" valueType="num">
                                      <p:cBhvr>
                                        <p:cTn id="17" dur="500" fill="hold"/>
                                        <p:tgtEl>
                                          <p:spTgt spid="5"/>
                                        </p:tgtEl>
                                        <p:attrNameLst>
                                          <p:attrName>ppt_h</p:attrName>
                                        </p:attrNameLst>
                                      </p:cBhvr>
                                      <p:tavLst>
                                        <p:tav tm="0">
                                          <p:val>
                                            <p:fltVal val="0"/>
                                          </p:val>
                                        </p:tav>
                                        <p:tav tm="100000">
                                          <p:val>
                                            <p:strVal val="#ppt_h"/>
                                          </p:val>
                                        </p:tav>
                                      </p:tavLst>
                                    </p:anim>
                                    <p:animEffect transition="in" filter="fade">
                                      <p:cBhvr>
                                        <p:cTn id="18" dur="500"/>
                                        <p:tgtEl>
                                          <p:spTgt spid="5"/>
                                        </p:tgtEl>
                                      </p:cBhvr>
                                    </p:animEffect>
                                  </p:childTnLst>
                                </p:cTn>
                              </p:par>
                              <p:par>
                                <p:cTn id="24" presetID="53" presetClass="entr" presetSubtype="16"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9" presetID="22" presetClass="entr" presetSubtype="2"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wipe(right)">
                                      <p:cBhvr>
                                        <p:cTn id="28" dur="500"/>
                                        <p:tgtEl>
                                          <p:spTgt spid="21"/>
                                        </p:tgtEl>
                                      </p:cBhvr>
                                    </p:animEffect>
                                  </p:childTnLst>
                                </p:cTn>
                              </p:par>
                              <p:par>
                                <p:cTn id="34" presetID="53" presetClass="entr" presetSubtype="16"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Effect transition="in" filter="fade">
                                      <p:cBhvr>
                                        <p:cTn id="33" dur="500"/>
                                        <p:tgtEl>
                                          <p:spTgt spid="7"/>
                                        </p:tgtEl>
                                      </p:cBhvr>
                                    </p:animEffect>
                                  </p:childTnLst>
                                </p:cTn>
                              </p:par>
                              <p:par>
                                <p:cTn id="39" presetID="53" presetClass="entr" presetSubtype="16"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par>
                                <p:cTn id="44" presetID="53" presetClass="entr" presetSubtype="16"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p:cTn id="41" dur="500" fill="hold"/>
                                        <p:tgtEl>
                                          <p:spTgt spid="9"/>
                                        </p:tgtEl>
                                        <p:attrNameLst>
                                          <p:attrName>ppt_w</p:attrName>
                                        </p:attrNameLst>
                                      </p:cBhvr>
                                      <p:tavLst>
                                        <p:tav tm="0">
                                          <p:val>
                                            <p:fltVal val="0"/>
                                          </p:val>
                                        </p:tav>
                                        <p:tav tm="100000">
                                          <p:val>
                                            <p:strVal val="#ppt_w"/>
                                          </p:val>
                                        </p:tav>
                                      </p:tavLst>
                                    </p:anim>
                                    <p:anim calcmode="lin" valueType="num">
                                      <p:cBhvr>
                                        <p:cTn id="42" dur="500" fill="hold"/>
                                        <p:tgtEl>
                                          <p:spTgt spid="9"/>
                                        </p:tgtEl>
                                        <p:attrNameLst>
                                          <p:attrName>ppt_h</p:attrName>
                                        </p:attrNameLst>
                                      </p:cBhvr>
                                      <p:tavLst>
                                        <p:tav tm="0">
                                          <p:val>
                                            <p:fltVal val="0"/>
                                          </p:val>
                                        </p:tav>
                                        <p:tav tm="100000">
                                          <p:val>
                                            <p:strVal val="#ppt_h"/>
                                          </p:val>
                                        </p:tav>
                                      </p:tavLst>
                                    </p:anim>
                                    <p:animEffect transition="in" filter="fade">
                                      <p:cBhvr>
                                        <p:cTn id="43" dur="500"/>
                                        <p:tgtEl>
                                          <p:spTgt spid="9"/>
                                        </p:tgtEl>
                                      </p:cBhvr>
                                    </p:animEffect>
                                  </p:childTnLst>
                                </p:cTn>
                              </p:par>
                              <p:par>
                                <p:cTn id="49" presetID="53" presetClass="entr" presetSubtype="16"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p:cTn id="46" dur="500" fill="hold"/>
                                        <p:tgtEl>
                                          <p:spTgt spid="10"/>
                                        </p:tgtEl>
                                        <p:attrNameLst>
                                          <p:attrName>ppt_w</p:attrName>
                                        </p:attrNameLst>
                                      </p:cBhvr>
                                      <p:tavLst>
                                        <p:tav tm="0">
                                          <p:val>
                                            <p:fltVal val="0"/>
                                          </p:val>
                                        </p:tav>
                                        <p:tav tm="100000">
                                          <p:val>
                                            <p:strVal val="#ppt_w"/>
                                          </p:val>
                                        </p:tav>
                                      </p:tavLst>
                                    </p:anim>
                                    <p:anim calcmode="lin" valueType="num">
                                      <p:cBhvr>
                                        <p:cTn id="47" dur="500" fill="hold"/>
                                        <p:tgtEl>
                                          <p:spTgt spid="10"/>
                                        </p:tgtEl>
                                        <p:attrNameLst>
                                          <p:attrName>ppt_h</p:attrName>
                                        </p:attrNameLst>
                                      </p:cBhvr>
                                      <p:tavLst>
                                        <p:tav tm="0">
                                          <p:val>
                                            <p:fltVal val="0"/>
                                          </p:val>
                                        </p:tav>
                                        <p:tav tm="100000">
                                          <p:val>
                                            <p:strVal val="#ppt_h"/>
                                          </p:val>
                                        </p:tav>
                                      </p:tavLst>
                                    </p:anim>
                                    <p:animEffect transition="in" filter="fade">
                                      <p:cBhvr>
                                        <p:cTn id="48" dur="500"/>
                                        <p:tgtEl>
                                          <p:spTgt spid="10"/>
                                        </p:tgtEl>
                                      </p:cBhvr>
                                    </p:animEffect>
                                  </p:childTnLst>
                                </p:cTn>
                              </p:par>
                            </p:childTnLst>
                          </p:cTn>
                        </p:par>
                      </p:childTnLst>
                    </p:cTn>
                  </p:par>
                  <p:par>
                    <p:cTn id="50" fill="hold">
                      <p:stCondLst>
                        <p:cond delay="indefinite"/>
                      </p:stCondLst>
                      <p:childTnLst>
                        <p:par>
                          <p:cTn id="51" fill="hold">
                            <p:stCondLst>
                              <p:cond delay="0"/>
                            </p:stCondLst>
                            <p:childTnLst>
                              <p:par>
                                <p:cTn id="54" presetID="22" presetClass="entr" presetSubtype="2"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right)">
                                      <p:cBhvr>
                                        <p:cTn id="53" dur="500"/>
                                        <p:tgtEl>
                                          <p:spTgt spid="22"/>
                                        </p:tgtEl>
                                      </p:cBhvr>
                                    </p:animEffect>
                                  </p:childTnLst>
                                </p:cTn>
                              </p:par>
                              <p:par>
                                <p:cTn id="59" presetID="53" presetClass="entr" presetSubtype="16" fill="hold" nodeType="withEffect">
                                  <p:stCondLst>
                                    <p:cond delay="0"/>
                                  </p:stCondLst>
                                  <p:childTnLst>
                                    <p:set>
                                      <p:cBhvr>
                                        <p:cTn id="55" dur="1" fill="hold">
                                          <p:stCondLst>
                                            <p:cond delay="0"/>
                                          </p:stCondLst>
                                        </p:cTn>
                                        <p:tgtEl>
                                          <p:spTgt spid="11"/>
                                        </p:tgtEl>
                                        <p:attrNameLst>
                                          <p:attrName>style.visibility</p:attrName>
                                        </p:attrNameLst>
                                      </p:cBhvr>
                                      <p:to>
                                        <p:strVal val="visible"/>
                                      </p:to>
                                    </p:set>
                                    <p:anim calcmode="lin" valueType="num">
                                      <p:cBhvr>
                                        <p:cTn id="56" dur="500" fill="hold"/>
                                        <p:tgtEl>
                                          <p:spTgt spid="11"/>
                                        </p:tgtEl>
                                        <p:attrNameLst>
                                          <p:attrName>ppt_w</p:attrName>
                                        </p:attrNameLst>
                                      </p:cBhvr>
                                      <p:tavLst>
                                        <p:tav tm="0">
                                          <p:val>
                                            <p:fltVal val="0"/>
                                          </p:val>
                                        </p:tav>
                                        <p:tav tm="100000">
                                          <p:val>
                                            <p:strVal val="#ppt_w"/>
                                          </p:val>
                                        </p:tav>
                                      </p:tavLst>
                                    </p:anim>
                                    <p:anim calcmode="lin" valueType="num">
                                      <p:cBhvr>
                                        <p:cTn id="57" dur="500" fill="hold"/>
                                        <p:tgtEl>
                                          <p:spTgt spid="11"/>
                                        </p:tgtEl>
                                        <p:attrNameLst>
                                          <p:attrName>ppt_h</p:attrName>
                                        </p:attrNameLst>
                                      </p:cBhvr>
                                      <p:tavLst>
                                        <p:tav tm="0">
                                          <p:val>
                                            <p:fltVal val="0"/>
                                          </p:val>
                                        </p:tav>
                                        <p:tav tm="100000">
                                          <p:val>
                                            <p:strVal val="#ppt_h"/>
                                          </p:val>
                                        </p:tav>
                                      </p:tavLst>
                                    </p:anim>
                                    <p:animEffect transition="in" filter="fade">
                                      <p:cBhvr>
                                        <p:cTn id="58" dur="500"/>
                                        <p:tgtEl>
                                          <p:spTgt spid="11"/>
                                        </p:tgtEl>
                                      </p:cBhvr>
                                    </p:animEffect>
                                  </p:childTnLst>
                                </p:cTn>
                              </p:par>
                              <p:par>
                                <p:cTn id="64" presetID="53" presetClass="entr" presetSubtype="16" fill="hold" nodeType="withEffect">
                                  <p:stCondLst>
                                    <p:cond delay="0"/>
                                  </p:stCondLst>
                                  <p:childTnLst>
                                    <p:set>
                                      <p:cBhvr>
                                        <p:cTn id="60" dur="1" fill="hold">
                                          <p:stCondLst>
                                            <p:cond delay="0"/>
                                          </p:stCondLst>
                                        </p:cTn>
                                        <p:tgtEl>
                                          <p:spTgt spid="12"/>
                                        </p:tgtEl>
                                        <p:attrNameLst>
                                          <p:attrName>style.visibility</p:attrName>
                                        </p:attrNameLst>
                                      </p:cBhvr>
                                      <p:to>
                                        <p:strVal val="visible"/>
                                      </p:to>
                                    </p:set>
                                    <p:anim calcmode="lin" valueType="num">
                                      <p:cBhvr>
                                        <p:cTn id="61" dur="500" fill="hold"/>
                                        <p:tgtEl>
                                          <p:spTgt spid="12"/>
                                        </p:tgtEl>
                                        <p:attrNameLst>
                                          <p:attrName>ppt_w</p:attrName>
                                        </p:attrNameLst>
                                      </p:cBhvr>
                                      <p:tavLst>
                                        <p:tav tm="0">
                                          <p:val>
                                            <p:fltVal val="0"/>
                                          </p:val>
                                        </p:tav>
                                        <p:tav tm="100000">
                                          <p:val>
                                            <p:strVal val="#ppt_w"/>
                                          </p:val>
                                        </p:tav>
                                      </p:tavLst>
                                    </p:anim>
                                    <p:anim calcmode="lin" valueType="num">
                                      <p:cBhvr>
                                        <p:cTn id="62" dur="500" fill="hold"/>
                                        <p:tgtEl>
                                          <p:spTgt spid="12"/>
                                        </p:tgtEl>
                                        <p:attrNameLst>
                                          <p:attrName>ppt_h</p:attrName>
                                        </p:attrNameLst>
                                      </p:cBhvr>
                                      <p:tavLst>
                                        <p:tav tm="0">
                                          <p:val>
                                            <p:fltVal val="0"/>
                                          </p:val>
                                        </p:tav>
                                        <p:tav tm="100000">
                                          <p:val>
                                            <p:strVal val="#ppt_h"/>
                                          </p:val>
                                        </p:tav>
                                      </p:tavLst>
                                    </p:anim>
                                    <p:animEffect transition="in" filter="fade">
                                      <p:cBhvr>
                                        <p:cTn id="63" dur="500"/>
                                        <p:tgtEl>
                                          <p:spTgt spid="12"/>
                                        </p:tgtEl>
                                      </p:cBhvr>
                                    </p:animEffect>
                                  </p:childTnLst>
                                </p:cTn>
                              </p:par>
                              <p:par>
                                <p:cTn id="69" presetID="53" presetClass="entr" presetSubtype="16" fill="hold" nodeType="withEffect">
                                  <p:stCondLst>
                                    <p:cond delay="0"/>
                                  </p:stCondLst>
                                  <p:childTnLst>
                                    <p:set>
                                      <p:cBhvr>
                                        <p:cTn id="65" dur="1" fill="hold">
                                          <p:stCondLst>
                                            <p:cond delay="0"/>
                                          </p:stCondLst>
                                        </p:cTn>
                                        <p:tgtEl>
                                          <p:spTgt spid="13"/>
                                        </p:tgtEl>
                                        <p:attrNameLst>
                                          <p:attrName>style.visibility</p:attrName>
                                        </p:attrNameLst>
                                      </p:cBhvr>
                                      <p:to>
                                        <p:strVal val="visible"/>
                                      </p:to>
                                    </p:set>
                                    <p:anim calcmode="lin" valueType="num">
                                      <p:cBhvr>
                                        <p:cTn id="66" dur="500" fill="hold"/>
                                        <p:tgtEl>
                                          <p:spTgt spid="13"/>
                                        </p:tgtEl>
                                        <p:attrNameLst>
                                          <p:attrName>ppt_w</p:attrName>
                                        </p:attrNameLst>
                                      </p:cBhvr>
                                      <p:tavLst>
                                        <p:tav tm="0">
                                          <p:val>
                                            <p:fltVal val="0"/>
                                          </p:val>
                                        </p:tav>
                                        <p:tav tm="100000">
                                          <p:val>
                                            <p:strVal val="#ppt_w"/>
                                          </p:val>
                                        </p:tav>
                                      </p:tavLst>
                                    </p:anim>
                                    <p:anim calcmode="lin" valueType="num">
                                      <p:cBhvr>
                                        <p:cTn id="67" dur="500" fill="hold"/>
                                        <p:tgtEl>
                                          <p:spTgt spid="13"/>
                                        </p:tgtEl>
                                        <p:attrNameLst>
                                          <p:attrName>ppt_h</p:attrName>
                                        </p:attrNameLst>
                                      </p:cBhvr>
                                      <p:tavLst>
                                        <p:tav tm="0">
                                          <p:val>
                                            <p:fltVal val="0"/>
                                          </p:val>
                                        </p:tav>
                                        <p:tav tm="100000">
                                          <p:val>
                                            <p:strVal val="#ppt_h"/>
                                          </p:val>
                                        </p:tav>
                                      </p:tavLst>
                                    </p:anim>
                                    <p:animEffect transition="in" filter="fade">
                                      <p:cBhvr>
                                        <p:cTn id="68" dur="500"/>
                                        <p:tgtEl>
                                          <p:spTgt spid="13"/>
                                        </p:tgtEl>
                                      </p:cBhvr>
                                    </p:animEffect>
                                  </p:childTnLst>
                                </p:cTn>
                              </p:par>
                              <p:par>
                                <p:cTn id="74" presetID="53" presetClass="entr" presetSubtype="16" fill="hold" nodeType="withEffect">
                                  <p:stCondLst>
                                    <p:cond delay="0"/>
                                  </p:stCondLst>
                                  <p:childTnLst>
                                    <p:set>
                                      <p:cBhvr>
                                        <p:cTn id="70" dur="1" fill="hold">
                                          <p:stCondLst>
                                            <p:cond delay="0"/>
                                          </p:stCondLst>
                                        </p:cTn>
                                        <p:tgtEl>
                                          <p:spTgt spid="14"/>
                                        </p:tgtEl>
                                        <p:attrNameLst>
                                          <p:attrName>style.visibility</p:attrName>
                                        </p:attrNameLst>
                                      </p:cBhvr>
                                      <p:to>
                                        <p:strVal val="visible"/>
                                      </p:to>
                                    </p:set>
                                    <p:anim calcmode="lin" valueType="num">
                                      <p:cBhvr>
                                        <p:cTn id="71" dur="500" fill="hold"/>
                                        <p:tgtEl>
                                          <p:spTgt spid="14"/>
                                        </p:tgtEl>
                                        <p:attrNameLst>
                                          <p:attrName>ppt_w</p:attrName>
                                        </p:attrNameLst>
                                      </p:cBhvr>
                                      <p:tavLst>
                                        <p:tav tm="0">
                                          <p:val>
                                            <p:fltVal val="0"/>
                                          </p:val>
                                        </p:tav>
                                        <p:tav tm="100000">
                                          <p:val>
                                            <p:strVal val="#ppt_w"/>
                                          </p:val>
                                        </p:tav>
                                      </p:tavLst>
                                    </p:anim>
                                    <p:anim calcmode="lin" valueType="num">
                                      <p:cBhvr>
                                        <p:cTn id="72" dur="500" fill="hold"/>
                                        <p:tgtEl>
                                          <p:spTgt spid="14"/>
                                        </p:tgtEl>
                                        <p:attrNameLst>
                                          <p:attrName>ppt_h</p:attrName>
                                        </p:attrNameLst>
                                      </p:cBhvr>
                                      <p:tavLst>
                                        <p:tav tm="0">
                                          <p:val>
                                            <p:fltVal val="0"/>
                                          </p:val>
                                        </p:tav>
                                        <p:tav tm="100000">
                                          <p:val>
                                            <p:strVal val="#ppt_h"/>
                                          </p:val>
                                        </p:tav>
                                      </p:tavLst>
                                    </p:anim>
                                    <p:animEffect transition="in" filter="fade">
                                      <p:cBhvr>
                                        <p:cTn id="73" dur="500"/>
                                        <p:tgtEl>
                                          <p:spTgt spid="14"/>
                                        </p:tgtEl>
                                      </p:cBhvr>
                                    </p:animEffect>
                                  </p:childTnLst>
                                </p:cTn>
                              </p:par>
                              <p:par>
                                <p:cTn id="79" presetID="53" presetClass="entr" presetSubtype="16" fill="hold" nodeType="withEffect">
                                  <p:stCondLst>
                                    <p:cond delay="0"/>
                                  </p:stCondLst>
                                  <p:childTnLst>
                                    <p:set>
                                      <p:cBhvr>
                                        <p:cTn id="75" dur="1" fill="hold">
                                          <p:stCondLst>
                                            <p:cond delay="0"/>
                                          </p:stCondLst>
                                        </p:cTn>
                                        <p:tgtEl>
                                          <p:spTgt spid="15"/>
                                        </p:tgtEl>
                                        <p:attrNameLst>
                                          <p:attrName>style.visibility</p:attrName>
                                        </p:attrNameLst>
                                      </p:cBhvr>
                                      <p:to>
                                        <p:strVal val="visible"/>
                                      </p:to>
                                    </p:set>
                                    <p:anim calcmode="lin" valueType="num">
                                      <p:cBhvr>
                                        <p:cTn id="76" dur="500" fill="hold"/>
                                        <p:tgtEl>
                                          <p:spTgt spid="15"/>
                                        </p:tgtEl>
                                        <p:attrNameLst>
                                          <p:attrName>ppt_w</p:attrName>
                                        </p:attrNameLst>
                                      </p:cBhvr>
                                      <p:tavLst>
                                        <p:tav tm="0">
                                          <p:val>
                                            <p:fltVal val="0"/>
                                          </p:val>
                                        </p:tav>
                                        <p:tav tm="100000">
                                          <p:val>
                                            <p:strVal val="#ppt_w"/>
                                          </p:val>
                                        </p:tav>
                                      </p:tavLst>
                                    </p:anim>
                                    <p:anim calcmode="lin" valueType="num">
                                      <p:cBhvr>
                                        <p:cTn id="77" dur="500" fill="hold"/>
                                        <p:tgtEl>
                                          <p:spTgt spid="15"/>
                                        </p:tgtEl>
                                        <p:attrNameLst>
                                          <p:attrName>ppt_h</p:attrName>
                                        </p:attrNameLst>
                                      </p:cBhvr>
                                      <p:tavLst>
                                        <p:tav tm="0">
                                          <p:val>
                                            <p:fltVal val="0"/>
                                          </p:val>
                                        </p:tav>
                                        <p:tav tm="100000">
                                          <p:val>
                                            <p:strVal val="#ppt_h"/>
                                          </p:val>
                                        </p:tav>
                                      </p:tavLst>
                                    </p:anim>
                                    <p:animEffect transition="in" filter="fade">
                                      <p:cBhvr>
                                        <p:cTn id="78" dur="500"/>
                                        <p:tgtEl>
                                          <p:spTgt spid="15"/>
                                        </p:tgtEl>
                                      </p:cBhvr>
                                    </p:animEffect>
                                  </p:childTnLst>
                                </p:cTn>
                              </p:par>
                            </p:childTnLst>
                          </p:cTn>
                        </p:par>
                      </p:childTnLst>
                    </p:cTn>
                  </p:par>
                  <p:par>
                    <p:cTn id="80" fill="hold">
                      <p:stCondLst>
                        <p:cond delay="indefinite"/>
                      </p:stCondLst>
                      <p:childTnLst>
                        <p:par>
                          <p:cTn id="81" fill="hold">
                            <p:stCondLst>
                              <p:cond delay="0"/>
                            </p:stCondLst>
                            <p:childTnLst>
                              <p:par>
                                <p:cTn id="84" presetID="22" presetClass="entr" presetSubtype="2" fill="hold" nodeType="click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wipe(right)">
                                      <p:cBhvr>
                                        <p:cTn id="83" dur="500"/>
                                        <p:tgtEl>
                                          <p:spTgt spid="23"/>
                                        </p:tgtEl>
                                      </p:cBhvr>
                                    </p:animEffect>
                                  </p:childTnLst>
                                </p:cTn>
                              </p:par>
                              <p:par>
                                <p:cTn id="89" presetID="53" presetClass="entr" presetSubtype="16" fill="hold" nodeType="withEffect">
                                  <p:stCondLst>
                                    <p:cond delay="0"/>
                                  </p:stCondLst>
                                  <p:childTnLst>
                                    <p:set>
                                      <p:cBhvr>
                                        <p:cTn id="85" dur="1" fill="hold">
                                          <p:stCondLst>
                                            <p:cond delay="0"/>
                                          </p:stCondLst>
                                        </p:cTn>
                                        <p:tgtEl>
                                          <p:spTgt spid="16"/>
                                        </p:tgtEl>
                                        <p:attrNameLst>
                                          <p:attrName>style.visibility</p:attrName>
                                        </p:attrNameLst>
                                      </p:cBhvr>
                                      <p:to>
                                        <p:strVal val="visible"/>
                                      </p:to>
                                    </p:set>
                                    <p:anim calcmode="lin" valueType="num">
                                      <p:cBhvr>
                                        <p:cTn id="86" dur="500" fill="hold"/>
                                        <p:tgtEl>
                                          <p:spTgt spid="16"/>
                                        </p:tgtEl>
                                        <p:attrNameLst>
                                          <p:attrName>ppt_w</p:attrName>
                                        </p:attrNameLst>
                                      </p:cBhvr>
                                      <p:tavLst>
                                        <p:tav tm="0">
                                          <p:val>
                                            <p:fltVal val="0"/>
                                          </p:val>
                                        </p:tav>
                                        <p:tav tm="100000">
                                          <p:val>
                                            <p:strVal val="#ppt_w"/>
                                          </p:val>
                                        </p:tav>
                                      </p:tavLst>
                                    </p:anim>
                                    <p:anim calcmode="lin" valueType="num">
                                      <p:cBhvr>
                                        <p:cTn id="87" dur="500" fill="hold"/>
                                        <p:tgtEl>
                                          <p:spTgt spid="16"/>
                                        </p:tgtEl>
                                        <p:attrNameLst>
                                          <p:attrName>ppt_h</p:attrName>
                                        </p:attrNameLst>
                                      </p:cBhvr>
                                      <p:tavLst>
                                        <p:tav tm="0">
                                          <p:val>
                                            <p:fltVal val="0"/>
                                          </p:val>
                                        </p:tav>
                                        <p:tav tm="100000">
                                          <p:val>
                                            <p:strVal val="#ppt_h"/>
                                          </p:val>
                                        </p:tav>
                                      </p:tavLst>
                                    </p:anim>
                                    <p:animEffect transition="in" filter="fade">
                                      <p:cBhvr>
                                        <p:cTn id="88" dur="500"/>
                                        <p:tgtEl>
                                          <p:spTgt spid="16"/>
                                        </p:tgtEl>
                                      </p:cBhvr>
                                    </p:animEffect>
                                  </p:childTnLst>
                                </p:cTn>
                              </p:par>
                              <p:par>
                                <p:cTn id="94" presetID="53" presetClass="entr" presetSubtype="16" fill="hold" nodeType="withEffect">
                                  <p:stCondLst>
                                    <p:cond delay="0"/>
                                  </p:stCondLst>
                                  <p:childTnLst>
                                    <p:set>
                                      <p:cBhvr>
                                        <p:cTn id="90" dur="1" fill="hold">
                                          <p:stCondLst>
                                            <p:cond delay="0"/>
                                          </p:stCondLst>
                                        </p:cTn>
                                        <p:tgtEl>
                                          <p:spTgt spid="17"/>
                                        </p:tgtEl>
                                        <p:attrNameLst>
                                          <p:attrName>style.visibility</p:attrName>
                                        </p:attrNameLst>
                                      </p:cBhvr>
                                      <p:to>
                                        <p:strVal val="visible"/>
                                      </p:to>
                                    </p:set>
                                    <p:anim calcmode="lin" valueType="num">
                                      <p:cBhvr>
                                        <p:cTn id="91" dur="500" fill="hold"/>
                                        <p:tgtEl>
                                          <p:spTgt spid="17"/>
                                        </p:tgtEl>
                                        <p:attrNameLst>
                                          <p:attrName>ppt_w</p:attrName>
                                        </p:attrNameLst>
                                      </p:cBhvr>
                                      <p:tavLst>
                                        <p:tav tm="0">
                                          <p:val>
                                            <p:fltVal val="0"/>
                                          </p:val>
                                        </p:tav>
                                        <p:tav tm="100000">
                                          <p:val>
                                            <p:strVal val="#ppt_w"/>
                                          </p:val>
                                        </p:tav>
                                      </p:tavLst>
                                    </p:anim>
                                    <p:anim calcmode="lin" valueType="num">
                                      <p:cBhvr>
                                        <p:cTn id="92" dur="500" fill="hold"/>
                                        <p:tgtEl>
                                          <p:spTgt spid="17"/>
                                        </p:tgtEl>
                                        <p:attrNameLst>
                                          <p:attrName>ppt_h</p:attrName>
                                        </p:attrNameLst>
                                      </p:cBhvr>
                                      <p:tavLst>
                                        <p:tav tm="0">
                                          <p:val>
                                            <p:fltVal val="0"/>
                                          </p:val>
                                        </p:tav>
                                        <p:tav tm="100000">
                                          <p:val>
                                            <p:strVal val="#ppt_h"/>
                                          </p:val>
                                        </p:tav>
                                      </p:tavLst>
                                    </p:anim>
                                    <p:animEffect transition="in" filter="fade">
                                      <p:cBhvr>
                                        <p:cTn id="93" dur="500"/>
                                        <p:tgtEl>
                                          <p:spTgt spid="17"/>
                                        </p:tgtEl>
                                      </p:cBhvr>
                                    </p:animEffect>
                                  </p:childTnLst>
                                </p:cTn>
                              </p:par>
                              <p:par>
                                <p:cTn id="99" presetID="53" presetClass="entr" presetSubtype="16" fill="hold" nodeType="withEffect">
                                  <p:stCondLst>
                                    <p:cond delay="0"/>
                                  </p:stCondLst>
                                  <p:childTnLst>
                                    <p:set>
                                      <p:cBhvr>
                                        <p:cTn id="95" dur="1" fill="hold">
                                          <p:stCondLst>
                                            <p:cond delay="0"/>
                                          </p:stCondLst>
                                        </p:cTn>
                                        <p:tgtEl>
                                          <p:spTgt spid="18"/>
                                        </p:tgtEl>
                                        <p:attrNameLst>
                                          <p:attrName>style.visibility</p:attrName>
                                        </p:attrNameLst>
                                      </p:cBhvr>
                                      <p:to>
                                        <p:strVal val="visible"/>
                                      </p:to>
                                    </p:set>
                                    <p:anim calcmode="lin" valueType="num">
                                      <p:cBhvr>
                                        <p:cTn id="96" dur="500" fill="hold"/>
                                        <p:tgtEl>
                                          <p:spTgt spid="18"/>
                                        </p:tgtEl>
                                        <p:attrNameLst>
                                          <p:attrName>ppt_w</p:attrName>
                                        </p:attrNameLst>
                                      </p:cBhvr>
                                      <p:tavLst>
                                        <p:tav tm="0">
                                          <p:val>
                                            <p:fltVal val="0"/>
                                          </p:val>
                                        </p:tav>
                                        <p:tav tm="100000">
                                          <p:val>
                                            <p:strVal val="#ppt_w"/>
                                          </p:val>
                                        </p:tav>
                                      </p:tavLst>
                                    </p:anim>
                                    <p:anim calcmode="lin" valueType="num">
                                      <p:cBhvr>
                                        <p:cTn id="97" dur="500" fill="hold"/>
                                        <p:tgtEl>
                                          <p:spTgt spid="18"/>
                                        </p:tgtEl>
                                        <p:attrNameLst>
                                          <p:attrName>ppt_h</p:attrName>
                                        </p:attrNameLst>
                                      </p:cBhvr>
                                      <p:tavLst>
                                        <p:tav tm="0">
                                          <p:val>
                                            <p:fltVal val="0"/>
                                          </p:val>
                                        </p:tav>
                                        <p:tav tm="100000">
                                          <p:val>
                                            <p:strVal val="#ppt_h"/>
                                          </p:val>
                                        </p:tav>
                                      </p:tavLst>
                                    </p:anim>
                                    <p:animEffect transition="in" filter="fade">
                                      <p:cBhvr>
                                        <p:cTn id="98" dur="500"/>
                                        <p:tgtEl>
                                          <p:spTgt spid="18"/>
                                        </p:tgtEl>
                                      </p:cBhvr>
                                    </p:animEffect>
                                  </p:childTnLst>
                                </p:cTn>
                              </p:par>
                              <p:par>
                                <p:cTn id="104" presetID="53" presetClass="entr" presetSubtype="16" fill="hold" nodeType="withEffect">
                                  <p:stCondLst>
                                    <p:cond delay="0"/>
                                  </p:stCondLst>
                                  <p:childTnLst>
                                    <p:set>
                                      <p:cBhvr>
                                        <p:cTn id="100" dur="1" fill="hold">
                                          <p:stCondLst>
                                            <p:cond delay="0"/>
                                          </p:stCondLst>
                                        </p:cTn>
                                        <p:tgtEl>
                                          <p:spTgt spid="19"/>
                                        </p:tgtEl>
                                        <p:attrNameLst>
                                          <p:attrName>style.visibility</p:attrName>
                                        </p:attrNameLst>
                                      </p:cBhvr>
                                      <p:to>
                                        <p:strVal val="visible"/>
                                      </p:to>
                                    </p:set>
                                    <p:anim calcmode="lin" valueType="num">
                                      <p:cBhvr>
                                        <p:cTn id="101" dur="500" fill="hold"/>
                                        <p:tgtEl>
                                          <p:spTgt spid="19"/>
                                        </p:tgtEl>
                                        <p:attrNameLst>
                                          <p:attrName>ppt_w</p:attrName>
                                        </p:attrNameLst>
                                      </p:cBhvr>
                                      <p:tavLst>
                                        <p:tav tm="0">
                                          <p:val>
                                            <p:fltVal val="0"/>
                                          </p:val>
                                        </p:tav>
                                        <p:tav tm="100000">
                                          <p:val>
                                            <p:strVal val="#ppt_w"/>
                                          </p:val>
                                        </p:tav>
                                      </p:tavLst>
                                    </p:anim>
                                    <p:anim calcmode="lin" valueType="num">
                                      <p:cBhvr>
                                        <p:cTn id="102" dur="500" fill="hold"/>
                                        <p:tgtEl>
                                          <p:spTgt spid="19"/>
                                        </p:tgtEl>
                                        <p:attrNameLst>
                                          <p:attrName>ppt_h</p:attrName>
                                        </p:attrNameLst>
                                      </p:cBhvr>
                                      <p:tavLst>
                                        <p:tav tm="0">
                                          <p:val>
                                            <p:fltVal val="0"/>
                                          </p:val>
                                        </p:tav>
                                        <p:tav tm="100000">
                                          <p:val>
                                            <p:strVal val="#ppt_h"/>
                                          </p:val>
                                        </p:tav>
                                      </p:tavLst>
                                    </p:anim>
                                    <p:animEffect transition="in" filter="fade">
                                      <p:cBhvr>
                                        <p:cTn id="103" dur="500"/>
                                        <p:tgtEl>
                                          <p:spTgt spid="19"/>
                                        </p:tgtEl>
                                      </p:cBhvr>
                                    </p:animEffect>
                                  </p:childTnLst>
                                </p:cTn>
                              </p:par>
                              <p:par>
                                <p:cTn id="109" presetID="53" presetClass="entr" presetSubtype="16" fill="hold" nodeType="withEffect">
                                  <p:stCondLst>
                                    <p:cond delay="0"/>
                                  </p:stCondLst>
                                  <p:childTnLst>
                                    <p:set>
                                      <p:cBhvr>
                                        <p:cTn id="105" dur="1" fill="hold">
                                          <p:stCondLst>
                                            <p:cond delay="0"/>
                                          </p:stCondLst>
                                        </p:cTn>
                                        <p:tgtEl>
                                          <p:spTgt spid="20"/>
                                        </p:tgtEl>
                                        <p:attrNameLst>
                                          <p:attrName>style.visibility</p:attrName>
                                        </p:attrNameLst>
                                      </p:cBhvr>
                                      <p:to>
                                        <p:strVal val="visible"/>
                                      </p:to>
                                    </p:set>
                                    <p:anim calcmode="lin" valueType="num">
                                      <p:cBhvr>
                                        <p:cTn id="106" dur="500" fill="hold"/>
                                        <p:tgtEl>
                                          <p:spTgt spid="20"/>
                                        </p:tgtEl>
                                        <p:attrNameLst>
                                          <p:attrName>ppt_w</p:attrName>
                                        </p:attrNameLst>
                                      </p:cBhvr>
                                      <p:tavLst>
                                        <p:tav tm="0">
                                          <p:val>
                                            <p:fltVal val="0"/>
                                          </p:val>
                                        </p:tav>
                                        <p:tav tm="100000">
                                          <p:val>
                                            <p:strVal val="#ppt_w"/>
                                          </p:val>
                                        </p:tav>
                                      </p:tavLst>
                                    </p:anim>
                                    <p:anim calcmode="lin" valueType="num">
                                      <p:cBhvr>
                                        <p:cTn id="107" dur="500" fill="hold"/>
                                        <p:tgtEl>
                                          <p:spTgt spid="20"/>
                                        </p:tgtEl>
                                        <p:attrNameLst>
                                          <p:attrName>ppt_h</p:attrName>
                                        </p:attrNameLst>
                                      </p:cBhvr>
                                      <p:tavLst>
                                        <p:tav tm="0">
                                          <p:val>
                                            <p:fltVal val="0"/>
                                          </p:val>
                                        </p:tav>
                                        <p:tav tm="100000">
                                          <p:val>
                                            <p:strVal val="#ppt_h"/>
                                          </p:val>
                                        </p:tav>
                                      </p:tavLst>
                                    </p:anim>
                                    <p:animEffect transition="in" filter="fade">
                                      <p:cBhvr>
                                        <p:cTn id="10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7_title" descr="الملاحظة والاستنتاج">    </p:cNvPr>
          <p:cNvPicPr>
            <a:picLocks noChangeAspect="1"/>
          </p:cNvPicPr>
          <p:nvPr/>
        </p:nvPicPr>
        <p:blipFill>
          <a:blip r:embed="rId2"/>
          <a:stretch>
            <a:fillRect/>
          </a:stretch>
        </p:blipFill>
        <p:spPr>
          <a:xfrm>
            <a:off x="3614695" y="109728"/>
            <a:ext cx="4962304" cy="1024128"/>
          </a:xfrm>
          <a:prstGeom prst="rect">
            <a:avLst/>
          </a:prstGeom>
        </p:spPr>
      </p:pic>
      <p:pic>
        <p:nvPicPr>
          <p:cNvPr id="3" name="s7_img_1" descr="الأمعاء الغليظة تمتص الماء">    </p:cNvPr>
          <p:cNvPicPr>
            <a:picLocks noChangeAspect="1"/>
          </p:cNvPicPr>
          <p:nvPr/>
        </p:nvPicPr>
        <p:blipFill>
          <a:blip r:embed="rId3"/>
          <a:stretch>
            <a:fillRect/>
          </a:stretch>
        </p:blipFill>
        <p:spPr>
          <a:xfrm>
            <a:off x="502920" y="2148840"/>
            <a:ext cx="3931920" cy="2920855"/>
          </a:xfrm>
          <a:prstGeom prst="rect">
            <a:avLst/>
          </a:prstGeom>
        </p:spPr>
      </p:pic>
      <p:sp>
        <p:nvSpPr>
          <p:cNvPr id="4" name="s7_txt_2"/>
          <p:cNvSpPr txBox="1"/>
          <p:nvPr/>
        </p:nvSpPr>
        <p:spPr>
          <a:xfrm>
            <a:off x="1325880" y="1417320"/>
            <a:ext cx="2286000" cy="502920"/>
          </a:xfrm>
          <a:prstGeom prst="roundRect">
            <a:avLst>
              <a:gd name="adj" fmla="val 50000"/>
            </a:avLst>
          </a:prstGeom>
          <a:solidFill>
            <a:srgbClr val="8E6CD8"/>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2000" b="1" dirty="0">
                <a:solidFill>
                  <a:srgbClr val="FFFFFF"/>
                </a:solidFill>
                <a:latin typeface="Tahoma" pitchFamily="34" charset="0"/>
                <a:ea typeface="Tahoma" pitchFamily="34" charset="-122"/>
                <a:cs typeface="Tahoma" pitchFamily="34" charset="-120"/>
              </a:rPr>
              <a:t>الأمعاء الغليظة</a:t>
            </a:r>
            <a:endParaRPr lang="ar-SA" sz="2000" dirty="0"/>
          </a:p>
        </p:txBody>
      </p:sp>
      <p:pic>
        <p:nvPicPr>
          <p:cNvPr id="5" name="s7_img_3" descr="المنشفة">    </p:cNvPr>
          <p:cNvPicPr>
            <a:picLocks noChangeAspect="1"/>
          </p:cNvPicPr>
          <p:nvPr/>
        </p:nvPicPr>
        <p:blipFill>
          <a:blip r:embed="rId4"/>
          <a:stretch>
            <a:fillRect/>
          </a:stretch>
        </p:blipFill>
        <p:spPr>
          <a:xfrm>
            <a:off x="4343400" y="1325880"/>
            <a:ext cx="1234440" cy="1234440"/>
          </a:xfrm>
          <a:prstGeom prst="rect">
            <a:avLst/>
          </a:prstGeom>
        </p:spPr>
      </p:pic>
      <p:sp>
        <p:nvSpPr>
          <p:cNvPr id="6" name="s7_txt_4"/>
          <p:cNvSpPr txBox="1"/>
          <p:nvPr/>
        </p:nvSpPr>
        <p:spPr>
          <a:xfrm>
            <a:off x="4069080" y="2560320"/>
            <a:ext cx="1783080" cy="777240"/>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E85D9A"/>
                </a:solidFill>
                <a:latin typeface="Tahoma" pitchFamily="34" charset="0"/>
                <a:ea typeface="Tahoma" pitchFamily="34" charset="-122"/>
                <a:cs typeface="Tahoma" pitchFamily="34" charset="-120"/>
              </a:rPr>
              <a:t>المنشفة تُشبه الأمعاء الغليظة</a:t>
            </a:r>
            <a:endParaRPr lang="ar-SA" sz="1800" dirty="0"/>
          </a:p>
        </p:txBody>
      </p:sp>
      <p:sp>
        <p:nvSpPr>
          <p:cNvPr id="7" name="s7_card_5"/>
          <p:cNvSpPr/>
          <p:nvPr/>
        </p:nvSpPr>
        <p:spPr>
          <a:xfrm>
            <a:off x="5989320" y="1371600"/>
            <a:ext cx="5715000" cy="777240"/>
          </a:xfrm>
          <a:prstGeom prst="roundRect">
            <a:avLst>
              <a:gd name="adj" fmla="val 32941"/>
            </a:avLst>
          </a:prstGeom>
          <a:solidFill>
            <a:srgbClr val="FFFFFF"/>
          </a:solidFill>
          <a:ln w="31750">
            <a:solidFill>
              <a:srgbClr val="FFE59A"/>
            </a:solidFill>
            <a:prstDash val="solid"/>
          </a:ln>
          <a:effectLst>
            <a:outerShdw sx="100000" sy="100000" kx="0" ky="0" algn="bl" rotWithShape="0" blurRad="127000" dist="50800" dir="5400000">
              <a:srgbClr val="5B3E8E">
                <a:alpha val="20000"/>
              </a:srgbClr>
            </a:outerShdw>
          </a:effectLst>
        </p:spPr>
      </p:sp>
      <p:sp>
        <p:nvSpPr>
          <p:cNvPr id="8" name="s7_txt_6"/>
          <p:cNvSpPr txBox="1"/>
          <p:nvPr/>
        </p:nvSpPr>
        <p:spPr>
          <a:xfrm>
            <a:off x="9006840" y="1481328"/>
            <a:ext cx="2560320" cy="548640"/>
          </a:xfrm>
          <a:prstGeom prst="roundRect">
            <a:avLst>
              <a:gd name="adj" fmla="val 50000"/>
            </a:avLst>
          </a:prstGeom>
          <a:solidFill>
            <a:srgbClr val="F58A3C"/>
          </a:solidFill>
          <a:ln/>
        </p:spPr>
        <p:txBody>
          <a:bodyPr wrap="square" lIns="508" tIns="508" rIns="508" bIns="508" rtlCol="0" anchor="ctr"/>
          <a:lstStyle/>
          <a:p>
            <a:pPr rtl="1" algn="ctr" indent="0" marL="0">
              <a:lnSpc>
                <a:spcPct val="105000"/>
              </a:lnSpc>
              <a:buNone/>
            </a:pPr>
            <a:r>
              <a:rPr lang="ar-SA" altLang="en-US" sz="1800" b="1" dirty="0">
                <a:solidFill>
                  <a:srgbClr val="FFFFFF"/>
                </a:solidFill>
                <a:latin typeface="Tahoma" pitchFamily="34" charset="0"/>
                <a:ea typeface="Tahoma" pitchFamily="34" charset="-122"/>
                <a:cs typeface="Tahoma" pitchFamily="34" charset="-120"/>
              </a:rPr>
              <a:t>ماذا حدث للماء؟</a:t>
            </a:r>
            <a:endParaRPr lang="ar-SA" sz="1800" dirty="0"/>
          </a:p>
        </p:txBody>
      </p:sp>
      <p:sp>
        <p:nvSpPr>
          <p:cNvPr id="9" name="s7_txt_7"/>
          <p:cNvSpPr txBox="1"/>
          <p:nvPr/>
        </p:nvSpPr>
        <p:spPr>
          <a:xfrm>
            <a:off x="6053328" y="1389888"/>
            <a:ext cx="2907792" cy="749808"/>
          </a:xfrm>
          <a:prstGeom prst="rect">
            <a:avLst/>
          </a:prstGeom>
          <a:noFill/>
          <a:ln/>
        </p:spPr>
        <p:txBody>
          <a:bodyPr wrap="square" lIns="762" tIns="762" rIns="762" bIns="762" rtlCol="0" anchor="ctr"/>
          <a:lstStyle/>
          <a:p>
            <a:pPr rtl="1" algn="r" indent="0" marL="0">
              <a:lnSpc>
                <a:spcPct val="105000"/>
              </a:lnSpc>
              <a:buNone/>
            </a:pPr>
            <a:r>
              <a:rPr lang="ar-SA" altLang="en-US" sz="1800" dirty="0">
                <a:solidFill>
                  <a:srgbClr val="3B2A5A"/>
                </a:solidFill>
                <a:latin typeface="Tahoma" pitchFamily="34" charset="0"/>
                <a:ea typeface="Tahoma" pitchFamily="34" charset="-122"/>
                <a:cs typeface="Tahoma" pitchFamily="34" charset="-120"/>
              </a:rPr>
              <a:t>امتصّت المنشفة جزءًا من الماء، وخرج الباقي.</a:t>
            </a:r>
            <a:endParaRPr lang="ar-SA" sz="1800" dirty="0"/>
          </a:p>
        </p:txBody>
      </p:sp>
      <p:sp>
        <p:nvSpPr>
          <p:cNvPr id="10" name="s7_card_8"/>
          <p:cNvSpPr/>
          <p:nvPr/>
        </p:nvSpPr>
        <p:spPr>
          <a:xfrm>
            <a:off x="5989320" y="2258568"/>
            <a:ext cx="5715000" cy="777240"/>
          </a:xfrm>
          <a:prstGeom prst="roundRect">
            <a:avLst>
              <a:gd name="adj" fmla="val 32941"/>
            </a:avLst>
          </a:prstGeom>
          <a:solidFill>
            <a:srgbClr val="FFFFFF"/>
          </a:solidFill>
          <a:ln w="31750">
            <a:solidFill>
              <a:srgbClr val="FFE59A"/>
            </a:solidFill>
            <a:prstDash val="solid"/>
          </a:ln>
          <a:effectLst>
            <a:outerShdw sx="100000" sy="100000" kx="0" ky="0" algn="bl" rotWithShape="0" blurRad="127000" dist="50800" dir="5400000">
              <a:srgbClr val="5B3E8E">
                <a:alpha val="20000"/>
              </a:srgbClr>
            </a:outerShdw>
          </a:effectLst>
        </p:spPr>
      </p:sp>
      <p:sp>
        <p:nvSpPr>
          <p:cNvPr id="11" name="s7_txt_9"/>
          <p:cNvSpPr txBox="1"/>
          <p:nvPr/>
        </p:nvSpPr>
        <p:spPr>
          <a:xfrm>
            <a:off x="9006840" y="2368296"/>
            <a:ext cx="2560320" cy="548640"/>
          </a:xfrm>
          <a:prstGeom prst="roundRect">
            <a:avLst>
              <a:gd name="adj" fmla="val 50000"/>
            </a:avLst>
          </a:prstGeom>
          <a:solidFill>
            <a:srgbClr val="E85D9A"/>
          </a:solidFill>
          <a:ln/>
        </p:spPr>
        <p:txBody>
          <a:bodyPr wrap="square" lIns="508" tIns="508" rIns="508" bIns="508" rtlCol="0" anchor="ctr"/>
          <a:lstStyle/>
          <a:p>
            <a:pPr rtl="1" algn="ctr" indent="0" marL="0">
              <a:lnSpc>
                <a:spcPct val="105000"/>
              </a:lnSpc>
              <a:buNone/>
            </a:pPr>
            <a:r>
              <a:rPr lang="ar-SA" altLang="en-US" sz="1800" b="1" dirty="0">
                <a:solidFill>
                  <a:srgbClr val="FFFFFF"/>
                </a:solidFill>
                <a:latin typeface="Tahoma" pitchFamily="34" charset="0"/>
                <a:ea typeface="Tahoma" pitchFamily="34" charset="-122"/>
                <a:cs typeface="Tahoma" pitchFamily="34" charset="-120"/>
              </a:rPr>
              <a:t>ما دور المنشفة؟</a:t>
            </a:r>
            <a:endParaRPr lang="ar-SA" sz="1800" dirty="0"/>
          </a:p>
        </p:txBody>
      </p:sp>
      <p:sp>
        <p:nvSpPr>
          <p:cNvPr id="12" name="s7_txt_10"/>
          <p:cNvSpPr txBox="1"/>
          <p:nvPr/>
        </p:nvSpPr>
        <p:spPr>
          <a:xfrm>
            <a:off x="6053328" y="2276856"/>
            <a:ext cx="2907792" cy="749808"/>
          </a:xfrm>
          <a:prstGeom prst="rect">
            <a:avLst/>
          </a:prstGeom>
          <a:noFill/>
          <a:ln/>
        </p:spPr>
        <p:txBody>
          <a:bodyPr wrap="square" lIns="762" tIns="762" rIns="762" bIns="762" rtlCol="0" anchor="ctr"/>
          <a:lstStyle/>
          <a:p>
            <a:pPr rtl="1" algn="r" indent="0" marL="0">
              <a:lnSpc>
                <a:spcPct val="105000"/>
              </a:lnSpc>
              <a:buNone/>
            </a:pPr>
            <a:r>
              <a:rPr lang="ar-SA" altLang="en-US" sz="1800" dirty="0">
                <a:solidFill>
                  <a:srgbClr val="3B2A5A"/>
                </a:solidFill>
                <a:latin typeface="Tahoma" pitchFamily="34" charset="0"/>
                <a:ea typeface="Tahoma" pitchFamily="34" charset="-122"/>
                <a:cs typeface="Tahoma" pitchFamily="34" charset="-120"/>
              </a:rPr>
              <a:t>تمثّل الأمعاء الغليظة؛ فهي تمتص الماء.</a:t>
            </a:r>
            <a:endParaRPr lang="ar-SA" sz="1800" dirty="0"/>
          </a:p>
        </p:txBody>
      </p:sp>
      <p:sp>
        <p:nvSpPr>
          <p:cNvPr id="13" name="s7_card_11"/>
          <p:cNvSpPr/>
          <p:nvPr/>
        </p:nvSpPr>
        <p:spPr>
          <a:xfrm>
            <a:off x="5989320" y="3145536"/>
            <a:ext cx="5715000" cy="777240"/>
          </a:xfrm>
          <a:prstGeom prst="roundRect">
            <a:avLst>
              <a:gd name="adj" fmla="val 32941"/>
            </a:avLst>
          </a:prstGeom>
          <a:solidFill>
            <a:srgbClr val="FFFFFF"/>
          </a:solidFill>
          <a:ln w="31750">
            <a:solidFill>
              <a:srgbClr val="FFE59A"/>
            </a:solidFill>
            <a:prstDash val="solid"/>
          </a:ln>
          <a:effectLst>
            <a:outerShdw sx="100000" sy="100000" kx="0" ky="0" algn="bl" rotWithShape="0" blurRad="127000" dist="50800" dir="5400000">
              <a:srgbClr val="5B3E8E">
                <a:alpha val="20000"/>
              </a:srgbClr>
            </a:outerShdw>
          </a:effectLst>
        </p:spPr>
      </p:sp>
      <p:sp>
        <p:nvSpPr>
          <p:cNvPr id="14" name="s7_txt_12"/>
          <p:cNvSpPr txBox="1"/>
          <p:nvPr/>
        </p:nvSpPr>
        <p:spPr>
          <a:xfrm>
            <a:off x="9006840" y="3255264"/>
            <a:ext cx="2560320" cy="548640"/>
          </a:xfrm>
          <a:prstGeom prst="roundRect">
            <a:avLst>
              <a:gd name="adj" fmla="val 50000"/>
            </a:avLst>
          </a:prstGeom>
          <a:solidFill>
            <a:srgbClr val="3BA7E0"/>
          </a:solidFill>
          <a:ln/>
        </p:spPr>
        <p:txBody>
          <a:bodyPr wrap="square" lIns="508" tIns="508" rIns="508" bIns="508" rtlCol="0" anchor="ctr"/>
          <a:lstStyle/>
          <a:p>
            <a:pPr rtl="1" algn="ctr" indent="0" marL="0">
              <a:lnSpc>
                <a:spcPct val="105000"/>
              </a:lnSpc>
              <a:buNone/>
            </a:pPr>
            <a:r>
              <a:rPr lang="ar-SA" altLang="en-US" sz="1800" b="1" dirty="0">
                <a:solidFill>
                  <a:srgbClr val="FFFFFF"/>
                </a:solidFill>
                <a:latin typeface="Tahoma" pitchFamily="34" charset="0"/>
                <a:ea typeface="Tahoma" pitchFamily="34" charset="-122"/>
                <a:cs typeface="Tahoma" pitchFamily="34" charset="-120"/>
              </a:rPr>
              <a:t>بماذا يشبه ذلك؟</a:t>
            </a:r>
            <a:endParaRPr lang="ar-SA" sz="1800" dirty="0"/>
          </a:p>
        </p:txBody>
      </p:sp>
      <p:sp>
        <p:nvSpPr>
          <p:cNvPr id="15" name="s7_txt_13"/>
          <p:cNvSpPr txBox="1"/>
          <p:nvPr/>
        </p:nvSpPr>
        <p:spPr>
          <a:xfrm>
            <a:off x="6053328" y="3163824"/>
            <a:ext cx="2907792" cy="749808"/>
          </a:xfrm>
          <a:prstGeom prst="rect">
            <a:avLst/>
          </a:prstGeom>
          <a:noFill/>
          <a:ln/>
        </p:spPr>
        <p:txBody>
          <a:bodyPr wrap="square" lIns="762" tIns="762" rIns="762" bIns="762" rtlCol="0" anchor="ctr"/>
          <a:lstStyle/>
          <a:p>
            <a:pPr rtl="1" algn="r" indent="0" marL="0">
              <a:lnSpc>
                <a:spcPct val="105000"/>
              </a:lnSpc>
              <a:buNone/>
            </a:pPr>
            <a:r>
              <a:rPr lang="ar-SA" altLang="en-US" sz="1800" dirty="0">
                <a:solidFill>
                  <a:srgbClr val="3B2A5A"/>
                </a:solidFill>
                <a:latin typeface="Tahoma" pitchFamily="34" charset="0"/>
                <a:ea typeface="Tahoma" pitchFamily="34" charset="-122"/>
                <a:cs typeface="Tahoma" pitchFamily="34" charset="-120"/>
              </a:rPr>
              <a:t>يشبه امتصاص الأمعاء الغليظة للماء من بقايا الغذاء.</a:t>
            </a:r>
            <a:endParaRPr lang="ar-SA" sz="1800" dirty="0"/>
          </a:p>
        </p:txBody>
      </p:sp>
      <p:sp>
        <p:nvSpPr>
          <p:cNvPr id="16" name="s7_card_14"/>
          <p:cNvSpPr/>
          <p:nvPr/>
        </p:nvSpPr>
        <p:spPr>
          <a:xfrm>
            <a:off x="5989320" y="4032504"/>
            <a:ext cx="5715000" cy="777240"/>
          </a:xfrm>
          <a:prstGeom prst="roundRect">
            <a:avLst>
              <a:gd name="adj" fmla="val 32941"/>
            </a:avLst>
          </a:prstGeom>
          <a:solidFill>
            <a:srgbClr val="FFFFFF"/>
          </a:solidFill>
          <a:ln w="31750">
            <a:solidFill>
              <a:srgbClr val="FFE59A"/>
            </a:solidFill>
            <a:prstDash val="solid"/>
          </a:ln>
          <a:effectLst>
            <a:outerShdw sx="100000" sy="100000" kx="0" ky="0" algn="bl" rotWithShape="0" blurRad="127000" dist="50800" dir="5400000">
              <a:srgbClr val="5B3E8E">
                <a:alpha val="20000"/>
              </a:srgbClr>
            </a:outerShdw>
          </a:effectLst>
        </p:spPr>
      </p:sp>
      <p:sp>
        <p:nvSpPr>
          <p:cNvPr id="17" name="s7_txt_15"/>
          <p:cNvSpPr txBox="1"/>
          <p:nvPr/>
        </p:nvSpPr>
        <p:spPr>
          <a:xfrm>
            <a:off x="9006840" y="4142232"/>
            <a:ext cx="2560320" cy="548640"/>
          </a:xfrm>
          <a:prstGeom prst="roundRect">
            <a:avLst>
              <a:gd name="adj" fmla="val 50000"/>
            </a:avLst>
          </a:prstGeom>
          <a:solidFill>
            <a:srgbClr val="2DBE8C"/>
          </a:solidFill>
          <a:ln/>
        </p:spPr>
        <p:txBody>
          <a:bodyPr wrap="square" lIns="508" tIns="508" rIns="508" bIns="508" rtlCol="0" anchor="ctr"/>
          <a:lstStyle/>
          <a:p>
            <a:pPr rtl="1" algn="ctr" indent="0" marL="0">
              <a:lnSpc>
                <a:spcPct val="105000"/>
              </a:lnSpc>
              <a:buNone/>
            </a:pPr>
            <a:r>
              <a:rPr lang="ar-SA" altLang="en-US" sz="1800" b="1" dirty="0">
                <a:solidFill>
                  <a:srgbClr val="FFFFFF"/>
                </a:solidFill>
                <a:latin typeface="Tahoma" pitchFamily="34" charset="0"/>
                <a:ea typeface="Tahoma" pitchFamily="34" charset="-122"/>
                <a:cs typeface="Tahoma" pitchFamily="34" charset="-120"/>
              </a:rPr>
              <a:t>ما دور الأمعاء الغليظة؟</a:t>
            </a:r>
            <a:endParaRPr lang="ar-SA" sz="1800" dirty="0"/>
          </a:p>
        </p:txBody>
      </p:sp>
      <p:sp>
        <p:nvSpPr>
          <p:cNvPr id="18" name="s7_txt_16"/>
          <p:cNvSpPr txBox="1"/>
          <p:nvPr/>
        </p:nvSpPr>
        <p:spPr>
          <a:xfrm>
            <a:off x="6053328" y="4050792"/>
            <a:ext cx="2907792" cy="749808"/>
          </a:xfrm>
          <a:prstGeom prst="rect">
            <a:avLst/>
          </a:prstGeom>
          <a:noFill/>
          <a:ln/>
        </p:spPr>
        <p:txBody>
          <a:bodyPr wrap="square" lIns="762" tIns="762" rIns="762" bIns="762" rtlCol="0" anchor="ctr"/>
          <a:lstStyle/>
          <a:p>
            <a:pPr rtl="1" algn="r" indent="0" marL="0">
              <a:lnSpc>
                <a:spcPct val="105000"/>
              </a:lnSpc>
              <a:buNone/>
            </a:pPr>
            <a:r>
              <a:rPr lang="ar-SA" altLang="en-US" sz="1800" dirty="0">
                <a:solidFill>
                  <a:srgbClr val="3B2A5A"/>
                </a:solidFill>
                <a:latin typeface="Tahoma" pitchFamily="34" charset="0"/>
                <a:ea typeface="Tahoma" pitchFamily="34" charset="-122"/>
                <a:cs typeface="Tahoma" pitchFamily="34" charset="-120"/>
              </a:rPr>
              <a:t>امتصاص الماء من بقايا الغذاء غير المهضومة.</a:t>
            </a:r>
            <a:endParaRPr lang="ar-SA" sz="1800" dirty="0"/>
          </a:p>
        </p:txBody>
      </p:sp>
      <p:sp>
        <p:nvSpPr>
          <p:cNvPr id="19" name="s7_card_17"/>
          <p:cNvSpPr/>
          <p:nvPr/>
        </p:nvSpPr>
        <p:spPr>
          <a:xfrm>
            <a:off x="502920" y="5029200"/>
            <a:ext cx="11201400" cy="1051560"/>
          </a:xfrm>
          <a:prstGeom prst="roundRect">
            <a:avLst>
              <a:gd name="adj" fmla="val 24348"/>
            </a:avLst>
          </a:prstGeom>
          <a:solidFill>
            <a:srgbClr val="FFF6CF"/>
          </a:solidFill>
          <a:ln w="38100">
            <a:solidFill>
              <a:srgbClr val="F5B700"/>
            </a:solidFill>
            <a:prstDash val="solid"/>
          </a:ln>
          <a:effectLst>
            <a:outerShdw sx="100000" sy="100000" kx="0" ky="0" algn="bl" rotWithShape="0" blurRad="127000" dist="50800" dir="5400000">
              <a:srgbClr val="5B3E8E">
                <a:alpha val="20000"/>
              </a:srgbClr>
            </a:outerShdw>
          </a:effectLst>
        </p:spPr>
      </p:sp>
      <p:pic>
        <p:nvPicPr>
          <p:cNvPr id="20" name="s7_emo_18" descr="الاستنتاج">    </p:cNvPr>
          <p:cNvPicPr>
            <a:picLocks noChangeAspect="1"/>
          </p:cNvPicPr>
          <p:nvPr/>
        </p:nvPicPr>
        <p:blipFill>
          <a:blip r:embed="rId5"/>
          <a:stretch>
            <a:fillRect/>
          </a:stretch>
        </p:blipFill>
        <p:spPr>
          <a:xfrm>
            <a:off x="10835640" y="5120640"/>
            <a:ext cx="868680" cy="868680"/>
          </a:xfrm>
          <a:prstGeom prst="rect">
            <a:avLst/>
          </a:prstGeom>
        </p:spPr>
      </p:pic>
      <p:sp>
        <p:nvSpPr>
          <p:cNvPr id="21" name="s7_txt_19"/>
          <p:cNvSpPr txBox="1"/>
          <p:nvPr/>
        </p:nvSpPr>
        <p:spPr>
          <a:xfrm>
            <a:off x="685800" y="5074920"/>
            <a:ext cx="10058400" cy="960120"/>
          </a:xfrm>
          <a:prstGeom prst="rect">
            <a:avLst/>
          </a:prstGeom>
          <a:noFill/>
          <a:ln/>
        </p:spPr>
        <p:txBody>
          <a:bodyPr wrap="square" lIns="762" tIns="762" rIns="762" bIns="762" rtlCol="0" anchor="ctr"/>
          <a:lstStyle/>
          <a:p>
            <a:pPr rtl="1" algn="r" indent="0" marL="0">
              <a:lnSpc>
                <a:spcPct val="105000"/>
              </a:lnSpc>
              <a:buNone/>
            </a:pPr>
            <a:r>
              <a:rPr lang="ar-SA" altLang="en-US" sz="2100" b="1" dirty="0">
                <a:solidFill>
                  <a:srgbClr val="E2731F"/>
                </a:solidFill>
                <a:latin typeface="Tahoma" pitchFamily="34" charset="0"/>
                <a:ea typeface="Tahoma" pitchFamily="34" charset="-122"/>
                <a:cs typeface="Tahoma" pitchFamily="34" charset="-120"/>
              </a:rPr>
              <a:t>الاستنتاج: </a:t>
            </a:r>
            <a:pPr rtl="1" algn="r" indent="0" marL="0">
              <a:lnSpc>
                <a:spcPct val="105000"/>
              </a:lnSpc>
              <a:buNone/>
            </a:pPr>
            <a:r>
              <a:rPr lang="ar-SA" altLang="en-US" sz="2100" dirty="0">
                <a:solidFill>
                  <a:srgbClr val="3B2A5A"/>
                </a:solidFill>
                <a:latin typeface="Tahoma" pitchFamily="34" charset="0"/>
                <a:ea typeface="Tahoma" pitchFamily="34" charset="-122"/>
                <a:cs typeface="Tahoma" pitchFamily="34" charset="-120"/>
              </a:rPr>
              <a:t>تمتص الأمعاء الغليظة الماء من بقايا الغذاء غير المهضومة، ويؤدي ذلك إلى تكوين الفضلات الصلبة.</a:t>
            </a:r>
            <a:endParaRPr lang="ar-SA" sz="21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2" presetID="10"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7" presetID="10" presetClass="entr" presetSubtype="0"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2" presetID="10"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9" presetID="53" presetClass="entr" presetSubtype="16"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500" fill="hold"/>
                                        <p:tgtEl>
                                          <p:spTgt spid="5"/>
                                        </p:tgtEl>
                                        <p:attrNameLst>
                                          <p:attrName>ppt_w</p:attrName>
                                        </p:attrNameLst>
                                      </p:cBhvr>
                                      <p:tavLst>
                                        <p:tav tm="0">
                                          <p:val>
                                            <p:fltVal val="0"/>
                                          </p:val>
                                        </p:tav>
                                        <p:tav tm="100000">
                                          <p:val>
                                            <p:strVal val="#ppt_w"/>
                                          </p:val>
                                        </p:tav>
                                      </p:tavLst>
                                    </p:anim>
                                    <p:anim calcmode="lin" valueType="num">
                                      <p:cBhvr>
                                        <p:cTn id="27" dur="500" fill="hold"/>
                                        <p:tgtEl>
                                          <p:spTgt spid="5"/>
                                        </p:tgtEl>
                                        <p:attrNameLst>
                                          <p:attrName>ppt_h</p:attrName>
                                        </p:attrNameLst>
                                      </p:cBhvr>
                                      <p:tavLst>
                                        <p:tav tm="0">
                                          <p:val>
                                            <p:fltVal val="0"/>
                                          </p:val>
                                        </p:tav>
                                        <p:tav tm="100000">
                                          <p:val>
                                            <p:strVal val="#ppt_h"/>
                                          </p:val>
                                        </p:tav>
                                      </p:tavLst>
                                    </p:anim>
                                    <p:animEffect transition="in" filter="fade">
                                      <p:cBhvr>
                                        <p:cTn id="28" dur="500"/>
                                        <p:tgtEl>
                                          <p:spTgt spid="5"/>
                                        </p:tgtEl>
                                      </p:cBhvr>
                                    </p:animEffect>
                                  </p:childTnLst>
                                </p:cTn>
                              </p:par>
                              <p:par>
                                <p:cTn id="34" presetID="53" presetClass="entr" presetSubtype="16"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Effect transition="in" filter="fade">
                                      <p:cBhvr>
                                        <p:cTn id="33"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41" presetID="53" presetClass="entr" presetSubtype="16" fill="hold" nodeType="clickEffect">
                                  <p:stCondLst>
                                    <p:cond delay="0"/>
                                  </p:stCondLst>
                                  <p:childTnLst>
                                    <p:set>
                                      <p:cBhvr>
                                        <p:cTn id="37" dur="1" fill="hold">
                                          <p:stCondLst>
                                            <p:cond delay="0"/>
                                          </p:stCondLst>
                                        </p:cTn>
                                        <p:tgtEl>
                                          <p:spTgt spid="19"/>
                                        </p:tgtEl>
                                        <p:attrNameLst>
                                          <p:attrName>style.visibility</p:attrName>
                                        </p:attrNameLst>
                                      </p:cBhvr>
                                      <p:to>
                                        <p:strVal val="visible"/>
                                      </p:to>
                                    </p:set>
                                    <p:anim calcmode="lin" valueType="num">
                                      <p:cBhvr>
                                        <p:cTn id="38" dur="500" fill="hold"/>
                                        <p:tgtEl>
                                          <p:spTgt spid="19"/>
                                        </p:tgtEl>
                                        <p:attrNameLst>
                                          <p:attrName>ppt_w</p:attrName>
                                        </p:attrNameLst>
                                      </p:cBhvr>
                                      <p:tavLst>
                                        <p:tav tm="0">
                                          <p:val>
                                            <p:fltVal val="0"/>
                                          </p:val>
                                        </p:tav>
                                        <p:tav tm="100000">
                                          <p:val>
                                            <p:strVal val="#ppt_w"/>
                                          </p:val>
                                        </p:tav>
                                      </p:tavLst>
                                    </p:anim>
                                    <p:anim calcmode="lin" valueType="num">
                                      <p:cBhvr>
                                        <p:cTn id="39" dur="500" fill="hold"/>
                                        <p:tgtEl>
                                          <p:spTgt spid="19"/>
                                        </p:tgtEl>
                                        <p:attrNameLst>
                                          <p:attrName>ppt_h</p:attrName>
                                        </p:attrNameLst>
                                      </p:cBhvr>
                                      <p:tavLst>
                                        <p:tav tm="0">
                                          <p:val>
                                            <p:fltVal val="0"/>
                                          </p:val>
                                        </p:tav>
                                        <p:tav tm="100000">
                                          <p:val>
                                            <p:strVal val="#ppt_h"/>
                                          </p:val>
                                        </p:tav>
                                      </p:tavLst>
                                    </p:anim>
                                    <p:animEffect transition="in" filter="fade">
                                      <p:cBhvr>
                                        <p:cTn id="40" dur="500"/>
                                        <p:tgtEl>
                                          <p:spTgt spid="19"/>
                                        </p:tgtEl>
                                      </p:cBhvr>
                                    </p:animEffect>
                                  </p:childTnLst>
                                </p:cTn>
                              </p:par>
                              <p:par>
                                <p:cTn id="46" presetID="53" presetClass="entr" presetSubtype="16"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p:cTn id="43" dur="500" fill="hold"/>
                                        <p:tgtEl>
                                          <p:spTgt spid="20"/>
                                        </p:tgtEl>
                                        <p:attrNameLst>
                                          <p:attrName>ppt_w</p:attrName>
                                        </p:attrNameLst>
                                      </p:cBhvr>
                                      <p:tavLst>
                                        <p:tav tm="0">
                                          <p:val>
                                            <p:fltVal val="0"/>
                                          </p:val>
                                        </p:tav>
                                        <p:tav tm="100000">
                                          <p:val>
                                            <p:strVal val="#ppt_w"/>
                                          </p:val>
                                        </p:tav>
                                      </p:tavLst>
                                    </p:anim>
                                    <p:anim calcmode="lin" valueType="num">
                                      <p:cBhvr>
                                        <p:cTn id="44" dur="500" fill="hold"/>
                                        <p:tgtEl>
                                          <p:spTgt spid="20"/>
                                        </p:tgtEl>
                                        <p:attrNameLst>
                                          <p:attrName>ppt_h</p:attrName>
                                        </p:attrNameLst>
                                      </p:cBhvr>
                                      <p:tavLst>
                                        <p:tav tm="0">
                                          <p:val>
                                            <p:fltVal val="0"/>
                                          </p:val>
                                        </p:tav>
                                        <p:tav tm="100000">
                                          <p:val>
                                            <p:strVal val="#ppt_h"/>
                                          </p:val>
                                        </p:tav>
                                      </p:tavLst>
                                    </p:anim>
                                    <p:animEffect transition="in" filter="fade">
                                      <p:cBhvr>
                                        <p:cTn id="45" dur="500"/>
                                        <p:tgtEl>
                                          <p:spTgt spid="20"/>
                                        </p:tgtEl>
                                      </p:cBhvr>
                                    </p:animEffect>
                                  </p:childTnLst>
                                </p:cTn>
                              </p:par>
                              <p:par>
                                <p:cTn id="51" presetID="53" presetClass="entr" presetSubtype="16"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 calcmode="lin" valueType="num">
                                      <p:cBhvr>
                                        <p:cTn id="48" dur="500" fill="hold"/>
                                        <p:tgtEl>
                                          <p:spTgt spid="21"/>
                                        </p:tgtEl>
                                        <p:attrNameLst>
                                          <p:attrName>ppt_w</p:attrName>
                                        </p:attrNameLst>
                                      </p:cBhvr>
                                      <p:tavLst>
                                        <p:tav tm="0">
                                          <p:val>
                                            <p:fltVal val="0"/>
                                          </p:val>
                                        </p:tav>
                                        <p:tav tm="100000">
                                          <p:val>
                                            <p:strVal val="#ppt_w"/>
                                          </p:val>
                                        </p:tav>
                                      </p:tavLst>
                                    </p:anim>
                                    <p:anim calcmode="lin" valueType="num">
                                      <p:cBhvr>
                                        <p:cTn id="49" dur="500" fill="hold"/>
                                        <p:tgtEl>
                                          <p:spTgt spid="21"/>
                                        </p:tgtEl>
                                        <p:attrNameLst>
                                          <p:attrName>ppt_h</p:attrName>
                                        </p:attrNameLst>
                                      </p:cBhvr>
                                      <p:tavLst>
                                        <p:tav tm="0">
                                          <p:val>
                                            <p:fltVal val="0"/>
                                          </p:val>
                                        </p:tav>
                                        <p:tav tm="100000">
                                          <p:val>
                                            <p:strVal val="#ppt_h"/>
                                          </p:val>
                                        </p:tav>
                                      </p:tavLst>
                                    </p:anim>
                                    <p:animEffect transition="in" filter="fade">
                                      <p:cBhvr>
                                        <p:cTn id="5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8_title" descr="الهضم والإخراج">    </p:cNvPr>
          <p:cNvPicPr>
            <a:picLocks noChangeAspect="1"/>
          </p:cNvPicPr>
          <p:nvPr/>
        </p:nvPicPr>
        <p:blipFill>
          <a:blip r:embed="rId2"/>
          <a:stretch>
            <a:fillRect/>
          </a:stretch>
        </p:blipFill>
        <p:spPr>
          <a:xfrm>
            <a:off x="4003797" y="109728"/>
            <a:ext cx="4184102" cy="1024128"/>
          </a:xfrm>
          <a:prstGeom prst="rect">
            <a:avLst/>
          </a:prstGeom>
        </p:spPr>
      </p:pic>
      <p:sp>
        <p:nvSpPr>
          <p:cNvPr id="3" name="s8_page_1"/>
          <p:cNvSpPr txBox="1"/>
          <p:nvPr/>
        </p:nvSpPr>
        <p:spPr>
          <a:xfrm>
            <a:off x="411480" y="384048"/>
            <a:ext cx="1143000" cy="457200"/>
          </a:xfrm>
          <a:prstGeom prst="roundRect">
            <a:avLst>
              <a:gd name="adj" fmla="val 50000"/>
            </a:avLst>
          </a:prstGeom>
          <a:solidFill>
            <a:srgbClr val="FFFFFF"/>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1800" b="1" dirty="0">
                <a:solidFill>
                  <a:srgbClr val="7F5CD0"/>
                </a:solidFill>
                <a:latin typeface="Tahoma" pitchFamily="34" charset="0"/>
                <a:ea typeface="Tahoma" pitchFamily="34" charset="-122"/>
                <a:cs typeface="Tahoma" pitchFamily="34" charset="-120"/>
              </a:rPr>
              <a:t>ص ١١٠</a:t>
            </a:r>
            <a:endParaRPr lang="ar-SA" sz="1800" dirty="0"/>
          </a:p>
        </p:txBody>
      </p:sp>
      <p:sp>
        <p:nvSpPr>
          <p:cNvPr id="4" name="s8_card_2"/>
          <p:cNvSpPr/>
          <p:nvPr/>
        </p:nvSpPr>
        <p:spPr>
          <a:xfrm>
            <a:off x="6217920" y="1371600"/>
            <a:ext cx="5486400" cy="4709160"/>
          </a:xfrm>
          <a:prstGeom prst="roundRect">
            <a:avLst>
              <a:gd name="adj" fmla="val 5437"/>
            </a:avLst>
          </a:prstGeom>
          <a:solidFill>
            <a:srgbClr val="FFE3EE"/>
          </a:solidFill>
          <a:ln w="63500">
            <a:solidFill>
              <a:srgbClr val="FFFFFF"/>
            </a:solidFill>
            <a:prstDash val="solid"/>
          </a:ln>
          <a:effectLst>
            <a:outerShdw sx="100000" sy="100000" kx="0" ky="0" algn="bl" rotWithShape="0" blurRad="127000" dist="50800" dir="5400000">
              <a:srgbClr val="5B3E8E">
                <a:alpha val="20000"/>
              </a:srgbClr>
            </a:outerShdw>
          </a:effectLst>
        </p:spPr>
      </p:sp>
      <p:sp>
        <p:nvSpPr>
          <p:cNvPr id="5" name="s8_txt_3"/>
          <p:cNvSpPr txBox="1"/>
          <p:nvPr/>
        </p:nvSpPr>
        <p:spPr>
          <a:xfrm>
            <a:off x="7955280" y="1207008"/>
            <a:ext cx="2011680" cy="566928"/>
          </a:xfrm>
          <a:prstGeom prst="roundRect">
            <a:avLst>
              <a:gd name="adj" fmla="val 50000"/>
            </a:avLst>
          </a:prstGeom>
          <a:solidFill>
            <a:srgbClr val="E85D9A"/>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2600" b="1" dirty="0">
                <a:solidFill>
                  <a:srgbClr val="FFFFFF"/>
                </a:solidFill>
                <a:latin typeface="Tahoma" pitchFamily="34" charset="0"/>
                <a:ea typeface="Tahoma" pitchFamily="34" charset="-122"/>
                <a:cs typeface="Tahoma" pitchFamily="34" charset="-120"/>
              </a:rPr>
              <a:t>الهضم</a:t>
            </a:r>
            <a:endParaRPr lang="ar-SA" sz="2600" dirty="0"/>
          </a:p>
        </p:txBody>
      </p:sp>
      <p:pic>
        <p:nvPicPr>
          <p:cNvPr id="6" name="s8_img_4" descr="الهضم">    </p:cNvPr>
          <p:cNvPicPr>
            <a:picLocks noChangeAspect="1"/>
          </p:cNvPicPr>
          <p:nvPr/>
        </p:nvPicPr>
        <p:blipFill>
          <a:blip r:embed="rId3"/>
          <a:stretch>
            <a:fillRect/>
          </a:stretch>
        </p:blipFill>
        <p:spPr>
          <a:xfrm>
            <a:off x="8001000" y="1783080"/>
            <a:ext cx="1920240" cy="1920240"/>
          </a:xfrm>
          <a:prstGeom prst="rect">
            <a:avLst/>
          </a:prstGeom>
        </p:spPr>
      </p:pic>
      <p:sp>
        <p:nvSpPr>
          <p:cNvPr id="7" name="s8_txt_5"/>
          <p:cNvSpPr txBox="1"/>
          <p:nvPr/>
        </p:nvSpPr>
        <p:spPr>
          <a:xfrm>
            <a:off x="6446520" y="3886200"/>
            <a:ext cx="5029200" cy="1051560"/>
          </a:xfrm>
          <a:prstGeom prst="rect">
            <a:avLst/>
          </a:prstGeom>
          <a:noFill/>
          <a:ln/>
        </p:spPr>
        <p:txBody>
          <a:bodyPr wrap="square" lIns="762" tIns="762" rIns="762" bIns="762" rtlCol="0" anchor="ctr"/>
          <a:lstStyle/>
          <a:p>
            <a:pPr rtl="1" algn="ctr" indent="0" marL="0">
              <a:lnSpc>
                <a:spcPct val="105000"/>
              </a:lnSpc>
              <a:buNone/>
            </a:pPr>
            <a:r>
              <a:rPr lang="ar-SA" altLang="en-US" sz="2000" b="1" dirty="0">
                <a:solidFill>
                  <a:srgbClr val="3B2A5A"/>
                </a:solidFill>
                <a:latin typeface="Tahoma" pitchFamily="34" charset="0"/>
                <a:ea typeface="Tahoma" pitchFamily="34" charset="-122"/>
                <a:cs typeface="Tahoma" pitchFamily="34" charset="-120"/>
              </a:rPr>
              <a:t>عملية تفكيك الغذاء إلى مواد أصغر يمكن امتصاصها واستعمالها في الجسم.</a:t>
            </a:r>
            <a:endParaRPr lang="ar-SA" sz="2000" dirty="0"/>
          </a:p>
        </p:txBody>
      </p:sp>
      <p:sp>
        <p:nvSpPr>
          <p:cNvPr id="8" name="s8_txt_6"/>
          <p:cNvSpPr txBox="1"/>
          <p:nvPr/>
        </p:nvSpPr>
        <p:spPr>
          <a:xfrm>
            <a:off x="6492240" y="5029200"/>
            <a:ext cx="4937760" cy="868680"/>
          </a:xfrm>
          <a:prstGeom prst="roundRect">
            <a:avLst>
              <a:gd name="adj" fmla="val 31579"/>
            </a:avLst>
          </a:prstGeom>
          <a:solidFill>
            <a:srgbClr val="FFFFFF"/>
          </a:solidFill>
          <a:ln/>
        </p:spPr>
        <p:txBody>
          <a:bodyPr wrap="square" lIns="762" tIns="762" rIns="762" bIns="762" rtlCol="0" anchor="ctr"/>
          <a:lstStyle/>
          <a:p>
            <a:pPr rtl="1" algn="ctr" indent="0" marL="0">
              <a:lnSpc>
                <a:spcPct val="105000"/>
              </a:lnSpc>
              <a:buNone/>
            </a:pPr>
            <a:r>
              <a:rPr lang="ar-SA" altLang="en-US" sz="1800" dirty="0">
                <a:solidFill>
                  <a:srgbClr val="E85D9A"/>
                </a:solidFill>
                <a:latin typeface="Tahoma" pitchFamily="34" charset="0"/>
                <a:ea typeface="Tahoma" pitchFamily="34" charset="-122"/>
                <a:cs typeface="Tahoma" pitchFamily="34" charset="-120"/>
              </a:rPr>
              <a:t>🧩 تشبيه: مثل تفكيك مجسّم كبير من المكعبات إلى قطع صغيرة يسهل نقلها.</a:t>
            </a:r>
            <a:endParaRPr lang="ar-SA" sz="1800" dirty="0"/>
          </a:p>
        </p:txBody>
      </p:sp>
      <p:sp>
        <p:nvSpPr>
          <p:cNvPr id="9" name="s8_card_7"/>
          <p:cNvSpPr/>
          <p:nvPr/>
        </p:nvSpPr>
        <p:spPr>
          <a:xfrm>
            <a:off x="502920" y="1371600"/>
            <a:ext cx="5486400" cy="4709160"/>
          </a:xfrm>
          <a:prstGeom prst="roundRect">
            <a:avLst>
              <a:gd name="adj" fmla="val 5437"/>
            </a:avLst>
          </a:prstGeom>
          <a:solidFill>
            <a:srgbClr val="E2F4FF"/>
          </a:solidFill>
          <a:ln w="63500">
            <a:solidFill>
              <a:srgbClr val="FFFFFF"/>
            </a:solidFill>
            <a:prstDash val="solid"/>
          </a:ln>
          <a:effectLst>
            <a:outerShdw sx="100000" sy="100000" kx="0" ky="0" algn="bl" rotWithShape="0" blurRad="127000" dist="50800" dir="5400000">
              <a:srgbClr val="5B3E8E">
                <a:alpha val="20000"/>
              </a:srgbClr>
            </a:outerShdw>
          </a:effectLst>
        </p:spPr>
      </p:sp>
      <p:sp>
        <p:nvSpPr>
          <p:cNvPr id="10" name="s8_txt_8"/>
          <p:cNvSpPr txBox="1"/>
          <p:nvPr/>
        </p:nvSpPr>
        <p:spPr>
          <a:xfrm>
            <a:off x="2240280" y="1207008"/>
            <a:ext cx="2011680" cy="566928"/>
          </a:xfrm>
          <a:prstGeom prst="roundRect">
            <a:avLst>
              <a:gd name="adj" fmla="val 50000"/>
            </a:avLst>
          </a:prstGeom>
          <a:solidFill>
            <a:srgbClr val="2F96D0"/>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2600" b="1" dirty="0">
                <a:solidFill>
                  <a:srgbClr val="FFFFFF"/>
                </a:solidFill>
                <a:latin typeface="Tahoma" pitchFamily="34" charset="0"/>
                <a:ea typeface="Tahoma" pitchFamily="34" charset="-122"/>
                <a:cs typeface="Tahoma" pitchFamily="34" charset="-120"/>
              </a:rPr>
              <a:t>الإخراج</a:t>
            </a:r>
            <a:endParaRPr lang="ar-SA" sz="2600" dirty="0"/>
          </a:p>
        </p:txBody>
      </p:sp>
      <p:pic>
        <p:nvPicPr>
          <p:cNvPr id="11" name="s8_img_9" descr="الإخراج">    </p:cNvPr>
          <p:cNvPicPr>
            <a:picLocks noChangeAspect="1"/>
          </p:cNvPicPr>
          <p:nvPr/>
        </p:nvPicPr>
        <p:blipFill>
          <a:blip r:embed="rId4"/>
          <a:stretch>
            <a:fillRect/>
          </a:stretch>
        </p:blipFill>
        <p:spPr>
          <a:xfrm>
            <a:off x="2286000" y="1783080"/>
            <a:ext cx="1920240" cy="1920240"/>
          </a:xfrm>
          <a:prstGeom prst="rect">
            <a:avLst/>
          </a:prstGeom>
        </p:spPr>
      </p:pic>
      <p:sp>
        <p:nvSpPr>
          <p:cNvPr id="12" name="s8_txt_10"/>
          <p:cNvSpPr txBox="1"/>
          <p:nvPr/>
        </p:nvSpPr>
        <p:spPr>
          <a:xfrm>
            <a:off x="731520" y="3886200"/>
            <a:ext cx="5029200" cy="1051560"/>
          </a:xfrm>
          <a:prstGeom prst="rect">
            <a:avLst/>
          </a:prstGeom>
          <a:noFill/>
          <a:ln/>
        </p:spPr>
        <p:txBody>
          <a:bodyPr wrap="square" lIns="762" tIns="762" rIns="762" bIns="762" rtlCol="0" anchor="ctr"/>
          <a:lstStyle/>
          <a:p>
            <a:pPr rtl="1" algn="ctr" indent="0" marL="0">
              <a:lnSpc>
                <a:spcPct val="105000"/>
              </a:lnSpc>
              <a:buNone/>
            </a:pPr>
            <a:r>
              <a:rPr lang="ar-SA" altLang="en-US" sz="2000" b="1" dirty="0">
                <a:solidFill>
                  <a:srgbClr val="3B2A5A"/>
                </a:solidFill>
                <a:latin typeface="Tahoma" pitchFamily="34" charset="0"/>
                <a:ea typeface="Tahoma" pitchFamily="34" charset="-122"/>
                <a:cs typeface="Tahoma" pitchFamily="34" charset="-120"/>
              </a:rPr>
              <a:t>عملية التخلص من فضلات الجسم التي لا يحتاج إليها، مثل فضلات الغذاء ونواتج أنشطة الخلايا.</a:t>
            </a:r>
            <a:endParaRPr lang="ar-SA" sz="2000" dirty="0"/>
          </a:p>
        </p:txBody>
      </p:sp>
      <p:sp>
        <p:nvSpPr>
          <p:cNvPr id="13" name="s8_txt_11"/>
          <p:cNvSpPr txBox="1"/>
          <p:nvPr/>
        </p:nvSpPr>
        <p:spPr>
          <a:xfrm>
            <a:off x="777240" y="5029200"/>
            <a:ext cx="4937760" cy="868680"/>
          </a:xfrm>
          <a:prstGeom prst="roundRect">
            <a:avLst>
              <a:gd name="adj" fmla="val 31579"/>
            </a:avLst>
          </a:prstGeom>
          <a:solidFill>
            <a:srgbClr val="FFFFFF"/>
          </a:solidFill>
          <a:ln/>
        </p:spPr>
        <p:txBody>
          <a:bodyPr wrap="square" lIns="762" tIns="762" rIns="762" bIns="762" rtlCol="0" anchor="ctr"/>
          <a:lstStyle/>
          <a:p>
            <a:pPr rtl="1" algn="ctr" indent="0" marL="0">
              <a:lnSpc>
                <a:spcPct val="105000"/>
              </a:lnSpc>
              <a:buNone/>
            </a:pPr>
            <a:r>
              <a:rPr lang="ar-SA" altLang="en-US" sz="1800" dirty="0">
                <a:solidFill>
                  <a:srgbClr val="2F96D0"/>
                </a:solidFill>
                <a:latin typeface="Tahoma" pitchFamily="34" charset="0"/>
                <a:ea typeface="Tahoma" pitchFamily="34" charset="-122"/>
                <a:cs typeface="Tahoma" pitchFamily="34" charset="-120"/>
              </a:rPr>
              <a:t>🧹 تشبيه: مثل إخراج النفايات من المنزل ليبقى نظيفًا وصحيًا.</a:t>
            </a:r>
            <a:endParaRPr lang="ar-SA" sz="1800" dirty="0"/>
          </a:p>
        </p:txBody>
      </p:sp>
      <p:pic>
        <p:nvPicPr>
          <p:cNvPr id="14" name="s8_emo_12" descr="الرئتان">    </p:cNvPr>
          <p:cNvPicPr>
            <a:picLocks noChangeAspect="1"/>
          </p:cNvPicPr>
          <p:nvPr/>
        </p:nvPicPr>
        <p:blipFill>
          <a:blip r:embed="rId5"/>
          <a:stretch>
            <a:fillRect/>
          </a:stretch>
        </p:blipFill>
        <p:spPr>
          <a:xfrm>
            <a:off x="685800" y="2011680"/>
            <a:ext cx="868680" cy="868680"/>
          </a:xfrm>
          <a:prstGeom prst="rect">
            <a:avLst/>
          </a:prstGeom>
        </p:spPr>
      </p:pic>
      <p:sp>
        <p:nvSpPr>
          <p:cNvPr id="15" name="s8_txt_13"/>
          <p:cNvSpPr txBox="1"/>
          <p:nvPr/>
        </p:nvSpPr>
        <p:spPr>
          <a:xfrm>
            <a:off x="548640" y="2880360"/>
            <a:ext cx="1143000" cy="384048"/>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3B2A5A"/>
                </a:solidFill>
                <a:latin typeface="Tahoma" pitchFamily="34" charset="0"/>
                <a:ea typeface="Tahoma" pitchFamily="34" charset="-122"/>
                <a:cs typeface="Tahoma" pitchFamily="34" charset="-120"/>
              </a:rPr>
              <a:t>الرئتان</a:t>
            </a:r>
            <a:endParaRPr lang="ar-SA" sz="1800" dirty="0"/>
          </a:p>
        </p:txBody>
      </p:sp>
      <p:sp>
        <p:nvSpPr>
          <p:cNvPr id="16" name="s8_txt_14"/>
          <p:cNvSpPr txBox="1"/>
          <p:nvPr/>
        </p:nvSpPr>
        <p:spPr>
          <a:xfrm>
            <a:off x="2423160" y="3639312"/>
            <a:ext cx="1645920" cy="329184"/>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2F96D0"/>
                </a:solidFill>
                <a:latin typeface="Tahoma" pitchFamily="34" charset="0"/>
                <a:ea typeface="Tahoma" pitchFamily="34" charset="-122"/>
                <a:cs typeface="Tahoma" pitchFamily="34" charset="-120"/>
              </a:rPr>
              <a:t>الكليتان</a:t>
            </a:r>
            <a:endParaRPr lang="ar-SA" sz="1800" dirty="0"/>
          </a:p>
        </p:txBody>
      </p:sp>
      <p:pic>
        <p:nvPicPr>
          <p:cNvPr id="17" name="s8_emo_15" descr="الجلد">    </p:cNvPr>
          <p:cNvPicPr>
            <a:picLocks noChangeAspect="1"/>
          </p:cNvPicPr>
          <p:nvPr/>
        </p:nvPicPr>
        <p:blipFill>
          <a:blip r:embed="rId6"/>
          <a:stretch>
            <a:fillRect/>
          </a:stretch>
        </p:blipFill>
        <p:spPr>
          <a:xfrm>
            <a:off x="4892040" y="2011680"/>
            <a:ext cx="868680" cy="868680"/>
          </a:xfrm>
          <a:prstGeom prst="rect">
            <a:avLst/>
          </a:prstGeom>
        </p:spPr>
      </p:pic>
      <p:sp>
        <p:nvSpPr>
          <p:cNvPr id="18" name="s8_txt_16"/>
          <p:cNvSpPr txBox="1"/>
          <p:nvPr/>
        </p:nvSpPr>
        <p:spPr>
          <a:xfrm>
            <a:off x="4754880" y="2880360"/>
            <a:ext cx="1143000" cy="384048"/>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3B2A5A"/>
                </a:solidFill>
                <a:latin typeface="Tahoma" pitchFamily="34" charset="0"/>
                <a:ea typeface="Tahoma" pitchFamily="34" charset="-122"/>
                <a:cs typeface="Tahoma" pitchFamily="34" charset="-120"/>
              </a:rPr>
              <a:t>الجلد</a:t>
            </a:r>
            <a:endParaRPr lang="ar-SA" sz="18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p:cTn id="6" dur="500" fill="hold"/>
                                        <p:tgtEl>
                                          <p:spTgt spid="4"/>
                                        </p:tgtEl>
                                        <p:attrNameLst>
                                          <p:attrName>ppt_w</p:attrName>
                                        </p:attrNameLst>
                                      </p:cBhvr>
                                      <p:tavLst>
                                        <p:tav tm="0">
                                          <p:val>
                                            <p:fltVal val="0"/>
                                          </p:val>
                                        </p:tav>
                                        <p:tav tm="100000">
                                          <p:val>
                                            <p:strVal val="#ppt_w"/>
                                          </p:val>
                                        </p:tav>
                                      </p:tavLst>
                                    </p:anim>
                                    <p:anim calcmode="lin" valueType="num">
                                      <p:cBhvr>
                                        <p:cTn id="7" dur="500" fill="hold"/>
                                        <p:tgtEl>
                                          <p:spTgt spid="4"/>
                                        </p:tgtEl>
                                        <p:attrNameLst>
                                          <p:attrName>ppt_h</p:attrName>
                                        </p:attrNameLst>
                                      </p:cBhvr>
                                      <p:tavLst>
                                        <p:tav tm="0">
                                          <p:val>
                                            <p:fltVal val="0"/>
                                          </p:val>
                                        </p:tav>
                                        <p:tav tm="100000">
                                          <p:val>
                                            <p:strVal val="#ppt_h"/>
                                          </p:val>
                                        </p:tav>
                                      </p:tavLst>
                                    </p:anim>
                                    <p:animEffect transition="in" filter="fade">
                                      <p:cBhvr>
                                        <p:cTn id="8" dur="500"/>
                                        <p:tgtEl>
                                          <p:spTgt spid="4"/>
                                        </p:tgtEl>
                                      </p:cBhvr>
                                    </p:animEffect>
                                  </p:childTnLst>
                                </p:cTn>
                              </p:par>
                              <p:par>
                                <p:cTn id="14" presetID="53" presetClass="entr" presetSubtype="16"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par>
                                <p:cTn id="19" presetID="53" presetClass="entr" presetSubtype="16"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4" presetID="10"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9" presetID="10"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6" presetID="53" presetClass="entr" presetSubtype="16"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fltVal val="0"/>
                                          </p:val>
                                        </p:tav>
                                        <p:tav tm="100000">
                                          <p:val>
                                            <p:strVal val="#ppt_h"/>
                                          </p:val>
                                        </p:tav>
                                      </p:tavLst>
                                    </p:anim>
                                    <p:animEffect transition="in" filter="fade">
                                      <p:cBhvr>
                                        <p:cTn id="35" dur="500"/>
                                        <p:tgtEl>
                                          <p:spTgt spid="9"/>
                                        </p:tgtEl>
                                      </p:cBhvr>
                                    </p:animEffect>
                                  </p:childTnLst>
                                </p:cTn>
                              </p:par>
                              <p:par>
                                <p:cTn id="41" presetID="53" presetClass="entr" presetSubtype="16" fill="hold" nodeType="with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ppt_w</p:attrName>
                                        </p:attrNameLst>
                                      </p:cBhvr>
                                      <p:tavLst>
                                        <p:tav tm="0">
                                          <p:val>
                                            <p:fltVal val="0"/>
                                          </p:val>
                                        </p:tav>
                                        <p:tav tm="100000">
                                          <p:val>
                                            <p:strVal val="#ppt_w"/>
                                          </p:val>
                                        </p:tav>
                                      </p:tavLst>
                                    </p:anim>
                                    <p:anim calcmode="lin" valueType="num">
                                      <p:cBhvr>
                                        <p:cTn id="39" dur="500" fill="hold"/>
                                        <p:tgtEl>
                                          <p:spTgt spid="10"/>
                                        </p:tgtEl>
                                        <p:attrNameLst>
                                          <p:attrName>ppt_h</p:attrName>
                                        </p:attrNameLst>
                                      </p:cBhvr>
                                      <p:tavLst>
                                        <p:tav tm="0">
                                          <p:val>
                                            <p:fltVal val="0"/>
                                          </p:val>
                                        </p:tav>
                                        <p:tav tm="100000">
                                          <p:val>
                                            <p:strVal val="#ppt_h"/>
                                          </p:val>
                                        </p:tav>
                                      </p:tavLst>
                                    </p:anim>
                                    <p:animEffect transition="in" filter="fade">
                                      <p:cBhvr>
                                        <p:cTn id="40" dur="500"/>
                                        <p:tgtEl>
                                          <p:spTgt spid="10"/>
                                        </p:tgtEl>
                                      </p:cBhvr>
                                    </p:animEffect>
                                  </p:childTnLst>
                                </p:cTn>
                              </p:par>
                              <p:par>
                                <p:cTn id="46" presetID="53" presetClass="entr" presetSubtype="16"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p:cTn id="43" dur="500" fill="hold"/>
                                        <p:tgtEl>
                                          <p:spTgt spid="11"/>
                                        </p:tgtEl>
                                        <p:attrNameLst>
                                          <p:attrName>ppt_w</p:attrName>
                                        </p:attrNameLst>
                                      </p:cBhvr>
                                      <p:tavLst>
                                        <p:tav tm="0">
                                          <p:val>
                                            <p:fltVal val="0"/>
                                          </p:val>
                                        </p:tav>
                                        <p:tav tm="100000">
                                          <p:val>
                                            <p:strVal val="#ppt_w"/>
                                          </p:val>
                                        </p:tav>
                                      </p:tavLst>
                                    </p:anim>
                                    <p:anim calcmode="lin" valueType="num">
                                      <p:cBhvr>
                                        <p:cTn id="44" dur="500" fill="hold"/>
                                        <p:tgtEl>
                                          <p:spTgt spid="11"/>
                                        </p:tgtEl>
                                        <p:attrNameLst>
                                          <p:attrName>ppt_h</p:attrName>
                                        </p:attrNameLst>
                                      </p:cBhvr>
                                      <p:tavLst>
                                        <p:tav tm="0">
                                          <p:val>
                                            <p:fltVal val="0"/>
                                          </p:val>
                                        </p:tav>
                                        <p:tav tm="100000">
                                          <p:val>
                                            <p:strVal val="#ppt_h"/>
                                          </p:val>
                                        </p:tav>
                                      </p:tavLst>
                                    </p:anim>
                                    <p:animEffect transition="in" filter="fade">
                                      <p:cBhvr>
                                        <p:cTn id="45"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51" presetID="10" presetClass="entr" presetSubtype="0" fill="hold"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8" presetID="53" presetClass="entr" presetSubtype="16" fill="hold" nodeType="click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p:cTn id="55" dur="500" fill="hold"/>
                                        <p:tgtEl>
                                          <p:spTgt spid="14"/>
                                        </p:tgtEl>
                                        <p:attrNameLst>
                                          <p:attrName>ppt_w</p:attrName>
                                        </p:attrNameLst>
                                      </p:cBhvr>
                                      <p:tavLst>
                                        <p:tav tm="0">
                                          <p:val>
                                            <p:fltVal val="0"/>
                                          </p:val>
                                        </p:tav>
                                        <p:tav tm="100000">
                                          <p:val>
                                            <p:strVal val="#ppt_w"/>
                                          </p:val>
                                        </p:tav>
                                      </p:tavLst>
                                    </p:anim>
                                    <p:anim calcmode="lin" valueType="num">
                                      <p:cBhvr>
                                        <p:cTn id="56" dur="500" fill="hold"/>
                                        <p:tgtEl>
                                          <p:spTgt spid="14"/>
                                        </p:tgtEl>
                                        <p:attrNameLst>
                                          <p:attrName>ppt_h</p:attrName>
                                        </p:attrNameLst>
                                      </p:cBhvr>
                                      <p:tavLst>
                                        <p:tav tm="0">
                                          <p:val>
                                            <p:fltVal val="0"/>
                                          </p:val>
                                        </p:tav>
                                        <p:tav tm="100000">
                                          <p:val>
                                            <p:strVal val="#ppt_h"/>
                                          </p:val>
                                        </p:tav>
                                      </p:tavLst>
                                    </p:anim>
                                    <p:animEffect transition="in" filter="fade">
                                      <p:cBhvr>
                                        <p:cTn id="57" dur="500"/>
                                        <p:tgtEl>
                                          <p:spTgt spid="14"/>
                                        </p:tgtEl>
                                      </p:cBhvr>
                                    </p:animEffect>
                                  </p:childTnLst>
                                </p:cTn>
                              </p:par>
                              <p:par>
                                <p:cTn id="63" presetID="53" presetClass="entr" presetSubtype="16" fill="hold" nodeType="withEffect">
                                  <p:stCondLst>
                                    <p:cond delay="150"/>
                                  </p:stCondLst>
                                  <p:childTnLst>
                                    <p:set>
                                      <p:cBhvr>
                                        <p:cTn id="59" dur="1" fill="hold">
                                          <p:stCondLst>
                                            <p:cond delay="0"/>
                                          </p:stCondLst>
                                        </p:cTn>
                                        <p:tgtEl>
                                          <p:spTgt spid="15"/>
                                        </p:tgtEl>
                                        <p:attrNameLst>
                                          <p:attrName>style.visibility</p:attrName>
                                        </p:attrNameLst>
                                      </p:cBhvr>
                                      <p:to>
                                        <p:strVal val="visible"/>
                                      </p:to>
                                    </p:set>
                                    <p:anim calcmode="lin" valueType="num">
                                      <p:cBhvr>
                                        <p:cTn id="60" dur="500" fill="hold"/>
                                        <p:tgtEl>
                                          <p:spTgt spid="15"/>
                                        </p:tgtEl>
                                        <p:attrNameLst>
                                          <p:attrName>ppt_w</p:attrName>
                                        </p:attrNameLst>
                                      </p:cBhvr>
                                      <p:tavLst>
                                        <p:tav tm="0">
                                          <p:val>
                                            <p:fltVal val="0"/>
                                          </p:val>
                                        </p:tav>
                                        <p:tav tm="100000">
                                          <p:val>
                                            <p:strVal val="#ppt_w"/>
                                          </p:val>
                                        </p:tav>
                                      </p:tavLst>
                                    </p:anim>
                                    <p:anim calcmode="lin" valueType="num">
                                      <p:cBhvr>
                                        <p:cTn id="61" dur="500" fill="hold"/>
                                        <p:tgtEl>
                                          <p:spTgt spid="15"/>
                                        </p:tgtEl>
                                        <p:attrNameLst>
                                          <p:attrName>ppt_h</p:attrName>
                                        </p:attrNameLst>
                                      </p:cBhvr>
                                      <p:tavLst>
                                        <p:tav tm="0">
                                          <p:val>
                                            <p:fltVal val="0"/>
                                          </p:val>
                                        </p:tav>
                                        <p:tav tm="100000">
                                          <p:val>
                                            <p:strVal val="#ppt_h"/>
                                          </p:val>
                                        </p:tav>
                                      </p:tavLst>
                                    </p:anim>
                                    <p:animEffect transition="in" filter="fade">
                                      <p:cBhvr>
                                        <p:cTn id="62" dur="500"/>
                                        <p:tgtEl>
                                          <p:spTgt spid="15"/>
                                        </p:tgtEl>
                                      </p:cBhvr>
                                    </p:animEffect>
                                  </p:childTnLst>
                                </p:cTn>
                              </p:par>
                              <p:par>
                                <p:cTn id="68" presetID="53" presetClass="entr" presetSubtype="16" fill="hold" nodeType="withEffect">
                                  <p:stCondLst>
                                    <p:cond delay="300"/>
                                  </p:stCondLst>
                                  <p:childTnLst>
                                    <p:set>
                                      <p:cBhvr>
                                        <p:cTn id="64" dur="1" fill="hold">
                                          <p:stCondLst>
                                            <p:cond delay="0"/>
                                          </p:stCondLst>
                                        </p:cTn>
                                        <p:tgtEl>
                                          <p:spTgt spid="16"/>
                                        </p:tgtEl>
                                        <p:attrNameLst>
                                          <p:attrName>style.visibility</p:attrName>
                                        </p:attrNameLst>
                                      </p:cBhvr>
                                      <p:to>
                                        <p:strVal val="visible"/>
                                      </p:to>
                                    </p:set>
                                    <p:anim calcmode="lin" valueType="num">
                                      <p:cBhvr>
                                        <p:cTn id="65" dur="500" fill="hold"/>
                                        <p:tgtEl>
                                          <p:spTgt spid="16"/>
                                        </p:tgtEl>
                                        <p:attrNameLst>
                                          <p:attrName>ppt_w</p:attrName>
                                        </p:attrNameLst>
                                      </p:cBhvr>
                                      <p:tavLst>
                                        <p:tav tm="0">
                                          <p:val>
                                            <p:fltVal val="0"/>
                                          </p:val>
                                        </p:tav>
                                        <p:tav tm="100000">
                                          <p:val>
                                            <p:strVal val="#ppt_w"/>
                                          </p:val>
                                        </p:tav>
                                      </p:tavLst>
                                    </p:anim>
                                    <p:anim calcmode="lin" valueType="num">
                                      <p:cBhvr>
                                        <p:cTn id="66" dur="500" fill="hold"/>
                                        <p:tgtEl>
                                          <p:spTgt spid="16"/>
                                        </p:tgtEl>
                                        <p:attrNameLst>
                                          <p:attrName>ppt_h</p:attrName>
                                        </p:attrNameLst>
                                      </p:cBhvr>
                                      <p:tavLst>
                                        <p:tav tm="0">
                                          <p:val>
                                            <p:fltVal val="0"/>
                                          </p:val>
                                        </p:tav>
                                        <p:tav tm="100000">
                                          <p:val>
                                            <p:strVal val="#ppt_h"/>
                                          </p:val>
                                        </p:tav>
                                      </p:tavLst>
                                    </p:anim>
                                    <p:animEffect transition="in" filter="fade">
                                      <p:cBhvr>
                                        <p:cTn id="67" dur="500"/>
                                        <p:tgtEl>
                                          <p:spTgt spid="16"/>
                                        </p:tgtEl>
                                      </p:cBhvr>
                                    </p:animEffect>
                                  </p:childTnLst>
                                </p:cTn>
                              </p:par>
                              <p:par>
                                <p:cTn id="73" presetID="53" presetClass="entr" presetSubtype="16" fill="hold" nodeType="withEffect">
                                  <p:stCondLst>
                                    <p:cond delay="450"/>
                                  </p:stCondLst>
                                  <p:childTnLst>
                                    <p:set>
                                      <p:cBhvr>
                                        <p:cTn id="69" dur="1" fill="hold">
                                          <p:stCondLst>
                                            <p:cond delay="0"/>
                                          </p:stCondLst>
                                        </p:cTn>
                                        <p:tgtEl>
                                          <p:spTgt spid="17"/>
                                        </p:tgtEl>
                                        <p:attrNameLst>
                                          <p:attrName>style.visibility</p:attrName>
                                        </p:attrNameLst>
                                      </p:cBhvr>
                                      <p:to>
                                        <p:strVal val="visible"/>
                                      </p:to>
                                    </p:set>
                                    <p:anim calcmode="lin" valueType="num">
                                      <p:cBhvr>
                                        <p:cTn id="70" dur="500" fill="hold"/>
                                        <p:tgtEl>
                                          <p:spTgt spid="17"/>
                                        </p:tgtEl>
                                        <p:attrNameLst>
                                          <p:attrName>ppt_w</p:attrName>
                                        </p:attrNameLst>
                                      </p:cBhvr>
                                      <p:tavLst>
                                        <p:tav tm="0">
                                          <p:val>
                                            <p:fltVal val="0"/>
                                          </p:val>
                                        </p:tav>
                                        <p:tav tm="100000">
                                          <p:val>
                                            <p:strVal val="#ppt_w"/>
                                          </p:val>
                                        </p:tav>
                                      </p:tavLst>
                                    </p:anim>
                                    <p:anim calcmode="lin" valueType="num">
                                      <p:cBhvr>
                                        <p:cTn id="71" dur="500" fill="hold"/>
                                        <p:tgtEl>
                                          <p:spTgt spid="17"/>
                                        </p:tgtEl>
                                        <p:attrNameLst>
                                          <p:attrName>ppt_h</p:attrName>
                                        </p:attrNameLst>
                                      </p:cBhvr>
                                      <p:tavLst>
                                        <p:tav tm="0">
                                          <p:val>
                                            <p:fltVal val="0"/>
                                          </p:val>
                                        </p:tav>
                                        <p:tav tm="100000">
                                          <p:val>
                                            <p:strVal val="#ppt_h"/>
                                          </p:val>
                                        </p:tav>
                                      </p:tavLst>
                                    </p:anim>
                                    <p:animEffect transition="in" filter="fade">
                                      <p:cBhvr>
                                        <p:cTn id="72" dur="500"/>
                                        <p:tgtEl>
                                          <p:spTgt spid="17"/>
                                        </p:tgtEl>
                                      </p:cBhvr>
                                    </p:animEffect>
                                  </p:childTnLst>
                                </p:cTn>
                              </p:par>
                              <p:par>
                                <p:cTn id="78" presetID="53" presetClass="entr" presetSubtype="16" fill="hold" nodeType="withEffect">
                                  <p:stCondLst>
                                    <p:cond delay="600"/>
                                  </p:stCondLst>
                                  <p:childTnLst>
                                    <p:set>
                                      <p:cBhvr>
                                        <p:cTn id="74" dur="1" fill="hold">
                                          <p:stCondLst>
                                            <p:cond delay="0"/>
                                          </p:stCondLst>
                                        </p:cTn>
                                        <p:tgtEl>
                                          <p:spTgt spid="18"/>
                                        </p:tgtEl>
                                        <p:attrNameLst>
                                          <p:attrName>style.visibility</p:attrName>
                                        </p:attrNameLst>
                                      </p:cBhvr>
                                      <p:to>
                                        <p:strVal val="visible"/>
                                      </p:to>
                                    </p:set>
                                    <p:anim calcmode="lin" valueType="num">
                                      <p:cBhvr>
                                        <p:cTn id="75" dur="500" fill="hold"/>
                                        <p:tgtEl>
                                          <p:spTgt spid="18"/>
                                        </p:tgtEl>
                                        <p:attrNameLst>
                                          <p:attrName>ppt_w</p:attrName>
                                        </p:attrNameLst>
                                      </p:cBhvr>
                                      <p:tavLst>
                                        <p:tav tm="0">
                                          <p:val>
                                            <p:fltVal val="0"/>
                                          </p:val>
                                        </p:tav>
                                        <p:tav tm="100000">
                                          <p:val>
                                            <p:strVal val="#ppt_w"/>
                                          </p:val>
                                        </p:tav>
                                      </p:tavLst>
                                    </p:anim>
                                    <p:anim calcmode="lin" valueType="num">
                                      <p:cBhvr>
                                        <p:cTn id="76" dur="500" fill="hold"/>
                                        <p:tgtEl>
                                          <p:spTgt spid="18"/>
                                        </p:tgtEl>
                                        <p:attrNameLst>
                                          <p:attrName>ppt_h</p:attrName>
                                        </p:attrNameLst>
                                      </p:cBhvr>
                                      <p:tavLst>
                                        <p:tav tm="0">
                                          <p:val>
                                            <p:fltVal val="0"/>
                                          </p:val>
                                        </p:tav>
                                        <p:tav tm="100000">
                                          <p:val>
                                            <p:strVal val="#ppt_h"/>
                                          </p:val>
                                        </p:tav>
                                      </p:tavLst>
                                    </p:anim>
                                    <p:animEffect transition="in" filter="fade">
                                      <p:cBhvr>
                                        <p:cTn id="77" dur="500"/>
                                        <p:tgtEl>
                                          <p:spTgt spid="18"/>
                                        </p:tgtEl>
                                      </p:cBhvr>
                                    </p:animEffect>
                                  </p:childTnLst>
                                </p:cTn>
                              </p:par>
                            </p:childTnLst>
                          </p:cTn>
                        </p:par>
                      </p:childTnLst>
                    </p:cTn>
                  </p:par>
                  <p:par>
                    <p:cTn id="79" fill="hold">
                      <p:stCondLst>
                        <p:cond delay="indefinite"/>
                      </p:stCondLst>
                      <p:childTnLst>
                        <p:par>
                          <p:cTn id="80" fill="hold">
                            <p:stCondLst>
                              <p:cond delay="0"/>
                            </p:stCondLst>
                            <p:childTnLst>
                              <p:par>
                                <p:cTn id="83" presetID="10" presetClass="entr" presetSubtype="0" fill="hold" nodeType="click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fade">
                                      <p:cBhvr>
                                        <p:cTn id="8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9_title" descr="أقرأ الصورة">    </p:cNvPr>
          <p:cNvPicPr>
            <a:picLocks noChangeAspect="1"/>
          </p:cNvPicPr>
          <p:nvPr/>
        </p:nvPicPr>
        <p:blipFill>
          <a:blip r:embed="rId2"/>
          <a:stretch>
            <a:fillRect/>
          </a:stretch>
        </p:blipFill>
        <p:spPr>
          <a:xfrm>
            <a:off x="4325521" y="109728"/>
            <a:ext cx="3540653" cy="1024128"/>
          </a:xfrm>
          <a:prstGeom prst="rect">
            <a:avLst/>
          </a:prstGeom>
        </p:spPr>
      </p:pic>
      <p:sp>
        <p:nvSpPr>
          <p:cNvPr id="3" name="s9_page_1"/>
          <p:cNvSpPr txBox="1"/>
          <p:nvPr/>
        </p:nvSpPr>
        <p:spPr>
          <a:xfrm>
            <a:off x="411480" y="384048"/>
            <a:ext cx="1143000" cy="457200"/>
          </a:xfrm>
          <a:prstGeom prst="roundRect">
            <a:avLst>
              <a:gd name="adj" fmla="val 50000"/>
            </a:avLst>
          </a:prstGeom>
          <a:solidFill>
            <a:srgbClr val="FFFFFF"/>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1800" b="1" dirty="0">
                <a:solidFill>
                  <a:srgbClr val="7F5CD0"/>
                </a:solidFill>
                <a:latin typeface="Tahoma" pitchFamily="34" charset="0"/>
                <a:ea typeface="Tahoma" pitchFamily="34" charset="-122"/>
                <a:cs typeface="Tahoma" pitchFamily="34" charset="-120"/>
              </a:rPr>
              <a:t>ص ١١٠</a:t>
            </a:r>
            <a:endParaRPr lang="ar-SA" sz="1800" dirty="0"/>
          </a:p>
        </p:txBody>
      </p:sp>
      <p:pic>
        <p:nvPicPr>
          <p:cNvPr id="4" name="s9_emo_2" descr="أفعى">    </p:cNvPr>
          <p:cNvPicPr>
            <a:picLocks noChangeAspect="1"/>
          </p:cNvPicPr>
          <p:nvPr/>
        </p:nvPicPr>
        <p:blipFill>
          <a:blip r:embed="rId3"/>
          <a:stretch>
            <a:fillRect/>
          </a:stretch>
        </p:blipFill>
        <p:spPr>
          <a:xfrm>
            <a:off x="9281160" y="1234440"/>
            <a:ext cx="2423160" cy="2423160"/>
          </a:xfrm>
          <a:prstGeom prst="rect">
            <a:avLst/>
          </a:prstGeom>
        </p:spPr>
      </p:pic>
      <p:pic>
        <p:nvPicPr>
          <p:cNvPr id="5" name="s9_emo_3" descr="بيضة">    </p:cNvPr>
          <p:cNvPicPr>
            <a:picLocks noChangeAspect="1"/>
          </p:cNvPicPr>
          <p:nvPr/>
        </p:nvPicPr>
        <p:blipFill>
          <a:blip r:embed="rId4"/>
          <a:stretch>
            <a:fillRect/>
          </a:stretch>
        </p:blipFill>
        <p:spPr>
          <a:xfrm>
            <a:off x="8641080" y="2606040"/>
            <a:ext cx="1051560" cy="1051560"/>
          </a:xfrm>
          <a:prstGeom prst="rect">
            <a:avLst/>
          </a:prstGeom>
        </p:spPr>
      </p:pic>
      <p:sp>
        <p:nvSpPr>
          <p:cNvPr id="6" name="s9_card_4"/>
          <p:cNvSpPr/>
          <p:nvPr/>
        </p:nvSpPr>
        <p:spPr>
          <a:xfrm>
            <a:off x="502920" y="1371600"/>
            <a:ext cx="7955280" cy="1143000"/>
          </a:xfrm>
          <a:prstGeom prst="roundRect">
            <a:avLst>
              <a:gd name="adj" fmla="val 22400"/>
            </a:avLst>
          </a:prstGeom>
          <a:solidFill>
            <a:srgbClr val="FFFFFF"/>
          </a:solidFill>
          <a:ln w="50800">
            <a:solidFill>
              <a:srgbClr val="FFD1AD"/>
            </a:solidFill>
            <a:prstDash val="solid"/>
          </a:ln>
          <a:effectLst>
            <a:outerShdw sx="100000" sy="100000" kx="0" ky="0" algn="bl" rotWithShape="0" blurRad="127000" dist="50800" dir="5400000">
              <a:srgbClr val="5B3E8E">
                <a:alpha val="20000"/>
              </a:srgbClr>
            </a:outerShdw>
          </a:effectLst>
        </p:spPr>
      </p:sp>
      <p:sp>
        <p:nvSpPr>
          <p:cNvPr id="7" name="s9_txt_5"/>
          <p:cNvSpPr txBox="1"/>
          <p:nvPr/>
        </p:nvSpPr>
        <p:spPr>
          <a:xfrm>
            <a:off x="6035040" y="1188720"/>
            <a:ext cx="2148840" cy="502920"/>
          </a:xfrm>
          <a:prstGeom prst="roundRect">
            <a:avLst>
              <a:gd name="adj" fmla="val 50000"/>
            </a:avLst>
          </a:prstGeom>
          <a:solidFill>
            <a:srgbClr val="F58A3C"/>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2000" b="1" dirty="0">
                <a:solidFill>
                  <a:srgbClr val="FFFFFF"/>
                </a:solidFill>
                <a:latin typeface="Tahoma" pitchFamily="34" charset="0"/>
                <a:ea typeface="Tahoma" pitchFamily="34" charset="-122"/>
                <a:cs typeface="Tahoma" pitchFamily="34" charset="-120"/>
              </a:rPr>
              <a:t>أنظر الصورة</a:t>
            </a:r>
            <a:endParaRPr lang="ar-SA" sz="2000" dirty="0"/>
          </a:p>
        </p:txBody>
      </p:sp>
      <p:sp>
        <p:nvSpPr>
          <p:cNvPr id="8" name="s9_txt_6"/>
          <p:cNvSpPr txBox="1"/>
          <p:nvPr/>
        </p:nvSpPr>
        <p:spPr>
          <a:xfrm>
            <a:off x="731520" y="1645920"/>
            <a:ext cx="7498080" cy="777240"/>
          </a:xfrm>
          <a:prstGeom prst="rect">
            <a:avLst/>
          </a:prstGeom>
          <a:noFill/>
          <a:ln/>
        </p:spPr>
        <p:txBody>
          <a:bodyPr wrap="square" lIns="762" tIns="762" rIns="762" bIns="762" rtlCol="0" anchor="ctr"/>
          <a:lstStyle/>
          <a:p>
            <a:pPr rtl="1" algn="ctr" indent="0" marL="0">
              <a:lnSpc>
                <a:spcPct val="105000"/>
              </a:lnSpc>
              <a:buNone/>
            </a:pPr>
            <a:r>
              <a:rPr lang="ar-SA" altLang="en-US" sz="2800" b="1" dirty="0">
                <a:solidFill>
                  <a:srgbClr val="E2731F"/>
                </a:solidFill>
                <a:latin typeface="Tahoma" pitchFamily="34" charset="0"/>
                <a:ea typeface="Tahoma" pitchFamily="34" charset="-122"/>
                <a:cs typeface="Tahoma" pitchFamily="34" charset="-120"/>
              </a:rPr>
              <a:t>كيف تكون البيضة مصدر طاقة للأفعى؟</a:t>
            </a:r>
            <a:endParaRPr lang="ar-SA" sz="2800" dirty="0"/>
          </a:p>
        </p:txBody>
      </p:sp>
      <p:sp>
        <p:nvSpPr>
          <p:cNvPr id="9" name="s9_circ_7"/>
          <p:cNvSpPr/>
          <p:nvPr/>
        </p:nvSpPr>
        <p:spPr>
          <a:xfrm>
            <a:off x="6720840" y="2697480"/>
            <a:ext cx="1188720" cy="1188720"/>
          </a:xfrm>
          <a:prstGeom prst="ellipse">
            <a:avLst/>
          </a:prstGeom>
          <a:solidFill>
            <a:srgbClr val="FFD1AD"/>
          </a:solidFill>
          <a:ln w="50800">
            <a:solidFill>
              <a:srgbClr val="FFFFFF"/>
            </a:solidFill>
            <a:prstDash val="solid"/>
          </a:ln>
          <a:effectLst>
            <a:outerShdw sx="100000" sy="100000" kx="0" ky="0" algn="bl" rotWithShape="0" blurRad="127000" dist="50800" dir="5400000">
              <a:srgbClr val="5B3E8E">
                <a:alpha val="20000"/>
              </a:srgbClr>
            </a:outerShdw>
          </a:effectLst>
        </p:spPr>
      </p:sp>
      <p:pic>
        <p:nvPicPr>
          <p:cNvPr id="10" name="s9_emo_8" descr="تأكل الأفعى البيضة">    </p:cNvPr>
          <p:cNvPicPr>
            <a:picLocks noChangeAspect="1"/>
          </p:cNvPicPr>
          <p:nvPr/>
        </p:nvPicPr>
        <p:blipFill>
          <a:blip r:embed="rId5"/>
          <a:stretch>
            <a:fillRect/>
          </a:stretch>
        </p:blipFill>
        <p:spPr>
          <a:xfrm>
            <a:off x="6922008" y="2898648"/>
            <a:ext cx="786384" cy="786384"/>
          </a:xfrm>
          <a:prstGeom prst="rect">
            <a:avLst/>
          </a:prstGeom>
        </p:spPr>
      </p:pic>
      <p:sp>
        <p:nvSpPr>
          <p:cNvPr id="11" name="s9_txt_9"/>
          <p:cNvSpPr txBox="1"/>
          <p:nvPr/>
        </p:nvSpPr>
        <p:spPr>
          <a:xfrm>
            <a:off x="6309360" y="3931920"/>
            <a:ext cx="2011680" cy="914400"/>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3B2A5A"/>
                </a:solidFill>
                <a:latin typeface="Tahoma" pitchFamily="34" charset="0"/>
                <a:ea typeface="Tahoma" pitchFamily="34" charset="-122"/>
                <a:cs typeface="Tahoma" pitchFamily="34" charset="-120"/>
              </a:rPr>
              <a:t>تأكل الأفعى البيضة</a:t>
            </a:r>
            <a:endParaRPr lang="ar-SA" sz="1800" dirty="0"/>
          </a:p>
        </p:txBody>
      </p:sp>
      <p:sp>
        <p:nvSpPr>
          <p:cNvPr id="12" name="s9_circ_10"/>
          <p:cNvSpPr/>
          <p:nvPr/>
        </p:nvSpPr>
        <p:spPr>
          <a:xfrm>
            <a:off x="4663440" y="2697480"/>
            <a:ext cx="1188720" cy="1188720"/>
          </a:xfrm>
          <a:prstGeom prst="ellipse">
            <a:avLst/>
          </a:prstGeom>
          <a:solidFill>
            <a:srgbClr val="FFC4DA"/>
          </a:solidFill>
          <a:ln w="50800">
            <a:solidFill>
              <a:srgbClr val="FFFFFF"/>
            </a:solidFill>
            <a:prstDash val="solid"/>
          </a:ln>
          <a:effectLst>
            <a:outerShdw sx="100000" sy="100000" kx="0" ky="0" algn="bl" rotWithShape="0" blurRad="127000" dist="50800" dir="5400000">
              <a:srgbClr val="5B3E8E">
                <a:alpha val="20000"/>
              </a:srgbClr>
            </a:outerShdw>
          </a:effectLst>
        </p:spPr>
      </p:sp>
      <p:pic>
        <p:nvPicPr>
          <p:cNvPr id="13" name="s9_emo_11" descr="يهضم جهازها الهضمي محتوياتها">    </p:cNvPr>
          <p:cNvPicPr>
            <a:picLocks noChangeAspect="1"/>
          </p:cNvPicPr>
          <p:nvPr/>
        </p:nvPicPr>
        <p:blipFill>
          <a:blip r:embed="rId6"/>
          <a:stretch>
            <a:fillRect/>
          </a:stretch>
        </p:blipFill>
        <p:spPr>
          <a:xfrm>
            <a:off x="4864608" y="2898648"/>
            <a:ext cx="786384" cy="786384"/>
          </a:xfrm>
          <a:prstGeom prst="rect">
            <a:avLst/>
          </a:prstGeom>
        </p:spPr>
      </p:pic>
      <p:sp>
        <p:nvSpPr>
          <p:cNvPr id="14" name="s9_txt_12"/>
          <p:cNvSpPr txBox="1"/>
          <p:nvPr/>
        </p:nvSpPr>
        <p:spPr>
          <a:xfrm>
            <a:off x="4251960" y="3931920"/>
            <a:ext cx="2011680" cy="914400"/>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3B2A5A"/>
                </a:solidFill>
                <a:latin typeface="Tahoma" pitchFamily="34" charset="0"/>
                <a:ea typeface="Tahoma" pitchFamily="34" charset="-122"/>
                <a:cs typeface="Tahoma" pitchFamily="34" charset="-120"/>
              </a:rPr>
              <a:t>يهضم جهازها الهضمي محتوياتها</a:t>
            </a:r>
            <a:endParaRPr lang="ar-SA" sz="1800" dirty="0"/>
          </a:p>
        </p:txBody>
      </p:sp>
      <p:sp>
        <p:nvSpPr>
          <p:cNvPr id="15" name="s9_arrow_13"/>
          <p:cNvSpPr/>
          <p:nvPr/>
        </p:nvSpPr>
        <p:spPr>
          <a:xfrm>
            <a:off x="5971032" y="3108960"/>
            <a:ext cx="548640" cy="384048"/>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sp>
        <p:nvSpPr>
          <p:cNvPr id="16" name="s9_circ_14"/>
          <p:cNvSpPr/>
          <p:nvPr/>
        </p:nvSpPr>
        <p:spPr>
          <a:xfrm>
            <a:off x="2606040" y="2697480"/>
            <a:ext cx="1188720" cy="1188720"/>
          </a:xfrm>
          <a:prstGeom prst="ellipse">
            <a:avLst/>
          </a:prstGeom>
          <a:solidFill>
            <a:srgbClr val="BFE6FB"/>
          </a:solidFill>
          <a:ln w="50800">
            <a:solidFill>
              <a:srgbClr val="FFFFFF"/>
            </a:solidFill>
            <a:prstDash val="solid"/>
          </a:ln>
          <a:effectLst>
            <a:outerShdw sx="100000" sy="100000" kx="0" ky="0" algn="bl" rotWithShape="0" blurRad="127000" dist="50800" dir="5400000">
              <a:srgbClr val="5B3E8E">
                <a:alpha val="20000"/>
              </a:srgbClr>
            </a:outerShdw>
          </a:effectLst>
        </p:spPr>
      </p:sp>
      <p:pic>
        <p:nvPicPr>
          <p:cNvPr id="17" name="s9_emo_15" descr="تُمتص المواد الغذائية">    </p:cNvPr>
          <p:cNvPicPr>
            <a:picLocks noChangeAspect="1"/>
          </p:cNvPicPr>
          <p:nvPr/>
        </p:nvPicPr>
        <p:blipFill>
          <a:blip r:embed="rId7"/>
          <a:stretch>
            <a:fillRect/>
          </a:stretch>
        </p:blipFill>
        <p:spPr>
          <a:xfrm>
            <a:off x="2807208" y="2898648"/>
            <a:ext cx="786384" cy="786384"/>
          </a:xfrm>
          <a:prstGeom prst="rect">
            <a:avLst/>
          </a:prstGeom>
        </p:spPr>
      </p:pic>
      <p:sp>
        <p:nvSpPr>
          <p:cNvPr id="18" name="s9_txt_16"/>
          <p:cNvSpPr txBox="1"/>
          <p:nvPr/>
        </p:nvSpPr>
        <p:spPr>
          <a:xfrm>
            <a:off x="2194560" y="3931920"/>
            <a:ext cx="2011680" cy="914400"/>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3B2A5A"/>
                </a:solidFill>
                <a:latin typeface="Tahoma" pitchFamily="34" charset="0"/>
                <a:ea typeface="Tahoma" pitchFamily="34" charset="-122"/>
                <a:cs typeface="Tahoma" pitchFamily="34" charset="-120"/>
              </a:rPr>
              <a:t>تُمتص المواد الغذائية</a:t>
            </a:r>
            <a:endParaRPr lang="ar-SA" sz="1800" dirty="0"/>
          </a:p>
        </p:txBody>
      </p:sp>
      <p:sp>
        <p:nvSpPr>
          <p:cNvPr id="19" name="s9_arrow_17"/>
          <p:cNvSpPr/>
          <p:nvPr/>
        </p:nvSpPr>
        <p:spPr>
          <a:xfrm>
            <a:off x="3913632" y="3108960"/>
            <a:ext cx="548640" cy="384048"/>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sp>
        <p:nvSpPr>
          <p:cNvPr id="20" name="s9_circ_18"/>
          <p:cNvSpPr/>
          <p:nvPr/>
        </p:nvSpPr>
        <p:spPr>
          <a:xfrm>
            <a:off x="548640" y="2697480"/>
            <a:ext cx="1188720" cy="1188720"/>
          </a:xfrm>
          <a:prstGeom prst="ellipse">
            <a:avLst/>
          </a:prstGeom>
          <a:solidFill>
            <a:srgbClr val="FFE59A"/>
          </a:solidFill>
          <a:ln w="50800">
            <a:solidFill>
              <a:srgbClr val="FFFFFF"/>
            </a:solidFill>
            <a:prstDash val="solid"/>
          </a:ln>
          <a:effectLst>
            <a:outerShdw sx="100000" sy="100000" kx="0" ky="0" algn="bl" rotWithShape="0" blurRad="127000" dist="50800" dir="5400000">
              <a:srgbClr val="5B3E8E">
                <a:alpha val="20000"/>
              </a:srgbClr>
            </a:outerShdw>
          </a:effectLst>
        </p:spPr>
      </p:sp>
      <p:pic>
        <p:nvPicPr>
          <p:cNvPr id="21" name="s9_emo_19" descr="تحصل الخلايا على الطاقة">    </p:cNvPr>
          <p:cNvPicPr>
            <a:picLocks noChangeAspect="1"/>
          </p:cNvPicPr>
          <p:nvPr/>
        </p:nvPicPr>
        <p:blipFill>
          <a:blip r:embed="rId8"/>
          <a:stretch>
            <a:fillRect/>
          </a:stretch>
        </p:blipFill>
        <p:spPr>
          <a:xfrm>
            <a:off x="749808" y="2898648"/>
            <a:ext cx="786384" cy="786384"/>
          </a:xfrm>
          <a:prstGeom prst="rect">
            <a:avLst/>
          </a:prstGeom>
        </p:spPr>
      </p:pic>
      <p:sp>
        <p:nvSpPr>
          <p:cNvPr id="22" name="s9_txt_20"/>
          <p:cNvSpPr txBox="1"/>
          <p:nvPr/>
        </p:nvSpPr>
        <p:spPr>
          <a:xfrm>
            <a:off x="137160" y="3931920"/>
            <a:ext cx="2011680" cy="914400"/>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3B2A5A"/>
                </a:solidFill>
                <a:latin typeface="Tahoma" pitchFamily="34" charset="0"/>
                <a:ea typeface="Tahoma" pitchFamily="34" charset="-122"/>
                <a:cs typeface="Tahoma" pitchFamily="34" charset="-120"/>
              </a:rPr>
              <a:t>تحصل الخلايا على الطاقة</a:t>
            </a:r>
            <a:endParaRPr lang="ar-SA" sz="1800" dirty="0"/>
          </a:p>
        </p:txBody>
      </p:sp>
      <p:sp>
        <p:nvSpPr>
          <p:cNvPr id="23" name="s9_arrow_21"/>
          <p:cNvSpPr/>
          <p:nvPr/>
        </p:nvSpPr>
        <p:spPr>
          <a:xfrm>
            <a:off x="1856232" y="3108960"/>
            <a:ext cx="548640" cy="384048"/>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sp>
        <p:nvSpPr>
          <p:cNvPr id="24" name="s9_card_22"/>
          <p:cNvSpPr/>
          <p:nvPr/>
        </p:nvSpPr>
        <p:spPr>
          <a:xfrm>
            <a:off x="502920" y="5029200"/>
            <a:ext cx="11201400" cy="1051560"/>
          </a:xfrm>
          <a:prstGeom prst="roundRect">
            <a:avLst>
              <a:gd name="adj" fmla="val 24348"/>
            </a:avLst>
          </a:prstGeom>
          <a:solidFill>
            <a:srgbClr val="FFF6CF"/>
          </a:solidFill>
          <a:ln w="38100">
            <a:solidFill>
              <a:srgbClr val="F5B700"/>
            </a:solidFill>
            <a:prstDash val="solid"/>
          </a:ln>
          <a:effectLst>
            <a:outerShdw sx="100000" sy="100000" kx="0" ky="0" algn="bl" rotWithShape="0" blurRad="127000" dist="50800" dir="5400000">
              <a:srgbClr val="5B3E8E">
                <a:alpha val="20000"/>
              </a:srgbClr>
            </a:outerShdw>
          </a:effectLst>
        </p:spPr>
      </p:sp>
      <p:sp>
        <p:nvSpPr>
          <p:cNvPr id="25" name="s9_txt_23"/>
          <p:cNvSpPr txBox="1"/>
          <p:nvPr/>
        </p:nvSpPr>
        <p:spPr>
          <a:xfrm>
            <a:off x="685800" y="5056632"/>
            <a:ext cx="10835640" cy="1005840"/>
          </a:xfrm>
          <a:prstGeom prst="rect">
            <a:avLst/>
          </a:prstGeom>
          <a:noFill/>
          <a:ln/>
        </p:spPr>
        <p:txBody>
          <a:bodyPr wrap="square" lIns="762" tIns="762" rIns="762" bIns="762" rtlCol="0" anchor="ctr"/>
          <a:lstStyle/>
          <a:p>
            <a:pPr rtl="1" algn="r" indent="0" marL="0">
              <a:lnSpc>
                <a:spcPct val="105000"/>
              </a:lnSpc>
              <a:buNone/>
            </a:pPr>
            <a:r>
              <a:rPr lang="ar-SA" altLang="en-US" sz="1900" b="1" dirty="0">
                <a:solidFill>
                  <a:srgbClr val="E2731F"/>
                </a:solidFill>
                <a:latin typeface="Tahoma" pitchFamily="34" charset="0"/>
                <a:ea typeface="Tahoma" pitchFamily="34" charset="-122"/>
                <a:cs typeface="Tahoma" pitchFamily="34" charset="-120"/>
              </a:rPr>
              <a:t>الإجابة: </a:t>
            </a:r>
            <a:pPr rtl="1" algn="r" indent="0" marL="0">
              <a:lnSpc>
                <a:spcPct val="105000"/>
              </a:lnSpc>
              <a:buNone/>
            </a:pPr>
            <a:r>
              <a:rPr lang="ar-SA" altLang="en-US" sz="1900" dirty="0">
                <a:solidFill>
                  <a:srgbClr val="3B2A5A"/>
                </a:solidFill>
                <a:latin typeface="Tahoma" pitchFamily="34" charset="0"/>
                <a:ea typeface="Tahoma" pitchFamily="34" charset="-122"/>
                <a:cs typeface="Tahoma" pitchFamily="34" charset="-120"/>
              </a:rPr>
              <a:t>عندما تأكل الأفعى البيضة يهضم جهازها الهضمي محتوياتها، وتُمتص المواد الغذائية، ثم تستفيد منها خلايا جسمها في الحصول على الطاقة.</a:t>
            </a:r>
            <a:endParaRPr lang="ar-SA" sz="19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nodeType="clickEffect">
                                  <p:stCondLst>
                                    <p:cond delay="0"/>
                                  </p:stCondLst>
                                  <p:childTnLst>
                                    <p:set>
                                      <p:cBhvr>
                                        <p:cTn id="5" dur="1" fill="hold">
                                          <p:stCondLst>
                                            <p:cond delay="0"/>
                                          </p:stCondLst>
                                        </p:cTn>
                                        <p:tgtEl>
                                          <p:spTgt spid="9"/>
                                        </p:tgtEl>
                                        <p:attrNameLst>
                                          <p:attrName>style.visibility</p:attrName>
                                        </p:attrNameLst>
                                      </p:cBhvr>
                                      <p:to>
                                        <p:strVal val="visible"/>
                                      </p:to>
                                    </p:set>
                                    <p:anim calcmode="lin" valueType="num">
                                      <p:cBhvr>
                                        <p:cTn id="6" dur="500" fill="hold"/>
                                        <p:tgtEl>
                                          <p:spTgt spid="9"/>
                                        </p:tgtEl>
                                        <p:attrNameLst>
                                          <p:attrName>ppt_w</p:attrName>
                                        </p:attrNameLst>
                                      </p:cBhvr>
                                      <p:tavLst>
                                        <p:tav tm="0">
                                          <p:val>
                                            <p:fltVal val="0"/>
                                          </p:val>
                                        </p:tav>
                                        <p:tav tm="100000">
                                          <p:val>
                                            <p:strVal val="#ppt_w"/>
                                          </p:val>
                                        </p:tav>
                                      </p:tavLst>
                                    </p:anim>
                                    <p:anim calcmode="lin" valueType="num">
                                      <p:cBhvr>
                                        <p:cTn id="7" dur="500" fill="hold"/>
                                        <p:tgtEl>
                                          <p:spTgt spid="9"/>
                                        </p:tgtEl>
                                        <p:attrNameLst>
                                          <p:attrName>ppt_h</p:attrName>
                                        </p:attrNameLst>
                                      </p:cBhvr>
                                      <p:tavLst>
                                        <p:tav tm="0">
                                          <p:val>
                                            <p:fltVal val="0"/>
                                          </p:val>
                                        </p:tav>
                                        <p:tav tm="100000">
                                          <p:val>
                                            <p:strVal val="#ppt_h"/>
                                          </p:val>
                                        </p:tav>
                                      </p:tavLst>
                                    </p:anim>
                                    <p:animEffect transition="in" filter="fade">
                                      <p:cBhvr>
                                        <p:cTn id="8" dur="500"/>
                                        <p:tgtEl>
                                          <p:spTgt spid="9"/>
                                        </p:tgtEl>
                                      </p:cBhvr>
                                    </p:animEffect>
                                  </p:childTnLst>
                                </p:cTn>
                              </p:par>
                              <p:par>
                                <p:cTn id="14" presetID="53" presetClass="entr" presetSubtype="16"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ppt_w</p:attrName>
                                        </p:attrNameLst>
                                      </p:cBhvr>
                                      <p:tavLst>
                                        <p:tav tm="0">
                                          <p:val>
                                            <p:fltVal val="0"/>
                                          </p:val>
                                        </p:tav>
                                        <p:tav tm="100000">
                                          <p:val>
                                            <p:strVal val="#ppt_w"/>
                                          </p:val>
                                        </p:tav>
                                      </p:tavLst>
                                    </p:anim>
                                    <p:anim calcmode="lin" valueType="num">
                                      <p:cBhvr>
                                        <p:cTn id="12" dur="500" fill="hold"/>
                                        <p:tgtEl>
                                          <p:spTgt spid="10"/>
                                        </p:tgtEl>
                                        <p:attrNameLst>
                                          <p:attrName>ppt_h</p:attrName>
                                        </p:attrNameLst>
                                      </p:cBhvr>
                                      <p:tavLst>
                                        <p:tav tm="0">
                                          <p:val>
                                            <p:fltVal val="0"/>
                                          </p:val>
                                        </p:tav>
                                        <p:tav tm="100000">
                                          <p:val>
                                            <p:strVal val="#ppt_h"/>
                                          </p:val>
                                        </p:tav>
                                      </p:tavLst>
                                    </p:anim>
                                    <p:animEffect transition="in" filter="fade">
                                      <p:cBhvr>
                                        <p:cTn id="13" dur="500"/>
                                        <p:tgtEl>
                                          <p:spTgt spid="10"/>
                                        </p:tgtEl>
                                      </p:cBhvr>
                                    </p:animEffect>
                                  </p:childTnLst>
                                </p:cTn>
                              </p:par>
                              <p:par>
                                <p:cTn id="19" presetID="53" presetClass="entr" presetSubtype="16"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500" fill="hold"/>
                                        <p:tgtEl>
                                          <p:spTgt spid="11"/>
                                        </p:tgtEl>
                                        <p:attrNameLst>
                                          <p:attrName>ppt_w</p:attrName>
                                        </p:attrNameLst>
                                      </p:cBhvr>
                                      <p:tavLst>
                                        <p:tav tm="0">
                                          <p:val>
                                            <p:fltVal val="0"/>
                                          </p:val>
                                        </p:tav>
                                        <p:tav tm="100000">
                                          <p:val>
                                            <p:strVal val="#ppt_w"/>
                                          </p:val>
                                        </p:tav>
                                      </p:tavLst>
                                    </p:anim>
                                    <p:anim calcmode="lin" valueType="num">
                                      <p:cBhvr>
                                        <p:cTn id="17" dur="500" fill="hold"/>
                                        <p:tgtEl>
                                          <p:spTgt spid="11"/>
                                        </p:tgtEl>
                                        <p:attrNameLst>
                                          <p:attrName>ppt_h</p:attrName>
                                        </p:attrNameLst>
                                      </p:cBhvr>
                                      <p:tavLst>
                                        <p:tav tm="0">
                                          <p:val>
                                            <p:fltVal val="0"/>
                                          </p:val>
                                        </p:tav>
                                        <p:tav tm="100000">
                                          <p:val>
                                            <p:strVal val="#ppt_h"/>
                                          </p:val>
                                        </p:tav>
                                      </p:tavLst>
                                    </p:anim>
                                    <p:animEffect transition="in" filter="fade">
                                      <p:cBhvr>
                                        <p:cTn id="18"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4" presetID="22" presetClass="entr" presetSubtype="2"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right)">
                                      <p:cBhvr>
                                        <p:cTn id="23" dur="500"/>
                                        <p:tgtEl>
                                          <p:spTgt spid="15"/>
                                        </p:tgtEl>
                                      </p:cBhvr>
                                    </p:animEffect>
                                  </p:childTnLst>
                                </p:cTn>
                              </p:par>
                              <p:par>
                                <p:cTn id="29" presetID="53" presetClass="entr" presetSubtype="16"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fltVal val="0"/>
                                          </p:val>
                                        </p:tav>
                                        <p:tav tm="100000">
                                          <p:val>
                                            <p:strVal val="#ppt_w"/>
                                          </p:val>
                                        </p:tav>
                                      </p:tavLst>
                                    </p:anim>
                                    <p:anim calcmode="lin" valueType="num">
                                      <p:cBhvr>
                                        <p:cTn id="27" dur="500" fill="hold"/>
                                        <p:tgtEl>
                                          <p:spTgt spid="12"/>
                                        </p:tgtEl>
                                        <p:attrNameLst>
                                          <p:attrName>ppt_h</p:attrName>
                                        </p:attrNameLst>
                                      </p:cBhvr>
                                      <p:tavLst>
                                        <p:tav tm="0">
                                          <p:val>
                                            <p:fltVal val="0"/>
                                          </p:val>
                                        </p:tav>
                                        <p:tav tm="100000">
                                          <p:val>
                                            <p:strVal val="#ppt_h"/>
                                          </p:val>
                                        </p:tav>
                                      </p:tavLst>
                                    </p:anim>
                                    <p:animEffect transition="in" filter="fade">
                                      <p:cBhvr>
                                        <p:cTn id="28" dur="500"/>
                                        <p:tgtEl>
                                          <p:spTgt spid="12"/>
                                        </p:tgtEl>
                                      </p:cBhvr>
                                    </p:animEffect>
                                  </p:childTnLst>
                                </p:cTn>
                              </p:par>
                              <p:par>
                                <p:cTn id="34" presetID="53" presetClass="entr" presetSubtype="16"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p:cTn id="31" dur="500" fill="hold"/>
                                        <p:tgtEl>
                                          <p:spTgt spid="13"/>
                                        </p:tgtEl>
                                        <p:attrNameLst>
                                          <p:attrName>ppt_w</p:attrName>
                                        </p:attrNameLst>
                                      </p:cBhvr>
                                      <p:tavLst>
                                        <p:tav tm="0">
                                          <p:val>
                                            <p:fltVal val="0"/>
                                          </p:val>
                                        </p:tav>
                                        <p:tav tm="100000">
                                          <p:val>
                                            <p:strVal val="#ppt_w"/>
                                          </p:val>
                                        </p:tav>
                                      </p:tavLst>
                                    </p:anim>
                                    <p:anim calcmode="lin" valueType="num">
                                      <p:cBhvr>
                                        <p:cTn id="32" dur="500" fill="hold"/>
                                        <p:tgtEl>
                                          <p:spTgt spid="13"/>
                                        </p:tgtEl>
                                        <p:attrNameLst>
                                          <p:attrName>ppt_h</p:attrName>
                                        </p:attrNameLst>
                                      </p:cBhvr>
                                      <p:tavLst>
                                        <p:tav tm="0">
                                          <p:val>
                                            <p:fltVal val="0"/>
                                          </p:val>
                                        </p:tav>
                                        <p:tav tm="100000">
                                          <p:val>
                                            <p:strVal val="#ppt_h"/>
                                          </p:val>
                                        </p:tav>
                                      </p:tavLst>
                                    </p:anim>
                                    <p:animEffect transition="in" filter="fade">
                                      <p:cBhvr>
                                        <p:cTn id="33" dur="500"/>
                                        <p:tgtEl>
                                          <p:spTgt spid="13"/>
                                        </p:tgtEl>
                                      </p:cBhvr>
                                    </p:animEffect>
                                  </p:childTnLst>
                                </p:cTn>
                              </p:par>
                              <p:par>
                                <p:cTn id="39" presetID="53" presetClass="entr" presetSubtype="16"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4" presetID="22" presetClass="entr" presetSubtype="2"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right)">
                                      <p:cBhvr>
                                        <p:cTn id="43" dur="500"/>
                                        <p:tgtEl>
                                          <p:spTgt spid="19"/>
                                        </p:tgtEl>
                                      </p:cBhvr>
                                    </p:animEffect>
                                  </p:childTnLst>
                                </p:cTn>
                              </p:par>
                              <p:par>
                                <p:cTn id="49" presetID="53" presetClass="entr" presetSubtype="16" fill="hold" nodeType="withEffect">
                                  <p:stCondLst>
                                    <p:cond delay="0"/>
                                  </p:stCondLst>
                                  <p:childTnLst>
                                    <p:set>
                                      <p:cBhvr>
                                        <p:cTn id="45" dur="1" fill="hold">
                                          <p:stCondLst>
                                            <p:cond delay="0"/>
                                          </p:stCondLst>
                                        </p:cTn>
                                        <p:tgtEl>
                                          <p:spTgt spid="16"/>
                                        </p:tgtEl>
                                        <p:attrNameLst>
                                          <p:attrName>style.visibility</p:attrName>
                                        </p:attrNameLst>
                                      </p:cBhvr>
                                      <p:to>
                                        <p:strVal val="visible"/>
                                      </p:to>
                                    </p:set>
                                    <p:anim calcmode="lin" valueType="num">
                                      <p:cBhvr>
                                        <p:cTn id="46" dur="500" fill="hold"/>
                                        <p:tgtEl>
                                          <p:spTgt spid="16"/>
                                        </p:tgtEl>
                                        <p:attrNameLst>
                                          <p:attrName>ppt_w</p:attrName>
                                        </p:attrNameLst>
                                      </p:cBhvr>
                                      <p:tavLst>
                                        <p:tav tm="0">
                                          <p:val>
                                            <p:fltVal val="0"/>
                                          </p:val>
                                        </p:tav>
                                        <p:tav tm="100000">
                                          <p:val>
                                            <p:strVal val="#ppt_w"/>
                                          </p:val>
                                        </p:tav>
                                      </p:tavLst>
                                    </p:anim>
                                    <p:anim calcmode="lin" valueType="num">
                                      <p:cBhvr>
                                        <p:cTn id="47" dur="500" fill="hold"/>
                                        <p:tgtEl>
                                          <p:spTgt spid="16"/>
                                        </p:tgtEl>
                                        <p:attrNameLst>
                                          <p:attrName>ppt_h</p:attrName>
                                        </p:attrNameLst>
                                      </p:cBhvr>
                                      <p:tavLst>
                                        <p:tav tm="0">
                                          <p:val>
                                            <p:fltVal val="0"/>
                                          </p:val>
                                        </p:tav>
                                        <p:tav tm="100000">
                                          <p:val>
                                            <p:strVal val="#ppt_h"/>
                                          </p:val>
                                        </p:tav>
                                      </p:tavLst>
                                    </p:anim>
                                    <p:animEffect transition="in" filter="fade">
                                      <p:cBhvr>
                                        <p:cTn id="48" dur="500"/>
                                        <p:tgtEl>
                                          <p:spTgt spid="16"/>
                                        </p:tgtEl>
                                      </p:cBhvr>
                                    </p:animEffect>
                                  </p:childTnLst>
                                </p:cTn>
                              </p:par>
                              <p:par>
                                <p:cTn id="54" presetID="53" presetClass="entr" presetSubtype="16"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p:cTn id="51" dur="500" fill="hold"/>
                                        <p:tgtEl>
                                          <p:spTgt spid="17"/>
                                        </p:tgtEl>
                                        <p:attrNameLst>
                                          <p:attrName>ppt_w</p:attrName>
                                        </p:attrNameLst>
                                      </p:cBhvr>
                                      <p:tavLst>
                                        <p:tav tm="0">
                                          <p:val>
                                            <p:fltVal val="0"/>
                                          </p:val>
                                        </p:tav>
                                        <p:tav tm="100000">
                                          <p:val>
                                            <p:strVal val="#ppt_w"/>
                                          </p:val>
                                        </p:tav>
                                      </p:tavLst>
                                    </p:anim>
                                    <p:anim calcmode="lin" valueType="num">
                                      <p:cBhvr>
                                        <p:cTn id="52" dur="500" fill="hold"/>
                                        <p:tgtEl>
                                          <p:spTgt spid="17"/>
                                        </p:tgtEl>
                                        <p:attrNameLst>
                                          <p:attrName>ppt_h</p:attrName>
                                        </p:attrNameLst>
                                      </p:cBhvr>
                                      <p:tavLst>
                                        <p:tav tm="0">
                                          <p:val>
                                            <p:fltVal val="0"/>
                                          </p:val>
                                        </p:tav>
                                        <p:tav tm="100000">
                                          <p:val>
                                            <p:strVal val="#ppt_h"/>
                                          </p:val>
                                        </p:tav>
                                      </p:tavLst>
                                    </p:anim>
                                    <p:animEffect transition="in" filter="fade">
                                      <p:cBhvr>
                                        <p:cTn id="53" dur="500"/>
                                        <p:tgtEl>
                                          <p:spTgt spid="17"/>
                                        </p:tgtEl>
                                      </p:cBhvr>
                                    </p:animEffect>
                                  </p:childTnLst>
                                </p:cTn>
                              </p:par>
                              <p:par>
                                <p:cTn id="59" presetID="53" presetClass="entr" presetSubtype="16" fill="hold" nodeType="withEffect">
                                  <p:stCondLst>
                                    <p:cond delay="0"/>
                                  </p:stCondLst>
                                  <p:childTnLst>
                                    <p:set>
                                      <p:cBhvr>
                                        <p:cTn id="55" dur="1" fill="hold">
                                          <p:stCondLst>
                                            <p:cond delay="0"/>
                                          </p:stCondLst>
                                        </p:cTn>
                                        <p:tgtEl>
                                          <p:spTgt spid="18"/>
                                        </p:tgtEl>
                                        <p:attrNameLst>
                                          <p:attrName>style.visibility</p:attrName>
                                        </p:attrNameLst>
                                      </p:cBhvr>
                                      <p:to>
                                        <p:strVal val="visible"/>
                                      </p:to>
                                    </p:set>
                                    <p:anim calcmode="lin" valueType="num">
                                      <p:cBhvr>
                                        <p:cTn id="56" dur="500" fill="hold"/>
                                        <p:tgtEl>
                                          <p:spTgt spid="18"/>
                                        </p:tgtEl>
                                        <p:attrNameLst>
                                          <p:attrName>ppt_w</p:attrName>
                                        </p:attrNameLst>
                                      </p:cBhvr>
                                      <p:tavLst>
                                        <p:tav tm="0">
                                          <p:val>
                                            <p:fltVal val="0"/>
                                          </p:val>
                                        </p:tav>
                                        <p:tav tm="100000">
                                          <p:val>
                                            <p:strVal val="#ppt_w"/>
                                          </p:val>
                                        </p:tav>
                                      </p:tavLst>
                                    </p:anim>
                                    <p:anim calcmode="lin" valueType="num">
                                      <p:cBhvr>
                                        <p:cTn id="57" dur="500" fill="hold"/>
                                        <p:tgtEl>
                                          <p:spTgt spid="18"/>
                                        </p:tgtEl>
                                        <p:attrNameLst>
                                          <p:attrName>ppt_h</p:attrName>
                                        </p:attrNameLst>
                                      </p:cBhvr>
                                      <p:tavLst>
                                        <p:tav tm="0">
                                          <p:val>
                                            <p:fltVal val="0"/>
                                          </p:val>
                                        </p:tav>
                                        <p:tav tm="100000">
                                          <p:val>
                                            <p:strVal val="#ppt_h"/>
                                          </p:val>
                                        </p:tav>
                                      </p:tavLst>
                                    </p:anim>
                                    <p:animEffect transition="in" filter="fade">
                                      <p:cBhvr>
                                        <p:cTn id="58"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4" presetID="22" presetClass="entr" presetSubtype="2" fill="hold"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right)">
                                      <p:cBhvr>
                                        <p:cTn id="63" dur="500"/>
                                        <p:tgtEl>
                                          <p:spTgt spid="23"/>
                                        </p:tgtEl>
                                      </p:cBhvr>
                                    </p:animEffect>
                                  </p:childTnLst>
                                </p:cTn>
                              </p:par>
                              <p:par>
                                <p:cTn id="69" presetID="53" presetClass="entr" presetSubtype="16" fill="hold" nodeType="withEffect">
                                  <p:stCondLst>
                                    <p:cond delay="0"/>
                                  </p:stCondLst>
                                  <p:childTnLst>
                                    <p:set>
                                      <p:cBhvr>
                                        <p:cTn id="65" dur="1" fill="hold">
                                          <p:stCondLst>
                                            <p:cond delay="0"/>
                                          </p:stCondLst>
                                        </p:cTn>
                                        <p:tgtEl>
                                          <p:spTgt spid="20"/>
                                        </p:tgtEl>
                                        <p:attrNameLst>
                                          <p:attrName>style.visibility</p:attrName>
                                        </p:attrNameLst>
                                      </p:cBhvr>
                                      <p:to>
                                        <p:strVal val="visible"/>
                                      </p:to>
                                    </p:set>
                                    <p:anim calcmode="lin" valueType="num">
                                      <p:cBhvr>
                                        <p:cTn id="66" dur="500" fill="hold"/>
                                        <p:tgtEl>
                                          <p:spTgt spid="20"/>
                                        </p:tgtEl>
                                        <p:attrNameLst>
                                          <p:attrName>ppt_w</p:attrName>
                                        </p:attrNameLst>
                                      </p:cBhvr>
                                      <p:tavLst>
                                        <p:tav tm="0">
                                          <p:val>
                                            <p:fltVal val="0"/>
                                          </p:val>
                                        </p:tav>
                                        <p:tav tm="100000">
                                          <p:val>
                                            <p:strVal val="#ppt_w"/>
                                          </p:val>
                                        </p:tav>
                                      </p:tavLst>
                                    </p:anim>
                                    <p:anim calcmode="lin" valueType="num">
                                      <p:cBhvr>
                                        <p:cTn id="67" dur="500" fill="hold"/>
                                        <p:tgtEl>
                                          <p:spTgt spid="20"/>
                                        </p:tgtEl>
                                        <p:attrNameLst>
                                          <p:attrName>ppt_h</p:attrName>
                                        </p:attrNameLst>
                                      </p:cBhvr>
                                      <p:tavLst>
                                        <p:tav tm="0">
                                          <p:val>
                                            <p:fltVal val="0"/>
                                          </p:val>
                                        </p:tav>
                                        <p:tav tm="100000">
                                          <p:val>
                                            <p:strVal val="#ppt_h"/>
                                          </p:val>
                                        </p:tav>
                                      </p:tavLst>
                                    </p:anim>
                                    <p:animEffect transition="in" filter="fade">
                                      <p:cBhvr>
                                        <p:cTn id="68" dur="500"/>
                                        <p:tgtEl>
                                          <p:spTgt spid="20"/>
                                        </p:tgtEl>
                                      </p:cBhvr>
                                    </p:animEffect>
                                  </p:childTnLst>
                                </p:cTn>
                              </p:par>
                              <p:par>
                                <p:cTn id="74" presetID="53" presetClass="entr" presetSubtype="16" fill="hold" nodeType="withEffect">
                                  <p:stCondLst>
                                    <p:cond delay="0"/>
                                  </p:stCondLst>
                                  <p:childTnLst>
                                    <p:set>
                                      <p:cBhvr>
                                        <p:cTn id="70" dur="1" fill="hold">
                                          <p:stCondLst>
                                            <p:cond delay="0"/>
                                          </p:stCondLst>
                                        </p:cTn>
                                        <p:tgtEl>
                                          <p:spTgt spid="21"/>
                                        </p:tgtEl>
                                        <p:attrNameLst>
                                          <p:attrName>style.visibility</p:attrName>
                                        </p:attrNameLst>
                                      </p:cBhvr>
                                      <p:to>
                                        <p:strVal val="visible"/>
                                      </p:to>
                                    </p:set>
                                    <p:anim calcmode="lin" valueType="num">
                                      <p:cBhvr>
                                        <p:cTn id="71" dur="500" fill="hold"/>
                                        <p:tgtEl>
                                          <p:spTgt spid="21"/>
                                        </p:tgtEl>
                                        <p:attrNameLst>
                                          <p:attrName>ppt_w</p:attrName>
                                        </p:attrNameLst>
                                      </p:cBhvr>
                                      <p:tavLst>
                                        <p:tav tm="0">
                                          <p:val>
                                            <p:fltVal val="0"/>
                                          </p:val>
                                        </p:tav>
                                        <p:tav tm="100000">
                                          <p:val>
                                            <p:strVal val="#ppt_w"/>
                                          </p:val>
                                        </p:tav>
                                      </p:tavLst>
                                    </p:anim>
                                    <p:anim calcmode="lin" valueType="num">
                                      <p:cBhvr>
                                        <p:cTn id="72" dur="500" fill="hold"/>
                                        <p:tgtEl>
                                          <p:spTgt spid="21"/>
                                        </p:tgtEl>
                                        <p:attrNameLst>
                                          <p:attrName>ppt_h</p:attrName>
                                        </p:attrNameLst>
                                      </p:cBhvr>
                                      <p:tavLst>
                                        <p:tav tm="0">
                                          <p:val>
                                            <p:fltVal val="0"/>
                                          </p:val>
                                        </p:tav>
                                        <p:tav tm="100000">
                                          <p:val>
                                            <p:strVal val="#ppt_h"/>
                                          </p:val>
                                        </p:tav>
                                      </p:tavLst>
                                    </p:anim>
                                    <p:animEffect transition="in" filter="fade">
                                      <p:cBhvr>
                                        <p:cTn id="73" dur="500"/>
                                        <p:tgtEl>
                                          <p:spTgt spid="21"/>
                                        </p:tgtEl>
                                      </p:cBhvr>
                                    </p:animEffect>
                                  </p:childTnLst>
                                </p:cTn>
                              </p:par>
                              <p:par>
                                <p:cTn id="79" presetID="53" presetClass="entr" presetSubtype="16" fill="hold" nodeType="withEffect">
                                  <p:stCondLst>
                                    <p:cond delay="0"/>
                                  </p:stCondLst>
                                  <p:childTnLst>
                                    <p:set>
                                      <p:cBhvr>
                                        <p:cTn id="75" dur="1" fill="hold">
                                          <p:stCondLst>
                                            <p:cond delay="0"/>
                                          </p:stCondLst>
                                        </p:cTn>
                                        <p:tgtEl>
                                          <p:spTgt spid="22"/>
                                        </p:tgtEl>
                                        <p:attrNameLst>
                                          <p:attrName>style.visibility</p:attrName>
                                        </p:attrNameLst>
                                      </p:cBhvr>
                                      <p:to>
                                        <p:strVal val="visible"/>
                                      </p:to>
                                    </p:set>
                                    <p:anim calcmode="lin" valueType="num">
                                      <p:cBhvr>
                                        <p:cTn id="76" dur="500" fill="hold"/>
                                        <p:tgtEl>
                                          <p:spTgt spid="22"/>
                                        </p:tgtEl>
                                        <p:attrNameLst>
                                          <p:attrName>ppt_w</p:attrName>
                                        </p:attrNameLst>
                                      </p:cBhvr>
                                      <p:tavLst>
                                        <p:tav tm="0">
                                          <p:val>
                                            <p:fltVal val="0"/>
                                          </p:val>
                                        </p:tav>
                                        <p:tav tm="100000">
                                          <p:val>
                                            <p:strVal val="#ppt_w"/>
                                          </p:val>
                                        </p:tav>
                                      </p:tavLst>
                                    </p:anim>
                                    <p:anim calcmode="lin" valueType="num">
                                      <p:cBhvr>
                                        <p:cTn id="77" dur="500" fill="hold"/>
                                        <p:tgtEl>
                                          <p:spTgt spid="22"/>
                                        </p:tgtEl>
                                        <p:attrNameLst>
                                          <p:attrName>ppt_h</p:attrName>
                                        </p:attrNameLst>
                                      </p:cBhvr>
                                      <p:tavLst>
                                        <p:tav tm="0">
                                          <p:val>
                                            <p:fltVal val="0"/>
                                          </p:val>
                                        </p:tav>
                                        <p:tav tm="100000">
                                          <p:val>
                                            <p:strVal val="#ppt_h"/>
                                          </p:val>
                                        </p:tav>
                                      </p:tavLst>
                                    </p:anim>
                                    <p:animEffect transition="in" filter="fade">
                                      <p:cBhvr>
                                        <p:cTn id="78" dur="500"/>
                                        <p:tgtEl>
                                          <p:spTgt spid="22"/>
                                        </p:tgtEl>
                                      </p:cBhvr>
                                    </p:animEffect>
                                  </p:childTnLst>
                                </p:cTn>
                              </p:par>
                            </p:childTnLst>
                          </p:cTn>
                        </p:par>
                      </p:childTnLst>
                    </p:cTn>
                  </p:par>
                  <p:par>
                    <p:cTn id="80" fill="hold">
                      <p:stCondLst>
                        <p:cond delay="indefinite"/>
                      </p:stCondLst>
                      <p:childTnLst>
                        <p:par>
                          <p:cTn id="81" fill="hold">
                            <p:stCondLst>
                              <p:cond delay="0"/>
                            </p:stCondLst>
                            <p:childTnLst>
                              <p:par>
                                <p:cTn id="84" presetID="10" presetClass="entr" presetSubtype="0" fill="hold" nodeType="click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500"/>
                                        <p:tgtEl>
                                          <p:spTgt spid="24"/>
                                        </p:tgtEl>
                                      </p:cBhvr>
                                    </p:animEffect>
                                  </p:childTnLst>
                                </p:cTn>
                              </p:par>
                              <p:par>
                                <p:cTn id="87" presetID="10" presetClass="entr" presetSubtype="0" fill="hold"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0_title" descr="رحلة الغذاء في الجهاز الهضمي">    </p:cNvPr>
          <p:cNvPicPr>
            <a:picLocks noChangeAspect="1"/>
          </p:cNvPicPr>
          <p:nvPr/>
        </p:nvPicPr>
        <p:blipFill>
          <a:blip r:embed="rId2"/>
          <a:stretch>
            <a:fillRect/>
          </a:stretch>
        </p:blipFill>
        <p:spPr>
          <a:xfrm>
            <a:off x="2634362" y="109728"/>
            <a:ext cx="6922971" cy="1024128"/>
          </a:xfrm>
          <a:prstGeom prst="rect">
            <a:avLst/>
          </a:prstGeom>
        </p:spPr>
      </p:pic>
      <p:sp>
        <p:nvSpPr>
          <p:cNvPr id="3" name="s10_page_1"/>
          <p:cNvSpPr txBox="1"/>
          <p:nvPr/>
        </p:nvSpPr>
        <p:spPr>
          <a:xfrm>
            <a:off x="411480" y="384048"/>
            <a:ext cx="1143000" cy="457200"/>
          </a:xfrm>
          <a:prstGeom prst="roundRect">
            <a:avLst>
              <a:gd name="adj" fmla="val 50000"/>
            </a:avLst>
          </a:prstGeom>
          <a:solidFill>
            <a:srgbClr val="FFFFFF"/>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1800" b="1" dirty="0">
                <a:solidFill>
                  <a:srgbClr val="7F5CD0"/>
                </a:solidFill>
                <a:latin typeface="Tahoma" pitchFamily="34" charset="0"/>
                <a:ea typeface="Tahoma" pitchFamily="34" charset="-122"/>
                <a:cs typeface="Tahoma" pitchFamily="34" charset="-120"/>
              </a:rPr>
              <a:t>ص ١١١</a:t>
            </a:r>
            <a:endParaRPr lang="ar-SA" sz="1800" dirty="0"/>
          </a:p>
        </p:txBody>
      </p:sp>
      <p:pic>
        <p:nvPicPr>
          <p:cNvPr id="4" name="s10_img_2" descr="الجهاز الهضمي في جسم الإنسان">    </p:cNvPr>
          <p:cNvPicPr>
            <a:picLocks noChangeAspect="1"/>
          </p:cNvPicPr>
          <p:nvPr/>
        </p:nvPicPr>
        <p:blipFill>
          <a:blip r:embed="rId3"/>
          <a:stretch>
            <a:fillRect/>
          </a:stretch>
        </p:blipFill>
        <p:spPr>
          <a:xfrm>
            <a:off x="4322804" y="1261872"/>
            <a:ext cx="3546088" cy="4846320"/>
          </a:xfrm>
          <a:prstGeom prst="rect">
            <a:avLst/>
          </a:prstGeom>
        </p:spPr>
      </p:pic>
      <p:sp>
        <p:nvSpPr>
          <p:cNvPr id="5" name="s10_card_3"/>
          <p:cNvSpPr/>
          <p:nvPr/>
        </p:nvSpPr>
        <p:spPr>
          <a:xfrm>
            <a:off x="8183880" y="1325880"/>
            <a:ext cx="3429000" cy="749808"/>
          </a:xfrm>
          <a:prstGeom prst="roundRect">
            <a:avLst>
              <a:gd name="adj" fmla="val 34146"/>
            </a:avLst>
          </a:prstGeom>
          <a:solidFill>
            <a:srgbClr val="FFFFFF"/>
          </a:solidFill>
          <a:ln w="31750">
            <a:solidFill>
              <a:srgbClr val="E85D9A"/>
            </a:solidFill>
            <a:prstDash val="solid"/>
          </a:ln>
          <a:effectLst>
            <a:outerShdw sx="100000" sy="100000" kx="0" ky="0" algn="bl" rotWithShape="0" blurRad="127000" dist="50800" dir="5400000">
              <a:srgbClr val="5B3E8E">
                <a:alpha val="20000"/>
              </a:srgbClr>
            </a:outerShdw>
          </a:effectLst>
        </p:spPr>
      </p:sp>
      <p:sp>
        <p:nvSpPr>
          <p:cNvPr id="6" name="s10_txt_4"/>
          <p:cNvSpPr txBox="1"/>
          <p:nvPr/>
        </p:nvSpPr>
        <p:spPr>
          <a:xfrm>
            <a:off x="8257032" y="1344168"/>
            <a:ext cx="3282696" cy="713232"/>
          </a:xfrm>
          <a:prstGeom prst="rect">
            <a:avLst/>
          </a:prstGeom>
          <a:noFill/>
          <a:ln/>
        </p:spPr>
        <p:txBody>
          <a:bodyPr wrap="square" lIns="762" tIns="762" rIns="762" bIns="762" rtlCol="0" anchor="ctr"/>
          <a:lstStyle/>
          <a:p>
            <a:pPr rtl="1" algn="r" indent="0" marL="0">
              <a:lnSpc>
                <a:spcPct val="95000"/>
              </a:lnSpc>
              <a:buNone/>
            </a:pPr>
            <a:r>
              <a:rPr lang="ar-SA" altLang="en-US" sz="2000" b="1" dirty="0">
                <a:solidFill>
                  <a:srgbClr val="E85D9A"/>
                </a:solidFill>
                <a:latin typeface="Tahoma" pitchFamily="34" charset="0"/>
                <a:ea typeface="Tahoma" pitchFamily="34" charset="-122"/>
                <a:cs typeface="Tahoma" pitchFamily="34" charset="-120"/>
              </a:rPr>
              <a:t>الفم</a:t>
            </a:r>
            <a:endParaRPr lang="ar-SA" sz="1600" dirty="0"/>
          </a:p>
          <a:p>
            <a:pPr rtl="1" algn="r" indent="0" marL="0">
              <a:lnSpc>
                <a:spcPct val="95000"/>
              </a:lnSpc>
              <a:buNone/>
            </a:pPr>
            <a:r>
              <a:rPr lang="ar-SA" altLang="en-US" sz="1600" dirty="0">
                <a:solidFill>
                  <a:srgbClr val="3B2A5A"/>
                </a:solidFill>
                <a:latin typeface="Tahoma" pitchFamily="34" charset="0"/>
                <a:ea typeface="Tahoma" pitchFamily="34" charset="-122"/>
                <a:cs typeface="Tahoma" pitchFamily="34" charset="-120"/>
              </a:rPr>
              <a:t>تقطع الأسنانُ الطعامَ ويبلّله اللعاب</a:t>
            </a:r>
            <a:endParaRPr lang="ar-SA" sz="1600" dirty="0"/>
          </a:p>
        </p:txBody>
      </p:sp>
      <p:sp>
        <p:nvSpPr>
          <p:cNvPr id="7" name="s10_line_5"/>
          <p:cNvSpPr/>
          <p:nvPr/>
        </p:nvSpPr>
        <p:spPr>
          <a:xfrm flipV="1">
            <a:off x="6095848" y="1700784"/>
            <a:ext cx="2088032" cy="553993"/>
          </a:xfrm>
          <a:prstGeom prst="line">
            <a:avLst/>
          </a:prstGeom>
          <a:noFill/>
          <a:ln w="31750">
            <a:solidFill>
              <a:srgbClr val="E85D9A"/>
            </a:solidFill>
            <a:prstDash val="dash"/>
          </a:ln>
        </p:spPr>
      </p:sp>
      <p:sp>
        <p:nvSpPr>
          <p:cNvPr id="8" name="s10_circ_6"/>
          <p:cNvSpPr/>
          <p:nvPr/>
        </p:nvSpPr>
        <p:spPr>
          <a:xfrm>
            <a:off x="6031840" y="2190769"/>
            <a:ext cx="128016" cy="128016"/>
          </a:xfrm>
          <a:prstGeom prst="ellipse">
            <a:avLst/>
          </a:prstGeom>
          <a:solidFill>
            <a:srgbClr val="E85D9A"/>
          </a:solidFill>
          <a:ln w="19050">
            <a:solidFill>
              <a:srgbClr val="FFFFFF"/>
            </a:solidFill>
            <a:prstDash val="solid"/>
          </a:ln>
        </p:spPr>
      </p:sp>
      <p:sp>
        <p:nvSpPr>
          <p:cNvPr id="9" name="s10_card_7"/>
          <p:cNvSpPr/>
          <p:nvPr/>
        </p:nvSpPr>
        <p:spPr>
          <a:xfrm>
            <a:off x="8183880" y="2148840"/>
            <a:ext cx="3429000" cy="749808"/>
          </a:xfrm>
          <a:prstGeom prst="roundRect">
            <a:avLst>
              <a:gd name="adj" fmla="val 34146"/>
            </a:avLst>
          </a:prstGeom>
          <a:solidFill>
            <a:srgbClr val="FFFFFF"/>
          </a:solidFill>
          <a:ln w="31750">
            <a:solidFill>
              <a:srgbClr val="E2731F"/>
            </a:solidFill>
            <a:prstDash val="solid"/>
          </a:ln>
          <a:effectLst>
            <a:outerShdw sx="100000" sy="100000" kx="0" ky="0" algn="bl" rotWithShape="0" blurRad="127000" dist="50800" dir="5400000">
              <a:srgbClr val="5B3E8E">
                <a:alpha val="20000"/>
              </a:srgbClr>
            </a:outerShdw>
          </a:effectLst>
        </p:spPr>
      </p:sp>
      <p:sp>
        <p:nvSpPr>
          <p:cNvPr id="10" name="s10_txt_8"/>
          <p:cNvSpPr txBox="1"/>
          <p:nvPr/>
        </p:nvSpPr>
        <p:spPr>
          <a:xfrm>
            <a:off x="8257032" y="2167128"/>
            <a:ext cx="3282696" cy="713232"/>
          </a:xfrm>
          <a:prstGeom prst="rect">
            <a:avLst/>
          </a:prstGeom>
          <a:noFill/>
          <a:ln/>
        </p:spPr>
        <p:txBody>
          <a:bodyPr wrap="square" lIns="762" tIns="762" rIns="762" bIns="762" rtlCol="0" anchor="ctr"/>
          <a:lstStyle/>
          <a:p>
            <a:pPr rtl="1" algn="r" indent="0" marL="0">
              <a:lnSpc>
                <a:spcPct val="95000"/>
              </a:lnSpc>
              <a:buNone/>
            </a:pPr>
            <a:r>
              <a:rPr lang="ar-SA" altLang="en-US" sz="2000" b="1" dirty="0">
                <a:solidFill>
                  <a:srgbClr val="E2731F"/>
                </a:solidFill>
                <a:latin typeface="Tahoma" pitchFamily="34" charset="0"/>
                <a:ea typeface="Tahoma" pitchFamily="34" charset="-122"/>
                <a:cs typeface="Tahoma" pitchFamily="34" charset="-120"/>
              </a:rPr>
              <a:t>المريء</a:t>
            </a:r>
            <a:endParaRPr lang="ar-SA" sz="1600" dirty="0"/>
          </a:p>
          <a:p>
            <a:pPr rtl="1" algn="r" indent="0" marL="0">
              <a:lnSpc>
                <a:spcPct val="95000"/>
              </a:lnSpc>
              <a:buNone/>
            </a:pPr>
            <a:r>
              <a:rPr lang="ar-SA" altLang="en-US" sz="1600" dirty="0">
                <a:solidFill>
                  <a:srgbClr val="3B2A5A"/>
                </a:solidFill>
                <a:latin typeface="Tahoma" pitchFamily="34" charset="0"/>
                <a:ea typeface="Tahoma" pitchFamily="34" charset="-122"/>
                <a:cs typeface="Tahoma" pitchFamily="34" charset="-120"/>
              </a:rPr>
              <a:t>أنبوب ينقل الطعام إلى المعدة</a:t>
            </a:r>
            <a:endParaRPr lang="ar-SA" sz="1600" dirty="0"/>
          </a:p>
        </p:txBody>
      </p:sp>
      <p:sp>
        <p:nvSpPr>
          <p:cNvPr id="11" name="s10_line_9"/>
          <p:cNvSpPr/>
          <p:nvPr/>
        </p:nvSpPr>
        <p:spPr>
          <a:xfrm flipV="1">
            <a:off x="6119488" y="2523744"/>
            <a:ext cx="2064392" cy="286586"/>
          </a:xfrm>
          <a:prstGeom prst="line">
            <a:avLst/>
          </a:prstGeom>
          <a:noFill/>
          <a:ln w="31750">
            <a:solidFill>
              <a:srgbClr val="E2731F"/>
            </a:solidFill>
            <a:prstDash val="dash"/>
          </a:ln>
        </p:spPr>
      </p:sp>
      <p:sp>
        <p:nvSpPr>
          <p:cNvPr id="12" name="s10_circ_10"/>
          <p:cNvSpPr/>
          <p:nvPr/>
        </p:nvSpPr>
        <p:spPr>
          <a:xfrm>
            <a:off x="6055480" y="2746322"/>
            <a:ext cx="128016" cy="128016"/>
          </a:xfrm>
          <a:prstGeom prst="ellipse">
            <a:avLst/>
          </a:prstGeom>
          <a:solidFill>
            <a:srgbClr val="E2731F"/>
          </a:solidFill>
          <a:ln w="19050">
            <a:solidFill>
              <a:srgbClr val="FFFFFF"/>
            </a:solidFill>
            <a:prstDash val="solid"/>
          </a:ln>
        </p:spPr>
      </p:sp>
      <p:sp>
        <p:nvSpPr>
          <p:cNvPr id="13" name="s10_card_11"/>
          <p:cNvSpPr/>
          <p:nvPr/>
        </p:nvSpPr>
        <p:spPr>
          <a:xfrm>
            <a:off x="8183880" y="2971800"/>
            <a:ext cx="3429000" cy="749808"/>
          </a:xfrm>
          <a:prstGeom prst="roundRect">
            <a:avLst>
              <a:gd name="adj" fmla="val 34146"/>
            </a:avLst>
          </a:prstGeom>
          <a:solidFill>
            <a:srgbClr val="FFFFFF"/>
          </a:solidFill>
          <a:ln w="31750">
            <a:solidFill>
              <a:srgbClr val="E85D9A"/>
            </a:solidFill>
            <a:prstDash val="solid"/>
          </a:ln>
          <a:effectLst>
            <a:outerShdw sx="100000" sy="100000" kx="0" ky="0" algn="bl" rotWithShape="0" blurRad="127000" dist="50800" dir="5400000">
              <a:srgbClr val="5B3E8E">
                <a:alpha val="20000"/>
              </a:srgbClr>
            </a:outerShdw>
          </a:effectLst>
        </p:spPr>
      </p:sp>
      <p:sp>
        <p:nvSpPr>
          <p:cNvPr id="14" name="s10_txt_12"/>
          <p:cNvSpPr txBox="1"/>
          <p:nvPr/>
        </p:nvSpPr>
        <p:spPr>
          <a:xfrm>
            <a:off x="8257032" y="2990088"/>
            <a:ext cx="3282696" cy="713232"/>
          </a:xfrm>
          <a:prstGeom prst="rect">
            <a:avLst/>
          </a:prstGeom>
          <a:noFill/>
          <a:ln/>
        </p:spPr>
        <p:txBody>
          <a:bodyPr wrap="square" lIns="762" tIns="762" rIns="762" bIns="762" rtlCol="0" anchor="ctr"/>
          <a:lstStyle/>
          <a:p>
            <a:pPr rtl="1" algn="r" indent="0" marL="0">
              <a:lnSpc>
                <a:spcPct val="95000"/>
              </a:lnSpc>
              <a:buNone/>
            </a:pPr>
            <a:r>
              <a:rPr lang="ar-SA" altLang="en-US" sz="2000" b="1" dirty="0">
                <a:solidFill>
                  <a:srgbClr val="E85D9A"/>
                </a:solidFill>
                <a:latin typeface="Tahoma" pitchFamily="34" charset="0"/>
                <a:ea typeface="Tahoma" pitchFamily="34" charset="-122"/>
                <a:cs typeface="Tahoma" pitchFamily="34" charset="-120"/>
              </a:rPr>
              <a:t>المعدة</a:t>
            </a:r>
            <a:endParaRPr lang="ar-SA" sz="1600" dirty="0"/>
          </a:p>
          <a:p>
            <a:pPr rtl="1" algn="r" indent="0" marL="0">
              <a:lnSpc>
                <a:spcPct val="95000"/>
              </a:lnSpc>
              <a:buNone/>
            </a:pPr>
            <a:r>
              <a:rPr lang="ar-SA" altLang="en-US" sz="1600" dirty="0">
                <a:solidFill>
                  <a:srgbClr val="3B2A5A"/>
                </a:solidFill>
                <a:latin typeface="Tahoma" pitchFamily="34" charset="0"/>
                <a:ea typeface="Tahoma" pitchFamily="34" charset="-122"/>
                <a:cs typeface="Tahoma" pitchFamily="34" charset="-120"/>
              </a:rPr>
              <a:t>تهرس الطعام وتخلطه بالعصارات</a:t>
            </a:r>
            <a:endParaRPr lang="ar-SA" sz="1600" dirty="0"/>
          </a:p>
        </p:txBody>
      </p:sp>
      <p:sp>
        <p:nvSpPr>
          <p:cNvPr id="15" name="s10_line_13"/>
          <p:cNvSpPr/>
          <p:nvPr/>
        </p:nvSpPr>
        <p:spPr>
          <a:xfrm flipV="1">
            <a:off x="6521378" y="3346704"/>
            <a:ext cx="1662502" cy="190574"/>
          </a:xfrm>
          <a:prstGeom prst="line">
            <a:avLst/>
          </a:prstGeom>
          <a:noFill/>
          <a:ln w="31750">
            <a:solidFill>
              <a:srgbClr val="E85D9A"/>
            </a:solidFill>
            <a:prstDash val="dash"/>
          </a:ln>
        </p:spPr>
      </p:sp>
      <p:sp>
        <p:nvSpPr>
          <p:cNvPr id="16" name="s10_circ_14"/>
          <p:cNvSpPr/>
          <p:nvPr/>
        </p:nvSpPr>
        <p:spPr>
          <a:xfrm>
            <a:off x="6457370" y="3473270"/>
            <a:ext cx="128016" cy="128016"/>
          </a:xfrm>
          <a:prstGeom prst="ellipse">
            <a:avLst/>
          </a:prstGeom>
          <a:solidFill>
            <a:srgbClr val="E85D9A"/>
          </a:solidFill>
          <a:ln w="19050">
            <a:solidFill>
              <a:srgbClr val="FFFFFF"/>
            </a:solidFill>
            <a:prstDash val="solid"/>
          </a:ln>
        </p:spPr>
      </p:sp>
      <p:sp>
        <p:nvSpPr>
          <p:cNvPr id="17" name="s10_card_15"/>
          <p:cNvSpPr/>
          <p:nvPr/>
        </p:nvSpPr>
        <p:spPr>
          <a:xfrm>
            <a:off x="548640" y="2011680"/>
            <a:ext cx="3429000" cy="749808"/>
          </a:xfrm>
          <a:prstGeom prst="roundRect">
            <a:avLst>
              <a:gd name="adj" fmla="val 34146"/>
            </a:avLst>
          </a:prstGeom>
          <a:solidFill>
            <a:srgbClr val="FFFFFF"/>
          </a:solidFill>
          <a:ln w="31750">
            <a:solidFill>
              <a:srgbClr val="B85A50"/>
            </a:solidFill>
            <a:prstDash val="solid"/>
          </a:ln>
          <a:effectLst>
            <a:outerShdw sx="100000" sy="100000" kx="0" ky="0" algn="bl" rotWithShape="0" blurRad="127000" dist="50800" dir="5400000">
              <a:srgbClr val="5B3E8E">
                <a:alpha val="20000"/>
              </a:srgbClr>
            </a:outerShdw>
          </a:effectLst>
        </p:spPr>
      </p:sp>
      <p:sp>
        <p:nvSpPr>
          <p:cNvPr id="18" name="s10_txt_16"/>
          <p:cNvSpPr txBox="1"/>
          <p:nvPr/>
        </p:nvSpPr>
        <p:spPr>
          <a:xfrm>
            <a:off x="621792" y="2029968"/>
            <a:ext cx="3282696" cy="713232"/>
          </a:xfrm>
          <a:prstGeom prst="rect">
            <a:avLst/>
          </a:prstGeom>
          <a:noFill/>
          <a:ln/>
        </p:spPr>
        <p:txBody>
          <a:bodyPr wrap="square" lIns="762" tIns="762" rIns="762" bIns="762" rtlCol="0" anchor="ctr"/>
          <a:lstStyle/>
          <a:p>
            <a:pPr rtl="1" algn="r" indent="0" marL="0">
              <a:lnSpc>
                <a:spcPct val="95000"/>
              </a:lnSpc>
              <a:buNone/>
            </a:pPr>
            <a:r>
              <a:rPr lang="ar-SA" altLang="en-US" sz="2000" b="1" dirty="0">
                <a:solidFill>
                  <a:srgbClr val="B85A50"/>
                </a:solidFill>
                <a:latin typeface="Tahoma" pitchFamily="34" charset="0"/>
                <a:ea typeface="Tahoma" pitchFamily="34" charset="-122"/>
                <a:cs typeface="Tahoma" pitchFamily="34" charset="-120"/>
              </a:rPr>
              <a:t>الكبد</a:t>
            </a:r>
            <a:endParaRPr lang="ar-SA" sz="1600" dirty="0"/>
          </a:p>
          <a:p>
            <a:pPr rtl="1" algn="r" indent="0" marL="0">
              <a:lnSpc>
                <a:spcPct val="95000"/>
              </a:lnSpc>
              <a:buNone/>
            </a:pPr>
            <a:r>
              <a:rPr lang="ar-SA" altLang="en-US" sz="1600" dirty="0">
                <a:solidFill>
                  <a:srgbClr val="3B2A5A"/>
                </a:solidFill>
                <a:latin typeface="Tahoma" pitchFamily="34" charset="0"/>
                <a:ea typeface="Tahoma" pitchFamily="34" charset="-122"/>
                <a:cs typeface="Tahoma" pitchFamily="34" charset="-120"/>
              </a:rPr>
              <a:t>يفرز العصارة الصفراوية لهضم الدهون</a:t>
            </a:r>
            <a:endParaRPr lang="ar-SA" sz="1600" dirty="0"/>
          </a:p>
        </p:txBody>
      </p:sp>
      <p:sp>
        <p:nvSpPr>
          <p:cNvPr id="19" name="s10_line_17"/>
          <p:cNvSpPr/>
          <p:nvPr/>
        </p:nvSpPr>
        <p:spPr>
          <a:xfrm>
            <a:off x="3977640" y="2386584"/>
            <a:ext cx="1615845" cy="943839"/>
          </a:xfrm>
          <a:prstGeom prst="line">
            <a:avLst/>
          </a:prstGeom>
          <a:noFill/>
          <a:ln w="31750">
            <a:solidFill>
              <a:srgbClr val="B85A50"/>
            </a:solidFill>
            <a:prstDash val="dash"/>
          </a:ln>
        </p:spPr>
      </p:sp>
      <p:sp>
        <p:nvSpPr>
          <p:cNvPr id="20" name="s10_circ_18"/>
          <p:cNvSpPr/>
          <p:nvPr/>
        </p:nvSpPr>
        <p:spPr>
          <a:xfrm>
            <a:off x="5529477" y="3266415"/>
            <a:ext cx="128016" cy="128016"/>
          </a:xfrm>
          <a:prstGeom prst="ellipse">
            <a:avLst/>
          </a:prstGeom>
          <a:solidFill>
            <a:srgbClr val="B85A50"/>
          </a:solidFill>
          <a:ln w="19050">
            <a:solidFill>
              <a:srgbClr val="FFFFFF"/>
            </a:solidFill>
            <a:prstDash val="solid"/>
          </a:ln>
        </p:spPr>
      </p:sp>
      <p:sp>
        <p:nvSpPr>
          <p:cNvPr id="21" name="s10_card_19"/>
          <p:cNvSpPr/>
          <p:nvPr/>
        </p:nvSpPr>
        <p:spPr>
          <a:xfrm>
            <a:off x="8183880" y="3794760"/>
            <a:ext cx="3429000" cy="749808"/>
          </a:xfrm>
          <a:prstGeom prst="roundRect">
            <a:avLst>
              <a:gd name="adj" fmla="val 34146"/>
            </a:avLst>
          </a:prstGeom>
          <a:solidFill>
            <a:srgbClr val="FFFFFF"/>
          </a:solidFill>
          <a:ln w="31750">
            <a:solidFill>
              <a:srgbClr val="D99400"/>
            </a:solidFill>
            <a:prstDash val="solid"/>
          </a:ln>
          <a:effectLst>
            <a:outerShdw sx="100000" sy="100000" kx="0" ky="0" algn="bl" rotWithShape="0" blurRad="127000" dist="50800" dir="5400000">
              <a:srgbClr val="5B3E8E">
                <a:alpha val="20000"/>
              </a:srgbClr>
            </a:outerShdw>
          </a:effectLst>
        </p:spPr>
      </p:sp>
      <p:sp>
        <p:nvSpPr>
          <p:cNvPr id="22" name="s10_txt_20"/>
          <p:cNvSpPr txBox="1"/>
          <p:nvPr/>
        </p:nvSpPr>
        <p:spPr>
          <a:xfrm>
            <a:off x="8257032" y="3813048"/>
            <a:ext cx="3282696" cy="713232"/>
          </a:xfrm>
          <a:prstGeom prst="rect">
            <a:avLst/>
          </a:prstGeom>
          <a:noFill/>
          <a:ln/>
        </p:spPr>
        <p:txBody>
          <a:bodyPr wrap="square" lIns="762" tIns="762" rIns="762" bIns="762" rtlCol="0" anchor="ctr"/>
          <a:lstStyle/>
          <a:p>
            <a:pPr rtl="1" algn="r" indent="0" marL="0">
              <a:lnSpc>
                <a:spcPct val="95000"/>
              </a:lnSpc>
              <a:buNone/>
            </a:pPr>
            <a:r>
              <a:rPr lang="ar-SA" altLang="en-US" sz="2000" b="1" dirty="0">
                <a:solidFill>
                  <a:srgbClr val="D99400"/>
                </a:solidFill>
                <a:latin typeface="Tahoma" pitchFamily="34" charset="0"/>
                <a:ea typeface="Tahoma" pitchFamily="34" charset="-122"/>
                <a:cs typeface="Tahoma" pitchFamily="34" charset="-120"/>
              </a:rPr>
              <a:t>البنكرياس</a:t>
            </a:r>
            <a:endParaRPr lang="ar-SA" sz="1600" dirty="0"/>
          </a:p>
          <a:p>
            <a:pPr rtl="1" algn="r" indent="0" marL="0">
              <a:lnSpc>
                <a:spcPct val="95000"/>
              </a:lnSpc>
              <a:buNone/>
            </a:pPr>
            <a:r>
              <a:rPr lang="ar-SA" altLang="en-US" sz="1600" dirty="0">
                <a:solidFill>
                  <a:srgbClr val="3B2A5A"/>
                </a:solidFill>
                <a:latin typeface="Tahoma" pitchFamily="34" charset="0"/>
                <a:ea typeface="Tahoma" pitchFamily="34" charset="-122"/>
                <a:cs typeface="Tahoma" pitchFamily="34" charset="-120"/>
              </a:rPr>
              <a:t>يفرز عصارات تساعد على الهضم</a:t>
            </a:r>
            <a:endParaRPr lang="ar-SA" sz="1600" dirty="0"/>
          </a:p>
        </p:txBody>
      </p:sp>
      <p:sp>
        <p:nvSpPr>
          <p:cNvPr id="23" name="s10_line_21"/>
          <p:cNvSpPr/>
          <p:nvPr/>
        </p:nvSpPr>
        <p:spPr>
          <a:xfrm>
            <a:off x="6202230" y="3956899"/>
            <a:ext cx="1981650" cy="212765"/>
          </a:xfrm>
          <a:prstGeom prst="line">
            <a:avLst/>
          </a:prstGeom>
          <a:noFill/>
          <a:ln w="31750">
            <a:solidFill>
              <a:srgbClr val="D99400"/>
            </a:solidFill>
            <a:prstDash val="dash"/>
          </a:ln>
        </p:spPr>
      </p:sp>
      <p:sp>
        <p:nvSpPr>
          <p:cNvPr id="24" name="s10_circ_22"/>
          <p:cNvSpPr/>
          <p:nvPr/>
        </p:nvSpPr>
        <p:spPr>
          <a:xfrm>
            <a:off x="6138222" y="3892891"/>
            <a:ext cx="128016" cy="128016"/>
          </a:xfrm>
          <a:prstGeom prst="ellipse">
            <a:avLst/>
          </a:prstGeom>
          <a:solidFill>
            <a:srgbClr val="D99400"/>
          </a:solidFill>
          <a:ln w="19050">
            <a:solidFill>
              <a:srgbClr val="FFFFFF"/>
            </a:solidFill>
            <a:prstDash val="solid"/>
          </a:ln>
        </p:spPr>
      </p:sp>
      <p:sp>
        <p:nvSpPr>
          <p:cNvPr id="25" name="s10_card_23"/>
          <p:cNvSpPr/>
          <p:nvPr/>
        </p:nvSpPr>
        <p:spPr>
          <a:xfrm>
            <a:off x="8183880" y="4617720"/>
            <a:ext cx="3429000" cy="749808"/>
          </a:xfrm>
          <a:prstGeom prst="roundRect">
            <a:avLst>
              <a:gd name="adj" fmla="val 34146"/>
            </a:avLst>
          </a:prstGeom>
          <a:solidFill>
            <a:srgbClr val="FFFFFF"/>
          </a:solidFill>
          <a:ln w="31750">
            <a:solidFill>
              <a:srgbClr val="E2731F"/>
            </a:solidFill>
            <a:prstDash val="solid"/>
          </a:ln>
          <a:effectLst>
            <a:outerShdw sx="100000" sy="100000" kx="0" ky="0" algn="bl" rotWithShape="0" blurRad="127000" dist="50800" dir="5400000">
              <a:srgbClr val="5B3E8E">
                <a:alpha val="20000"/>
              </a:srgbClr>
            </a:outerShdw>
          </a:effectLst>
        </p:spPr>
      </p:sp>
      <p:sp>
        <p:nvSpPr>
          <p:cNvPr id="26" name="s10_txt_24"/>
          <p:cNvSpPr txBox="1"/>
          <p:nvPr/>
        </p:nvSpPr>
        <p:spPr>
          <a:xfrm>
            <a:off x="8257032" y="4636008"/>
            <a:ext cx="3282696" cy="713232"/>
          </a:xfrm>
          <a:prstGeom prst="rect">
            <a:avLst/>
          </a:prstGeom>
          <a:noFill/>
          <a:ln/>
        </p:spPr>
        <p:txBody>
          <a:bodyPr wrap="square" lIns="762" tIns="762" rIns="762" bIns="762" rtlCol="0" anchor="ctr"/>
          <a:lstStyle/>
          <a:p>
            <a:pPr rtl="1" algn="r" indent="0" marL="0">
              <a:lnSpc>
                <a:spcPct val="95000"/>
              </a:lnSpc>
              <a:buNone/>
            </a:pPr>
            <a:r>
              <a:rPr lang="ar-SA" altLang="en-US" sz="2000" b="1" dirty="0">
                <a:solidFill>
                  <a:srgbClr val="E2731F"/>
                </a:solidFill>
                <a:latin typeface="Tahoma" pitchFamily="34" charset="0"/>
                <a:ea typeface="Tahoma" pitchFamily="34" charset="-122"/>
                <a:cs typeface="Tahoma" pitchFamily="34" charset="-120"/>
              </a:rPr>
              <a:t>الأمعاء الدقيقة</a:t>
            </a:r>
            <a:endParaRPr lang="ar-SA" sz="1600" dirty="0"/>
          </a:p>
          <a:p>
            <a:pPr rtl="1" algn="r" indent="0" marL="0">
              <a:lnSpc>
                <a:spcPct val="95000"/>
              </a:lnSpc>
              <a:buNone/>
            </a:pPr>
            <a:r>
              <a:rPr lang="ar-SA" altLang="en-US" sz="1600" dirty="0">
                <a:solidFill>
                  <a:srgbClr val="3B2A5A"/>
                </a:solidFill>
                <a:latin typeface="Tahoma" pitchFamily="34" charset="0"/>
                <a:ea typeface="Tahoma" pitchFamily="34" charset="-122"/>
                <a:cs typeface="Tahoma" pitchFamily="34" charset="-120"/>
              </a:rPr>
              <a:t>يكتمل فيها الهضم ويُمتص الغذاء</a:t>
            </a:r>
            <a:endParaRPr lang="ar-SA" sz="1600" dirty="0"/>
          </a:p>
        </p:txBody>
      </p:sp>
      <p:sp>
        <p:nvSpPr>
          <p:cNvPr id="27" name="s10_line_25"/>
          <p:cNvSpPr/>
          <p:nvPr/>
        </p:nvSpPr>
        <p:spPr>
          <a:xfrm>
            <a:off x="6095848" y="4748858"/>
            <a:ext cx="2088032" cy="243766"/>
          </a:xfrm>
          <a:prstGeom prst="line">
            <a:avLst/>
          </a:prstGeom>
          <a:noFill/>
          <a:ln w="31750">
            <a:solidFill>
              <a:srgbClr val="E2731F"/>
            </a:solidFill>
            <a:prstDash val="dash"/>
          </a:ln>
        </p:spPr>
      </p:sp>
      <p:sp>
        <p:nvSpPr>
          <p:cNvPr id="28" name="s10_circ_26"/>
          <p:cNvSpPr/>
          <p:nvPr/>
        </p:nvSpPr>
        <p:spPr>
          <a:xfrm>
            <a:off x="6031840" y="4684850"/>
            <a:ext cx="128016" cy="128016"/>
          </a:xfrm>
          <a:prstGeom prst="ellipse">
            <a:avLst/>
          </a:prstGeom>
          <a:solidFill>
            <a:srgbClr val="E2731F"/>
          </a:solidFill>
          <a:ln w="19050">
            <a:solidFill>
              <a:srgbClr val="FFFFFF"/>
            </a:solidFill>
            <a:prstDash val="solid"/>
          </a:ln>
        </p:spPr>
      </p:sp>
      <p:sp>
        <p:nvSpPr>
          <p:cNvPr id="29" name="s10_card_27"/>
          <p:cNvSpPr/>
          <p:nvPr/>
        </p:nvSpPr>
        <p:spPr>
          <a:xfrm>
            <a:off x="548640" y="3246120"/>
            <a:ext cx="3429000" cy="749808"/>
          </a:xfrm>
          <a:prstGeom prst="roundRect">
            <a:avLst>
              <a:gd name="adj" fmla="val 34146"/>
            </a:avLst>
          </a:prstGeom>
          <a:solidFill>
            <a:srgbClr val="FFFFFF"/>
          </a:solidFill>
          <a:ln w="31750">
            <a:solidFill>
              <a:srgbClr val="7F5CD0"/>
            </a:solidFill>
            <a:prstDash val="solid"/>
          </a:ln>
          <a:effectLst>
            <a:outerShdw sx="100000" sy="100000" kx="0" ky="0" algn="bl" rotWithShape="0" blurRad="127000" dist="50800" dir="5400000">
              <a:srgbClr val="5B3E8E">
                <a:alpha val="20000"/>
              </a:srgbClr>
            </a:outerShdw>
          </a:effectLst>
        </p:spPr>
      </p:sp>
      <p:sp>
        <p:nvSpPr>
          <p:cNvPr id="30" name="s10_txt_28"/>
          <p:cNvSpPr txBox="1"/>
          <p:nvPr/>
        </p:nvSpPr>
        <p:spPr>
          <a:xfrm>
            <a:off x="621792" y="3264408"/>
            <a:ext cx="3282696" cy="713232"/>
          </a:xfrm>
          <a:prstGeom prst="rect">
            <a:avLst/>
          </a:prstGeom>
          <a:noFill/>
          <a:ln/>
        </p:spPr>
        <p:txBody>
          <a:bodyPr wrap="square" lIns="762" tIns="762" rIns="762" bIns="762" rtlCol="0" anchor="ctr"/>
          <a:lstStyle/>
          <a:p>
            <a:pPr rtl="1" algn="r" indent="0" marL="0">
              <a:lnSpc>
                <a:spcPct val="95000"/>
              </a:lnSpc>
              <a:buNone/>
            </a:pPr>
            <a:r>
              <a:rPr lang="ar-SA" altLang="en-US" sz="2000" b="1" dirty="0">
                <a:solidFill>
                  <a:srgbClr val="7F5CD0"/>
                </a:solidFill>
                <a:latin typeface="Tahoma" pitchFamily="34" charset="0"/>
                <a:ea typeface="Tahoma" pitchFamily="34" charset="-122"/>
                <a:cs typeface="Tahoma" pitchFamily="34" charset="-120"/>
              </a:rPr>
              <a:t>الأمعاء الغليظة</a:t>
            </a:r>
            <a:endParaRPr lang="ar-SA" sz="1600" dirty="0"/>
          </a:p>
          <a:p>
            <a:pPr rtl="1" algn="r" indent="0" marL="0">
              <a:lnSpc>
                <a:spcPct val="95000"/>
              </a:lnSpc>
              <a:buNone/>
            </a:pPr>
            <a:r>
              <a:rPr lang="ar-SA" altLang="en-US" sz="1600" dirty="0">
                <a:solidFill>
                  <a:srgbClr val="3B2A5A"/>
                </a:solidFill>
                <a:latin typeface="Tahoma" pitchFamily="34" charset="0"/>
                <a:ea typeface="Tahoma" pitchFamily="34" charset="-122"/>
                <a:cs typeface="Tahoma" pitchFamily="34" charset="-120"/>
              </a:rPr>
              <a:t>تمتص الماء من بقايا الغذاء</a:t>
            </a:r>
            <a:endParaRPr lang="ar-SA" sz="1600" dirty="0"/>
          </a:p>
        </p:txBody>
      </p:sp>
      <p:sp>
        <p:nvSpPr>
          <p:cNvPr id="31" name="s10_line_29"/>
          <p:cNvSpPr/>
          <p:nvPr/>
        </p:nvSpPr>
        <p:spPr>
          <a:xfrm>
            <a:off x="3977640" y="3621024"/>
            <a:ext cx="1338068" cy="950530"/>
          </a:xfrm>
          <a:prstGeom prst="line">
            <a:avLst/>
          </a:prstGeom>
          <a:noFill/>
          <a:ln w="31750">
            <a:solidFill>
              <a:srgbClr val="7F5CD0"/>
            </a:solidFill>
            <a:prstDash val="dash"/>
          </a:ln>
        </p:spPr>
      </p:sp>
      <p:sp>
        <p:nvSpPr>
          <p:cNvPr id="32" name="s10_circ_30"/>
          <p:cNvSpPr/>
          <p:nvPr/>
        </p:nvSpPr>
        <p:spPr>
          <a:xfrm>
            <a:off x="5251700" y="4507546"/>
            <a:ext cx="128016" cy="128016"/>
          </a:xfrm>
          <a:prstGeom prst="ellipse">
            <a:avLst/>
          </a:prstGeom>
          <a:solidFill>
            <a:srgbClr val="7F5CD0"/>
          </a:solidFill>
          <a:ln w="19050">
            <a:solidFill>
              <a:srgbClr val="FFFFFF"/>
            </a:solidFill>
            <a:prstDash val="solid"/>
          </a:ln>
        </p:spPr>
      </p:sp>
      <p:sp>
        <p:nvSpPr>
          <p:cNvPr id="33" name="s10_card_31"/>
          <p:cNvSpPr/>
          <p:nvPr/>
        </p:nvSpPr>
        <p:spPr>
          <a:xfrm>
            <a:off x="548640" y="4480560"/>
            <a:ext cx="3429000" cy="749808"/>
          </a:xfrm>
          <a:prstGeom prst="roundRect">
            <a:avLst>
              <a:gd name="adj" fmla="val 34146"/>
            </a:avLst>
          </a:prstGeom>
          <a:solidFill>
            <a:srgbClr val="FFFFFF"/>
          </a:solidFill>
          <a:ln w="31750">
            <a:solidFill>
              <a:srgbClr val="7F5CD0"/>
            </a:solidFill>
            <a:prstDash val="solid"/>
          </a:ln>
          <a:effectLst>
            <a:outerShdw sx="100000" sy="100000" kx="0" ky="0" algn="bl" rotWithShape="0" blurRad="127000" dist="50800" dir="5400000">
              <a:srgbClr val="5B3E8E">
                <a:alpha val="20000"/>
              </a:srgbClr>
            </a:outerShdw>
          </a:effectLst>
        </p:spPr>
      </p:sp>
      <p:sp>
        <p:nvSpPr>
          <p:cNvPr id="34" name="s10_txt_32"/>
          <p:cNvSpPr txBox="1"/>
          <p:nvPr/>
        </p:nvSpPr>
        <p:spPr>
          <a:xfrm>
            <a:off x="621792" y="4498848"/>
            <a:ext cx="3282696" cy="713232"/>
          </a:xfrm>
          <a:prstGeom prst="rect">
            <a:avLst/>
          </a:prstGeom>
          <a:noFill/>
          <a:ln/>
        </p:spPr>
        <p:txBody>
          <a:bodyPr wrap="square" lIns="762" tIns="762" rIns="762" bIns="762" rtlCol="0" anchor="ctr"/>
          <a:lstStyle/>
          <a:p>
            <a:pPr rtl="1" algn="r" indent="0" marL="0">
              <a:lnSpc>
                <a:spcPct val="95000"/>
              </a:lnSpc>
              <a:buNone/>
            </a:pPr>
            <a:r>
              <a:rPr lang="ar-SA" altLang="en-US" sz="2000" b="1" dirty="0">
                <a:solidFill>
                  <a:srgbClr val="7F5CD0"/>
                </a:solidFill>
                <a:latin typeface="Tahoma" pitchFamily="34" charset="0"/>
                <a:ea typeface="Tahoma" pitchFamily="34" charset="-122"/>
                <a:cs typeface="Tahoma" pitchFamily="34" charset="-120"/>
              </a:rPr>
              <a:t>المستقيم والشرج</a:t>
            </a:r>
            <a:endParaRPr lang="ar-SA" sz="1600" dirty="0"/>
          </a:p>
          <a:p>
            <a:pPr rtl="1" algn="r" indent="0" marL="0">
              <a:lnSpc>
                <a:spcPct val="95000"/>
              </a:lnSpc>
              <a:buNone/>
            </a:pPr>
            <a:r>
              <a:rPr lang="ar-SA" altLang="en-US" sz="1600" dirty="0">
                <a:solidFill>
                  <a:srgbClr val="3B2A5A"/>
                </a:solidFill>
                <a:latin typeface="Tahoma" pitchFamily="34" charset="0"/>
                <a:ea typeface="Tahoma" pitchFamily="34" charset="-122"/>
                <a:cs typeface="Tahoma" pitchFamily="34" charset="-120"/>
              </a:rPr>
              <a:t>تُخزَّن الفضلات ثم تخرج من الجسم</a:t>
            </a:r>
            <a:endParaRPr lang="ar-SA" sz="1600" dirty="0"/>
          </a:p>
        </p:txBody>
      </p:sp>
      <p:sp>
        <p:nvSpPr>
          <p:cNvPr id="35" name="s10_line_33"/>
          <p:cNvSpPr/>
          <p:nvPr/>
        </p:nvSpPr>
        <p:spPr>
          <a:xfrm>
            <a:off x="3977640" y="4855464"/>
            <a:ext cx="2118208" cy="791737"/>
          </a:xfrm>
          <a:prstGeom prst="line">
            <a:avLst/>
          </a:prstGeom>
          <a:noFill/>
          <a:ln w="31750">
            <a:solidFill>
              <a:srgbClr val="7F5CD0"/>
            </a:solidFill>
            <a:prstDash val="dash"/>
          </a:ln>
        </p:spPr>
      </p:sp>
      <p:sp>
        <p:nvSpPr>
          <p:cNvPr id="36" name="s10_circ_34"/>
          <p:cNvSpPr/>
          <p:nvPr/>
        </p:nvSpPr>
        <p:spPr>
          <a:xfrm>
            <a:off x="6031840" y="5583193"/>
            <a:ext cx="128016" cy="128016"/>
          </a:xfrm>
          <a:prstGeom prst="ellipse">
            <a:avLst/>
          </a:prstGeom>
          <a:solidFill>
            <a:srgbClr val="7F5CD0"/>
          </a:solidFill>
          <a:ln w="19050">
            <a:solidFill>
              <a:srgbClr val="FFFFFF"/>
            </a:solidFill>
            <a:prstDash val="solid"/>
          </a:ln>
        </p:spPr>
      </p:sp>
      <p:pic>
        <p:nvPicPr>
          <p:cNvPr id="37" name="s10_food" descr="لقمة طعام">    </p:cNvPr>
          <p:cNvPicPr>
            <a:picLocks noChangeAspect="1"/>
          </p:cNvPicPr>
          <p:nvPr/>
        </p:nvPicPr>
        <p:blipFill>
          <a:blip r:embed="rId4"/>
          <a:stretch>
            <a:fillRect/>
          </a:stretch>
        </p:blipFill>
        <p:spPr>
          <a:xfrm>
            <a:off x="5894680" y="2053609"/>
            <a:ext cx="402336" cy="402336"/>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22" presetClass="entr" presetSubtype="2" fill="hold" nodeType="click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wipe(right)">
                                      <p:cBhvr>
                                        <p:cTn id="6" dur="500"/>
                                        <p:tgtEl>
                                          <p:spTgt spid="7"/>
                                        </p:tgtEl>
                                      </p:cBhvr>
                                    </p:animEffect>
                                  </p:childTnLst>
                                </p:cTn>
                              </p:par>
                              <p:par>
                                <p:cTn id="12" presetID="53" presetClass="entr" presetSubtype="16"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 calcmode="lin" valueType="num">
                                      <p:cBhvr>
                                        <p:cTn id="9" dur="500" fill="hold"/>
                                        <p:tgtEl>
                                          <p:spTgt spid="8"/>
                                        </p:tgtEl>
                                        <p:attrNameLst>
                                          <p:attrName>ppt_w</p:attrName>
                                        </p:attrNameLst>
                                      </p:cBhvr>
                                      <p:tavLst>
                                        <p:tav tm="0">
                                          <p:val>
                                            <p:fltVal val="0"/>
                                          </p:val>
                                        </p:tav>
                                        <p:tav tm="100000">
                                          <p:val>
                                            <p:strVal val="#ppt_w"/>
                                          </p:val>
                                        </p:tav>
                                      </p:tavLst>
                                    </p:anim>
                                    <p:anim calcmode="lin" valueType="num">
                                      <p:cBhvr>
                                        <p:cTn id="10" dur="500" fill="hold"/>
                                        <p:tgtEl>
                                          <p:spTgt spid="8"/>
                                        </p:tgtEl>
                                        <p:attrNameLst>
                                          <p:attrName>ppt_h</p:attrName>
                                        </p:attrNameLst>
                                      </p:cBhvr>
                                      <p:tavLst>
                                        <p:tav tm="0">
                                          <p:val>
                                            <p:fltVal val="0"/>
                                          </p:val>
                                        </p:tav>
                                        <p:tav tm="100000">
                                          <p:val>
                                            <p:strVal val="#ppt_h"/>
                                          </p:val>
                                        </p:tav>
                                      </p:tavLst>
                                    </p:anim>
                                    <p:animEffect transition="in" filter="fade">
                                      <p:cBhvr>
                                        <p:cTn id="11" dur="500"/>
                                        <p:tgtEl>
                                          <p:spTgt spid="8"/>
                                        </p:tgtEl>
                                      </p:cBhvr>
                                    </p:animEffect>
                                  </p:childTnLst>
                                </p:cTn>
                              </p:par>
                              <p:par>
                                <p:cTn id="17" presetID="53" presetClass="entr" presetSubtype="16"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par>
                                <p:cTn id="22" presetID="53" presetClass="entr" presetSubtype="16"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7" presetID="22" presetClass="entr" presetSubtype="2"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right)">
                                      <p:cBhvr>
                                        <p:cTn id="26" dur="500"/>
                                        <p:tgtEl>
                                          <p:spTgt spid="11"/>
                                        </p:tgtEl>
                                      </p:cBhvr>
                                    </p:animEffect>
                                  </p:childTnLst>
                                </p:cTn>
                              </p:par>
                              <p:par>
                                <p:cTn id="32" presetID="53" presetClass="entr" presetSubtype="16"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ppt_w</p:attrName>
                                        </p:attrNameLst>
                                      </p:cBhvr>
                                      <p:tavLst>
                                        <p:tav tm="0">
                                          <p:val>
                                            <p:fltVal val="0"/>
                                          </p:val>
                                        </p:tav>
                                        <p:tav tm="100000">
                                          <p:val>
                                            <p:strVal val="#ppt_w"/>
                                          </p:val>
                                        </p:tav>
                                      </p:tavLst>
                                    </p:anim>
                                    <p:anim calcmode="lin" valueType="num">
                                      <p:cBhvr>
                                        <p:cTn id="30" dur="500" fill="hold"/>
                                        <p:tgtEl>
                                          <p:spTgt spid="12"/>
                                        </p:tgtEl>
                                        <p:attrNameLst>
                                          <p:attrName>ppt_h</p:attrName>
                                        </p:attrNameLst>
                                      </p:cBhvr>
                                      <p:tavLst>
                                        <p:tav tm="0">
                                          <p:val>
                                            <p:fltVal val="0"/>
                                          </p:val>
                                        </p:tav>
                                        <p:tav tm="100000">
                                          <p:val>
                                            <p:strVal val="#ppt_h"/>
                                          </p:val>
                                        </p:tav>
                                      </p:tavLst>
                                    </p:anim>
                                    <p:animEffect transition="in" filter="fade">
                                      <p:cBhvr>
                                        <p:cTn id="31" dur="500"/>
                                        <p:tgtEl>
                                          <p:spTgt spid="12"/>
                                        </p:tgtEl>
                                      </p:cBhvr>
                                    </p:animEffect>
                                  </p:childTnLst>
                                </p:cTn>
                              </p:par>
                              <p:par>
                                <p:cTn id="37" presetID="53" presetClass="entr" presetSubtype="16"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animEffect transition="in" filter="fade">
                                      <p:cBhvr>
                                        <p:cTn id="36" dur="500"/>
                                        <p:tgtEl>
                                          <p:spTgt spid="9"/>
                                        </p:tgtEl>
                                      </p:cBhvr>
                                    </p:animEffect>
                                  </p:childTnLst>
                                </p:cTn>
                              </p:par>
                              <p:par>
                                <p:cTn id="42" presetID="53" presetClass="entr" presetSubtype="16"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500" fill="hold"/>
                                        <p:tgtEl>
                                          <p:spTgt spid="10"/>
                                        </p:tgtEl>
                                        <p:attrNameLst>
                                          <p:attrName>ppt_w</p:attrName>
                                        </p:attrNameLst>
                                      </p:cBhvr>
                                      <p:tavLst>
                                        <p:tav tm="0">
                                          <p:val>
                                            <p:fltVal val="0"/>
                                          </p:val>
                                        </p:tav>
                                        <p:tav tm="100000">
                                          <p:val>
                                            <p:strVal val="#ppt_w"/>
                                          </p:val>
                                        </p:tav>
                                      </p:tavLst>
                                    </p:anim>
                                    <p:anim calcmode="lin" valueType="num">
                                      <p:cBhvr>
                                        <p:cTn id="40" dur="500" fill="hold"/>
                                        <p:tgtEl>
                                          <p:spTgt spid="10"/>
                                        </p:tgtEl>
                                        <p:attrNameLst>
                                          <p:attrName>ppt_h</p:attrName>
                                        </p:attrNameLst>
                                      </p:cBhvr>
                                      <p:tavLst>
                                        <p:tav tm="0">
                                          <p:val>
                                            <p:fltVal val="0"/>
                                          </p:val>
                                        </p:tav>
                                        <p:tav tm="100000">
                                          <p:val>
                                            <p:strVal val="#ppt_h"/>
                                          </p:val>
                                        </p:tav>
                                      </p:tavLst>
                                    </p:anim>
                                    <p:animEffect transition="in" filter="fade">
                                      <p:cBhvr>
                                        <p:cTn id="41"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7" presetID="22" presetClass="entr" presetSubtype="2" fill="hold"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right)">
                                      <p:cBhvr>
                                        <p:cTn id="46" dur="500"/>
                                        <p:tgtEl>
                                          <p:spTgt spid="15"/>
                                        </p:tgtEl>
                                      </p:cBhvr>
                                    </p:animEffect>
                                  </p:childTnLst>
                                </p:cTn>
                              </p:par>
                              <p:par>
                                <p:cTn id="52" presetID="53" presetClass="entr" presetSubtype="16"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fltVal val="0"/>
                                          </p:val>
                                        </p:tav>
                                        <p:tav tm="100000">
                                          <p:val>
                                            <p:strVal val="#ppt_h"/>
                                          </p:val>
                                        </p:tav>
                                      </p:tavLst>
                                    </p:anim>
                                    <p:animEffect transition="in" filter="fade">
                                      <p:cBhvr>
                                        <p:cTn id="51" dur="500"/>
                                        <p:tgtEl>
                                          <p:spTgt spid="16"/>
                                        </p:tgtEl>
                                      </p:cBhvr>
                                    </p:animEffect>
                                  </p:childTnLst>
                                </p:cTn>
                              </p:par>
                              <p:par>
                                <p:cTn id="57" presetID="53" presetClass="entr" presetSubtype="16" fill="hold" nodeType="with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p:cTn id="54" dur="500" fill="hold"/>
                                        <p:tgtEl>
                                          <p:spTgt spid="13"/>
                                        </p:tgtEl>
                                        <p:attrNameLst>
                                          <p:attrName>ppt_w</p:attrName>
                                        </p:attrNameLst>
                                      </p:cBhvr>
                                      <p:tavLst>
                                        <p:tav tm="0">
                                          <p:val>
                                            <p:fltVal val="0"/>
                                          </p:val>
                                        </p:tav>
                                        <p:tav tm="100000">
                                          <p:val>
                                            <p:strVal val="#ppt_w"/>
                                          </p:val>
                                        </p:tav>
                                      </p:tavLst>
                                    </p:anim>
                                    <p:anim calcmode="lin" valueType="num">
                                      <p:cBhvr>
                                        <p:cTn id="55" dur="500" fill="hold"/>
                                        <p:tgtEl>
                                          <p:spTgt spid="13"/>
                                        </p:tgtEl>
                                        <p:attrNameLst>
                                          <p:attrName>ppt_h</p:attrName>
                                        </p:attrNameLst>
                                      </p:cBhvr>
                                      <p:tavLst>
                                        <p:tav tm="0">
                                          <p:val>
                                            <p:fltVal val="0"/>
                                          </p:val>
                                        </p:tav>
                                        <p:tav tm="100000">
                                          <p:val>
                                            <p:strVal val="#ppt_h"/>
                                          </p:val>
                                        </p:tav>
                                      </p:tavLst>
                                    </p:anim>
                                    <p:animEffect transition="in" filter="fade">
                                      <p:cBhvr>
                                        <p:cTn id="56" dur="500"/>
                                        <p:tgtEl>
                                          <p:spTgt spid="13"/>
                                        </p:tgtEl>
                                      </p:cBhvr>
                                    </p:animEffect>
                                  </p:childTnLst>
                                </p:cTn>
                              </p:par>
                              <p:par>
                                <p:cTn id="62" presetID="53" presetClass="entr" presetSubtype="16" fill="hold" nodeType="withEffect">
                                  <p:stCondLst>
                                    <p:cond delay="0"/>
                                  </p:stCondLst>
                                  <p:childTnLst>
                                    <p:set>
                                      <p:cBhvr>
                                        <p:cTn id="58" dur="1" fill="hold">
                                          <p:stCondLst>
                                            <p:cond delay="0"/>
                                          </p:stCondLst>
                                        </p:cTn>
                                        <p:tgtEl>
                                          <p:spTgt spid="14"/>
                                        </p:tgtEl>
                                        <p:attrNameLst>
                                          <p:attrName>style.visibility</p:attrName>
                                        </p:attrNameLst>
                                      </p:cBhvr>
                                      <p:to>
                                        <p:strVal val="visible"/>
                                      </p:to>
                                    </p:set>
                                    <p:anim calcmode="lin" valueType="num">
                                      <p:cBhvr>
                                        <p:cTn id="59" dur="500" fill="hold"/>
                                        <p:tgtEl>
                                          <p:spTgt spid="14"/>
                                        </p:tgtEl>
                                        <p:attrNameLst>
                                          <p:attrName>ppt_w</p:attrName>
                                        </p:attrNameLst>
                                      </p:cBhvr>
                                      <p:tavLst>
                                        <p:tav tm="0">
                                          <p:val>
                                            <p:fltVal val="0"/>
                                          </p:val>
                                        </p:tav>
                                        <p:tav tm="100000">
                                          <p:val>
                                            <p:strVal val="#ppt_w"/>
                                          </p:val>
                                        </p:tav>
                                      </p:tavLst>
                                    </p:anim>
                                    <p:anim calcmode="lin" valueType="num">
                                      <p:cBhvr>
                                        <p:cTn id="60" dur="500" fill="hold"/>
                                        <p:tgtEl>
                                          <p:spTgt spid="14"/>
                                        </p:tgtEl>
                                        <p:attrNameLst>
                                          <p:attrName>ppt_h</p:attrName>
                                        </p:attrNameLst>
                                      </p:cBhvr>
                                      <p:tavLst>
                                        <p:tav tm="0">
                                          <p:val>
                                            <p:fltVal val="0"/>
                                          </p:val>
                                        </p:tav>
                                        <p:tav tm="100000">
                                          <p:val>
                                            <p:strVal val="#ppt_h"/>
                                          </p:val>
                                        </p:tav>
                                      </p:tavLst>
                                    </p:anim>
                                    <p:animEffect transition="in" filter="fade">
                                      <p:cBhvr>
                                        <p:cTn id="61"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7" presetID="22" presetClass="entr" presetSubtype="2" fill="hold"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right)">
                                      <p:cBhvr>
                                        <p:cTn id="66" dur="500"/>
                                        <p:tgtEl>
                                          <p:spTgt spid="19"/>
                                        </p:tgtEl>
                                      </p:cBhvr>
                                    </p:animEffect>
                                  </p:childTnLst>
                                </p:cTn>
                              </p:par>
                              <p:par>
                                <p:cTn id="72" presetID="53" presetClass="entr" presetSubtype="16" fill="hold" nodeType="withEffect">
                                  <p:stCondLst>
                                    <p:cond delay="0"/>
                                  </p:stCondLst>
                                  <p:childTnLst>
                                    <p:set>
                                      <p:cBhvr>
                                        <p:cTn id="68" dur="1" fill="hold">
                                          <p:stCondLst>
                                            <p:cond delay="0"/>
                                          </p:stCondLst>
                                        </p:cTn>
                                        <p:tgtEl>
                                          <p:spTgt spid="20"/>
                                        </p:tgtEl>
                                        <p:attrNameLst>
                                          <p:attrName>style.visibility</p:attrName>
                                        </p:attrNameLst>
                                      </p:cBhvr>
                                      <p:to>
                                        <p:strVal val="visible"/>
                                      </p:to>
                                    </p:set>
                                    <p:anim calcmode="lin" valueType="num">
                                      <p:cBhvr>
                                        <p:cTn id="69" dur="500" fill="hold"/>
                                        <p:tgtEl>
                                          <p:spTgt spid="20"/>
                                        </p:tgtEl>
                                        <p:attrNameLst>
                                          <p:attrName>ppt_w</p:attrName>
                                        </p:attrNameLst>
                                      </p:cBhvr>
                                      <p:tavLst>
                                        <p:tav tm="0">
                                          <p:val>
                                            <p:fltVal val="0"/>
                                          </p:val>
                                        </p:tav>
                                        <p:tav tm="100000">
                                          <p:val>
                                            <p:strVal val="#ppt_w"/>
                                          </p:val>
                                        </p:tav>
                                      </p:tavLst>
                                    </p:anim>
                                    <p:anim calcmode="lin" valueType="num">
                                      <p:cBhvr>
                                        <p:cTn id="70" dur="500" fill="hold"/>
                                        <p:tgtEl>
                                          <p:spTgt spid="20"/>
                                        </p:tgtEl>
                                        <p:attrNameLst>
                                          <p:attrName>ppt_h</p:attrName>
                                        </p:attrNameLst>
                                      </p:cBhvr>
                                      <p:tavLst>
                                        <p:tav tm="0">
                                          <p:val>
                                            <p:fltVal val="0"/>
                                          </p:val>
                                        </p:tav>
                                        <p:tav tm="100000">
                                          <p:val>
                                            <p:strVal val="#ppt_h"/>
                                          </p:val>
                                        </p:tav>
                                      </p:tavLst>
                                    </p:anim>
                                    <p:animEffect transition="in" filter="fade">
                                      <p:cBhvr>
                                        <p:cTn id="71" dur="500"/>
                                        <p:tgtEl>
                                          <p:spTgt spid="20"/>
                                        </p:tgtEl>
                                      </p:cBhvr>
                                    </p:animEffect>
                                  </p:childTnLst>
                                </p:cTn>
                              </p:par>
                              <p:par>
                                <p:cTn id="77" presetID="53" presetClass="entr" presetSubtype="16" fill="hold" nodeType="withEffect">
                                  <p:stCondLst>
                                    <p:cond delay="0"/>
                                  </p:stCondLst>
                                  <p:childTnLst>
                                    <p:set>
                                      <p:cBhvr>
                                        <p:cTn id="73" dur="1" fill="hold">
                                          <p:stCondLst>
                                            <p:cond delay="0"/>
                                          </p:stCondLst>
                                        </p:cTn>
                                        <p:tgtEl>
                                          <p:spTgt spid="17"/>
                                        </p:tgtEl>
                                        <p:attrNameLst>
                                          <p:attrName>style.visibility</p:attrName>
                                        </p:attrNameLst>
                                      </p:cBhvr>
                                      <p:to>
                                        <p:strVal val="visible"/>
                                      </p:to>
                                    </p:set>
                                    <p:anim calcmode="lin" valueType="num">
                                      <p:cBhvr>
                                        <p:cTn id="74" dur="500" fill="hold"/>
                                        <p:tgtEl>
                                          <p:spTgt spid="17"/>
                                        </p:tgtEl>
                                        <p:attrNameLst>
                                          <p:attrName>ppt_w</p:attrName>
                                        </p:attrNameLst>
                                      </p:cBhvr>
                                      <p:tavLst>
                                        <p:tav tm="0">
                                          <p:val>
                                            <p:fltVal val="0"/>
                                          </p:val>
                                        </p:tav>
                                        <p:tav tm="100000">
                                          <p:val>
                                            <p:strVal val="#ppt_w"/>
                                          </p:val>
                                        </p:tav>
                                      </p:tavLst>
                                    </p:anim>
                                    <p:anim calcmode="lin" valueType="num">
                                      <p:cBhvr>
                                        <p:cTn id="75" dur="500" fill="hold"/>
                                        <p:tgtEl>
                                          <p:spTgt spid="17"/>
                                        </p:tgtEl>
                                        <p:attrNameLst>
                                          <p:attrName>ppt_h</p:attrName>
                                        </p:attrNameLst>
                                      </p:cBhvr>
                                      <p:tavLst>
                                        <p:tav tm="0">
                                          <p:val>
                                            <p:fltVal val="0"/>
                                          </p:val>
                                        </p:tav>
                                        <p:tav tm="100000">
                                          <p:val>
                                            <p:strVal val="#ppt_h"/>
                                          </p:val>
                                        </p:tav>
                                      </p:tavLst>
                                    </p:anim>
                                    <p:animEffect transition="in" filter="fade">
                                      <p:cBhvr>
                                        <p:cTn id="76" dur="500"/>
                                        <p:tgtEl>
                                          <p:spTgt spid="17"/>
                                        </p:tgtEl>
                                      </p:cBhvr>
                                    </p:animEffect>
                                  </p:childTnLst>
                                </p:cTn>
                              </p:par>
                              <p:par>
                                <p:cTn id="82" presetID="53" presetClass="entr" presetSubtype="16" fill="hold" nodeType="with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p:cTn id="79" dur="500" fill="hold"/>
                                        <p:tgtEl>
                                          <p:spTgt spid="18"/>
                                        </p:tgtEl>
                                        <p:attrNameLst>
                                          <p:attrName>ppt_w</p:attrName>
                                        </p:attrNameLst>
                                      </p:cBhvr>
                                      <p:tavLst>
                                        <p:tav tm="0">
                                          <p:val>
                                            <p:fltVal val="0"/>
                                          </p:val>
                                        </p:tav>
                                        <p:tav tm="100000">
                                          <p:val>
                                            <p:strVal val="#ppt_w"/>
                                          </p:val>
                                        </p:tav>
                                      </p:tavLst>
                                    </p:anim>
                                    <p:anim calcmode="lin" valueType="num">
                                      <p:cBhvr>
                                        <p:cTn id="80" dur="500" fill="hold"/>
                                        <p:tgtEl>
                                          <p:spTgt spid="18"/>
                                        </p:tgtEl>
                                        <p:attrNameLst>
                                          <p:attrName>ppt_h</p:attrName>
                                        </p:attrNameLst>
                                      </p:cBhvr>
                                      <p:tavLst>
                                        <p:tav tm="0">
                                          <p:val>
                                            <p:fltVal val="0"/>
                                          </p:val>
                                        </p:tav>
                                        <p:tav tm="100000">
                                          <p:val>
                                            <p:strVal val="#ppt_h"/>
                                          </p:val>
                                        </p:tav>
                                      </p:tavLst>
                                    </p:anim>
                                    <p:animEffect transition="in" filter="fade">
                                      <p:cBhvr>
                                        <p:cTn id="81" dur="500"/>
                                        <p:tgtEl>
                                          <p:spTgt spid="18"/>
                                        </p:tgtEl>
                                      </p:cBhvr>
                                    </p:animEffect>
                                  </p:childTnLst>
                                </p:cTn>
                              </p:par>
                            </p:childTnLst>
                          </p:cTn>
                        </p:par>
                      </p:childTnLst>
                    </p:cTn>
                  </p:par>
                  <p:par>
                    <p:cTn id="83" fill="hold">
                      <p:stCondLst>
                        <p:cond delay="indefinite"/>
                      </p:stCondLst>
                      <p:childTnLst>
                        <p:par>
                          <p:cTn id="84" fill="hold">
                            <p:stCondLst>
                              <p:cond delay="0"/>
                            </p:stCondLst>
                            <p:childTnLst>
                              <p:par>
                                <p:cTn id="87" presetID="22" presetClass="entr" presetSubtype="2" fill="hold" nodeType="click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wipe(right)">
                                      <p:cBhvr>
                                        <p:cTn id="86" dur="500"/>
                                        <p:tgtEl>
                                          <p:spTgt spid="23"/>
                                        </p:tgtEl>
                                      </p:cBhvr>
                                    </p:animEffect>
                                  </p:childTnLst>
                                </p:cTn>
                              </p:par>
                              <p:par>
                                <p:cTn id="92" presetID="53" presetClass="entr" presetSubtype="16" fill="hold" nodeType="withEffect">
                                  <p:stCondLst>
                                    <p:cond delay="0"/>
                                  </p:stCondLst>
                                  <p:childTnLst>
                                    <p:set>
                                      <p:cBhvr>
                                        <p:cTn id="88" dur="1" fill="hold">
                                          <p:stCondLst>
                                            <p:cond delay="0"/>
                                          </p:stCondLst>
                                        </p:cTn>
                                        <p:tgtEl>
                                          <p:spTgt spid="24"/>
                                        </p:tgtEl>
                                        <p:attrNameLst>
                                          <p:attrName>style.visibility</p:attrName>
                                        </p:attrNameLst>
                                      </p:cBhvr>
                                      <p:to>
                                        <p:strVal val="visible"/>
                                      </p:to>
                                    </p:set>
                                    <p:anim calcmode="lin" valueType="num">
                                      <p:cBhvr>
                                        <p:cTn id="89" dur="500" fill="hold"/>
                                        <p:tgtEl>
                                          <p:spTgt spid="24"/>
                                        </p:tgtEl>
                                        <p:attrNameLst>
                                          <p:attrName>ppt_w</p:attrName>
                                        </p:attrNameLst>
                                      </p:cBhvr>
                                      <p:tavLst>
                                        <p:tav tm="0">
                                          <p:val>
                                            <p:fltVal val="0"/>
                                          </p:val>
                                        </p:tav>
                                        <p:tav tm="100000">
                                          <p:val>
                                            <p:strVal val="#ppt_w"/>
                                          </p:val>
                                        </p:tav>
                                      </p:tavLst>
                                    </p:anim>
                                    <p:anim calcmode="lin" valueType="num">
                                      <p:cBhvr>
                                        <p:cTn id="90" dur="500" fill="hold"/>
                                        <p:tgtEl>
                                          <p:spTgt spid="24"/>
                                        </p:tgtEl>
                                        <p:attrNameLst>
                                          <p:attrName>ppt_h</p:attrName>
                                        </p:attrNameLst>
                                      </p:cBhvr>
                                      <p:tavLst>
                                        <p:tav tm="0">
                                          <p:val>
                                            <p:fltVal val="0"/>
                                          </p:val>
                                        </p:tav>
                                        <p:tav tm="100000">
                                          <p:val>
                                            <p:strVal val="#ppt_h"/>
                                          </p:val>
                                        </p:tav>
                                      </p:tavLst>
                                    </p:anim>
                                    <p:animEffect transition="in" filter="fade">
                                      <p:cBhvr>
                                        <p:cTn id="91" dur="500"/>
                                        <p:tgtEl>
                                          <p:spTgt spid="24"/>
                                        </p:tgtEl>
                                      </p:cBhvr>
                                    </p:animEffect>
                                  </p:childTnLst>
                                </p:cTn>
                              </p:par>
                              <p:par>
                                <p:cTn id="97" presetID="53" presetClass="entr" presetSubtype="16" fill="hold" nodeType="withEffect">
                                  <p:stCondLst>
                                    <p:cond delay="0"/>
                                  </p:stCondLst>
                                  <p:childTnLst>
                                    <p:set>
                                      <p:cBhvr>
                                        <p:cTn id="93" dur="1" fill="hold">
                                          <p:stCondLst>
                                            <p:cond delay="0"/>
                                          </p:stCondLst>
                                        </p:cTn>
                                        <p:tgtEl>
                                          <p:spTgt spid="21"/>
                                        </p:tgtEl>
                                        <p:attrNameLst>
                                          <p:attrName>style.visibility</p:attrName>
                                        </p:attrNameLst>
                                      </p:cBhvr>
                                      <p:to>
                                        <p:strVal val="visible"/>
                                      </p:to>
                                    </p:set>
                                    <p:anim calcmode="lin" valueType="num">
                                      <p:cBhvr>
                                        <p:cTn id="94" dur="500" fill="hold"/>
                                        <p:tgtEl>
                                          <p:spTgt spid="21"/>
                                        </p:tgtEl>
                                        <p:attrNameLst>
                                          <p:attrName>ppt_w</p:attrName>
                                        </p:attrNameLst>
                                      </p:cBhvr>
                                      <p:tavLst>
                                        <p:tav tm="0">
                                          <p:val>
                                            <p:fltVal val="0"/>
                                          </p:val>
                                        </p:tav>
                                        <p:tav tm="100000">
                                          <p:val>
                                            <p:strVal val="#ppt_w"/>
                                          </p:val>
                                        </p:tav>
                                      </p:tavLst>
                                    </p:anim>
                                    <p:anim calcmode="lin" valueType="num">
                                      <p:cBhvr>
                                        <p:cTn id="95" dur="500" fill="hold"/>
                                        <p:tgtEl>
                                          <p:spTgt spid="21"/>
                                        </p:tgtEl>
                                        <p:attrNameLst>
                                          <p:attrName>ppt_h</p:attrName>
                                        </p:attrNameLst>
                                      </p:cBhvr>
                                      <p:tavLst>
                                        <p:tav tm="0">
                                          <p:val>
                                            <p:fltVal val="0"/>
                                          </p:val>
                                        </p:tav>
                                        <p:tav tm="100000">
                                          <p:val>
                                            <p:strVal val="#ppt_h"/>
                                          </p:val>
                                        </p:tav>
                                      </p:tavLst>
                                    </p:anim>
                                    <p:animEffect transition="in" filter="fade">
                                      <p:cBhvr>
                                        <p:cTn id="96" dur="500"/>
                                        <p:tgtEl>
                                          <p:spTgt spid="21"/>
                                        </p:tgtEl>
                                      </p:cBhvr>
                                    </p:animEffect>
                                  </p:childTnLst>
                                </p:cTn>
                              </p:par>
                              <p:par>
                                <p:cTn id="102" presetID="53" presetClass="entr" presetSubtype="16" fill="hold" nodeType="withEffect">
                                  <p:stCondLst>
                                    <p:cond delay="0"/>
                                  </p:stCondLst>
                                  <p:childTnLst>
                                    <p:set>
                                      <p:cBhvr>
                                        <p:cTn id="98" dur="1" fill="hold">
                                          <p:stCondLst>
                                            <p:cond delay="0"/>
                                          </p:stCondLst>
                                        </p:cTn>
                                        <p:tgtEl>
                                          <p:spTgt spid="22"/>
                                        </p:tgtEl>
                                        <p:attrNameLst>
                                          <p:attrName>style.visibility</p:attrName>
                                        </p:attrNameLst>
                                      </p:cBhvr>
                                      <p:to>
                                        <p:strVal val="visible"/>
                                      </p:to>
                                    </p:set>
                                    <p:anim calcmode="lin" valueType="num">
                                      <p:cBhvr>
                                        <p:cTn id="99" dur="500" fill="hold"/>
                                        <p:tgtEl>
                                          <p:spTgt spid="22"/>
                                        </p:tgtEl>
                                        <p:attrNameLst>
                                          <p:attrName>ppt_w</p:attrName>
                                        </p:attrNameLst>
                                      </p:cBhvr>
                                      <p:tavLst>
                                        <p:tav tm="0">
                                          <p:val>
                                            <p:fltVal val="0"/>
                                          </p:val>
                                        </p:tav>
                                        <p:tav tm="100000">
                                          <p:val>
                                            <p:strVal val="#ppt_w"/>
                                          </p:val>
                                        </p:tav>
                                      </p:tavLst>
                                    </p:anim>
                                    <p:anim calcmode="lin" valueType="num">
                                      <p:cBhvr>
                                        <p:cTn id="100" dur="500" fill="hold"/>
                                        <p:tgtEl>
                                          <p:spTgt spid="22"/>
                                        </p:tgtEl>
                                        <p:attrNameLst>
                                          <p:attrName>ppt_h</p:attrName>
                                        </p:attrNameLst>
                                      </p:cBhvr>
                                      <p:tavLst>
                                        <p:tav tm="0">
                                          <p:val>
                                            <p:fltVal val="0"/>
                                          </p:val>
                                        </p:tav>
                                        <p:tav tm="100000">
                                          <p:val>
                                            <p:strVal val="#ppt_h"/>
                                          </p:val>
                                        </p:tav>
                                      </p:tavLst>
                                    </p:anim>
                                    <p:animEffect transition="in" filter="fade">
                                      <p:cBhvr>
                                        <p:cTn id="101" dur="500"/>
                                        <p:tgtEl>
                                          <p:spTgt spid="22"/>
                                        </p:tgtEl>
                                      </p:cBhvr>
                                    </p:animEffect>
                                  </p:childTnLst>
                                </p:cTn>
                              </p:par>
                            </p:childTnLst>
                          </p:cTn>
                        </p:par>
                      </p:childTnLst>
                    </p:cTn>
                  </p:par>
                  <p:par>
                    <p:cTn id="103" fill="hold">
                      <p:stCondLst>
                        <p:cond delay="indefinite"/>
                      </p:stCondLst>
                      <p:childTnLst>
                        <p:par>
                          <p:cTn id="104" fill="hold">
                            <p:stCondLst>
                              <p:cond delay="0"/>
                            </p:stCondLst>
                            <p:childTnLst>
                              <p:par>
                                <p:cTn id="107" presetID="22" presetClass="entr" presetSubtype="2" fill="hold" nodeType="click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wipe(right)">
                                      <p:cBhvr>
                                        <p:cTn id="106" dur="500"/>
                                        <p:tgtEl>
                                          <p:spTgt spid="27"/>
                                        </p:tgtEl>
                                      </p:cBhvr>
                                    </p:animEffect>
                                  </p:childTnLst>
                                </p:cTn>
                              </p:par>
                              <p:par>
                                <p:cTn id="112" presetID="53" presetClass="entr" presetSubtype="16" fill="hold" nodeType="withEffect">
                                  <p:stCondLst>
                                    <p:cond delay="0"/>
                                  </p:stCondLst>
                                  <p:childTnLst>
                                    <p:set>
                                      <p:cBhvr>
                                        <p:cTn id="108" dur="1" fill="hold">
                                          <p:stCondLst>
                                            <p:cond delay="0"/>
                                          </p:stCondLst>
                                        </p:cTn>
                                        <p:tgtEl>
                                          <p:spTgt spid="28"/>
                                        </p:tgtEl>
                                        <p:attrNameLst>
                                          <p:attrName>style.visibility</p:attrName>
                                        </p:attrNameLst>
                                      </p:cBhvr>
                                      <p:to>
                                        <p:strVal val="visible"/>
                                      </p:to>
                                    </p:set>
                                    <p:anim calcmode="lin" valueType="num">
                                      <p:cBhvr>
                                        <p:cTn id="109" dur="500" fill="hold"/>
                                        <p:tgtEl>
                                          <p:spTgt spid="28"/>
                                        </p:tgtEl>
                                        <p:attrNameLst>
                                          <p:attrName>ppt_w</p:attrName>
                                        </p:attrNameLst>
                                      </p:cBhvr>
                                      <p:tavLst>
                                        <p:tav tm="0">
                                          <p:val>
                                            <p:fltVal val="0"/>
                                          </p:val>
                                        </p:tav>
                                        <p:tav tm="100000">
                                          <p:val>
                                            <p:strVal val="#ppt_w"/>
                                          </p:val>
                                        </p:tav>
                                      </p:tavLst>
                                    </p:anim>
                                    <p:anim calcmode="lin" valueType="num">
                                      <p:cBhvr>
                                        <p:cTn id="110" dur="500" fill="hold"/>
                                        <p:tgtEl>
                                          <p:spTgt spid="28"/>
                                        </p:tgtEl>
                                        <p:attrNameLst>
                                          <p:attrName>ppt_h</p:attrName>
                                        </p:attrNameLst>
                                      </p:cBhvr>
                                      <p:tavLst>
                                        <p:tav tm="0">
                                          <p:val>
                                            <p:fltVal val="0"/>
                                          </p:val>
                                        </p:tav>
                                        <p:tav tm="100000">
                                          <p:val>
                                            <p:strVal val="#ppt_h"/>
                                          </p:val>
                                        </p:tav>
                                      </p:tavLst>
                                    </p:anim>
                                    <p:animEffect transition="in" filter="fade">
                                      <p:cBhvr>
                                        <p:cTn id="111" dur="500"/>
                                        <p:tgtEl>
                                          <p:spTgt spid="28"/>
                                        </p:tgtEl>
                                      </p:cBhvr>
                                    </p:animEffect>
                                  </p:childTnLst>
                                </p:cTn>
                              </p:par>
                              <p:par>
                                <p:cTn id="117" presetID="53" presetClass="entr" presetSubtype="16" fill="hold" nodeType="withEffect">
                                  <p:stCondLst>
                                    <p:cond delay="0"/>
                                  </p:stCondLst>
                                  <p:childTnLst>
                                    <p:set>
                                      <p:cBhvr>
                                        <p:cTn id="113" dur="1" fill="hold">
                                          <p:stCondLst>
                                            <p:cond delay="0"/>
                                          </p:stCondLst>
                                        </p:cTn>
                                        <p:tgtEl>
                                          <p:spTgt spid="25"/>
                                        </p:tgtEl>
                                        <p:attrNameLst>
                                          <p:attrName>style.visibility</p:attrName>
                                        </p:attrNameLst>
                                      </p:cBhvr>
                                      <p:to>
                                        <p:strVal val="visible"/>
                                      </p:to>
                                    </p:set>
                                    <p:anim calcmode="lin" valueType="num">
                                      <p:cBhvr>
                                        <p:cTn id="114" dur="500" fill="hold"/>
                                        <p:tgtEl>
                                          <p:spTgt spid="25"/>
                                        </p:tgtEl>
                                        <p:attrNameLst>
                                          <p:attrName>ppt_w</p:attrName>
                                        </p:attrNameLst>
                                      </p:cBhvr>
                                      <p:tavLst>
                                        <p:tav tm="0">
                                          <p:val>
                                            <p:fltVal val="0"/>
                                          </p:val>
                                        </p:tav>
                                        <p:tav tm="100000">
                                          <p:val>
                                            <p:strVal val="#ppt_w"/>
                                          </p:val>
                                        </p:tav>
                                      </p:tavLst>
                                    </p:anim>
                                    <p:anim calcmode="lin" valueType="num">
                                      <p:cBhvr>
                                        <p:cTn id="115" dur="500" fill="hold"/>
                                        <p:tgtEl>
                                          <p:spTgt spid="25"/>
                                        </p:tgtEl>
                                        <p:attrNameLst>
                                          <p:attrName>ppt_h</p:attrName>
                                        </p:attrNameLst>
                                      </p:cBhvr>
                                      <p:tavLst>
                                        <p:tav tm="0">
                                          <p:val>
                                            <p:fltVal val="0"/>
                                          </p:val>
                                        </p:tav>
                                        <p:tav tm="100000">
                                          <p:val>
                                            <p:strVal val="#ppt_h"/>
                                          </p:val>
                                        </p:tav>
                                      </p:tavLst>
                                    </p:anim>
                                    <p:animEffect transition="in" filter="fade">
                                      <p:cBhvr>
                                        <p:cTn id="116" dur="500"/>
                                        <p:tgtEl>
                                          <p:spTgt spid="25"/>
                                        </p:tgtEl>
                                      </p:cBhvr>
                                    </p:animEffect>
                                  </p:childTnLst>
                                </p:cTn>
                              </p:par>
                              <p:par>
                                <p:cTn id="122" presetID="53" presetClass="entr" presetSubtype="16" fill="hold" nodeType="withEffect">
                                  <p:stCondLst>
                                    <p:cond delay="0"/>
                                  </p:stCondLst>
                                  <p:childTnLst>
                                    <p:set>
                                      <p:cBhvr>
                                        <p:cTn id="118" dur="1" fill="hold">
                                          <p:stCondLst>
                                            <p:cond delay="0"/>
                                          </p:stCondLst>
                                        </p:cTn>
                                        <p:tgtEl>
                                          <p:spTgt spid="26"/>
                                        </p:tgtEl>
                                        <p:attrNameLst>
                                          <p:attrName>style.visibility</p:attrName>
                                        </p:attrNameLst>
                                      </p:cBhvr>
                                      <p:to>
                                        <p:strVal val="visible"/>
                                      </p:to>
                                    </p:set>
                                    <p:anim calcmode="lin" valueType="num">
                                      <p:cBhvr>
                                        <p:cTn id="119" dur="500" fill="hold"/>
                                        <p:tgtEl>
                                          <p:spTgt spid="26"/>
                                        </p:tgtEl>
                                        <p:attrNameLst>
                                          <p:attrName>ppt_w</p:attrName>
                                        </p:attrNameLst>
                                      </p:cBhvr>
                                      <p:tavLst>
                                        <p:tav tm="0">
                                          <p:val>
                                            <p:fltVal val="0"/>
                                          </p:val>
                                        </p:tav>
                                        <p:tav tm="100000">
                                          <p:val>
                                            <p:strVal val="#ppt_w"/>
                                          </p:val>
                                        </p:tav>
                                      </p:tavLst>
                                    </p:anim>
                                    <p:anim calcmode="lin" valueType="num">
                                      <p:cBhvr>
                                        <p:cTn id="120" dur="500" fill="hold"/>
                                        <p:tgtEl>
                                          <p:spTgt spid="26"/>
                                        </p:tgtEl>
                                        <p:attrNameLst>
                                          <p:attrName>ppt_h</p:attrName>
                                        </p:attrNameLst>
                                      </p:cBhvr>
                                      <p:tavLst>
                                        <p:tav tm="0">
                                          <p:val>
                                            <p:fltVal val="0"/>
                                          </p:val>
                                        </p:tav>
                                        <p:tav tm="100000">
                                          <p:val>
                                            <p:strVal val="#ppt_h"/>
                                          </p:val>
                                        </p:tav>
                                      </p:tavLst>
                                    </p:anim>
                                    <p:animEffect transition="in" filter="fade">
                                      <p:cBhvr>
                                        <p:cTn id="121" dur="500"/>
                                        <p:tgtEl>
                                          <p:spTgt spid="26"/>
                                        </p:tgtEl>
                                      </p:cBhvr>
                                    </p:animEffect>
                                  </p:childTnLst>
                                </p:cTn>
                              </p:par>
                            </p:childTnLst>
                          </p:cTn>
                        </p:par>
                      </p:childTnLst>
                    </p:cTn>
                  </p:par>
                  <p:par>
                    <p:cTn id="123" fill="hold">
                      <p:stCondLst>
                        <p:cond delay="indefinite"/>
                      </p:stCondLst>
                      <p:childTnLst>
                        <p:par>
                          <p:cTn id="124" fill="hold">
                            <p:stCondLst>
                              <p:cond delay="0"/>
                            </p:stCondLst>
                            <p:childTnLst>
                              <p:par>
                                <p:cTn id="127" presetID="22" presetClass="entr" presetSubtype="2" fill="hold" nodeType="clickEffect">
                                  <p:stCondLst>
                                    <p:cond delay="0"/>
                                  </p:stCondLst>
                                  <p:childTnLst>
                                    <p:set>
                                      <p:cBhvr>
                                        <p:cTn id="125" dur="1" fill="hold">
                                          <p:stCondLst>
                                            <p:cond delay="0"/>
                                          </p:stCondLst>
                                        </p:cTn>
                                        <p:tgtEl>
                                          <p:spTgt spid="31"/>
                                        </p:tgtEl>
                                        <p:attrNameLst>
                                          <p:attrName>style.visibility</p:attrName>
                                        </p:attrNameLst>
                                      </p:cBhvr>
                                      <p:to>
                                        <p:strVal val="visible"/>
                                      </p:to>
                                    </p:set>
                                    <p:animEffect transition="in" filter="wipe(right)">
                                      <p:cBhvr>
                                        <p:cTn id="126" dur="500"/>
                                        <p:tgtEl>
                                          <p:spTgt spid="31"/>
                                        </p:tgtEl>
                                      </p:cBhvr>
                                    </p:animEffect>
                                  </p:childTnLst>
                                </p:cTn>
                              </p:par>
                              <p:par>
                                <p:cTn id="132" presetID="53" presetClass="entr" presetSubtype="16" fill="hold" nodeType="withEffect">
                                  <p:stCondLst>
                                    <p:cond delay="0"/>
                                  </p:stCondLst>
                                  <p:childTnLst>
                                    <p:set>
                                      <p:cBhvr>
                                        <p:cTn id="128" dur="1" fill="hold">
                                          <p:stCondLst>
                                            <p:cond delay="0"/>
                                          </p:stCondLst>
                                        </p:cTn>
                                        <p:tgtEl>
                                          <p:spTgt spid="32"/>
                                        </p:tgtEl>
                                        <p:attrNameLst>
                                          <p:attrName>style.visibility</p:attrName>
                                        </p:attrNameLst>
                                      </p:cBhvr>
                                      <p:to>
                                        <p:strVal val="visible"/>
                                      </p:to>
                                    </p:set>
                                    <p:anim calcmode="lin" valueType="num">
                                      <p:cBhvr>
                                        <p:cTn id="129" dur="500" fill="hold"/>
                                        <p:tgtEl>
                                          <p:spTgt spid="32"/>
                                        </p:tgtEl>
                                        <p:attrNameLst>
                                          <p:attrName>ppt_w</p:attrName>
                                        </p:attrNameLst>
                                      </p:cBhvr>
                                      <p:tavLst>
                                        <p:tav tm="0">
                                          <p:val>
                                            <p:fltVal val="0"/>
                                          </p:val>
                                        </p:tav>
                                        <p:tav tm="100000">
                                          <p:val>
                                            <p:strVal val="#ppt_w"/>
                                          </p:val>
                                        </p:tav>
                                      </p:tavLst>
                                    </p:anim>
                                    <p:anim calcmode="lin" valueType="num">
                                      <p:cBhvr>
                                        <p:cTn id="130" dur="500" fill="hold"/>
                                        <p:tgtEl>
                                          <p:spTgt spid="32"/>
                                        </p:tgtEl>
                                        <p:attrNameLst>
                                          <p:attrName>ppt_h</p:attrName>
                                        </p:attrNameLst>
                                      </p:cBhvr>
                                      <p:tavLst>
                                        <p:tav tm="0">
                                          <p:val>
                                            <p:fltVal val="0"/>
                                          </p:val>
                                        </p:tav>
                                        <p:tav tm="100000">
                                          <p:val>
                                            <p:strVal val="#ppt_h"/>
                                          </p:val>
                                        </p:tav>
                                      </p:tavLst>
                                    </p:anim>
                                    <p:animEffect transition="in" filter="fade">
                                      <p:cBhvr>
                                        <p:cTn id="131" dur="500"/>
                                        <p:tgtEl>
                                          <p:spTgt spid="32"/>
                                        </p:tgtEl>
                                      </p:cBhvr>
                                    </p:animEffect>
                                  </p:childTnLst>
                                </p:cTn>
                              </p:par>
                              <p:par>
                                <p:cTn id="137" presetID="53" presetClass="entr" presetSubtype="16" fill="hold" nodeType="withEffect">
                                  <p:stCondLst>
                                    <p:cond delay="0"/>
                                  </p:stCondLst>
                                  <p:childTnLst>
                                    <p:set>
                                      <p:cBhvr>
                                        <p:cTn id="133" dur="1" fill="hold">
                                          <p:stCondLst>
                                            <p:cond delay="0"/>
                                          </p:stCondLst>
                                        </p:cTn>
                                        <p:tgtEl>
                                          <p:spTgt spid="29"/>
                                        </p:tgtEl>
                                        <p:attrNameLst>
                                          <p:attrName>style.visibility</p:attrName>
                                        </p:attrNameLst>
                                      </p:cBhvr>
                                      <p:to>
                                        <p:strVal val="visible"/>
                                      </p:to>
                                    </p:set>
                                    <p:anim calcmode="lin" valueType="num">
                                      <p:cBhvr>
                                        <p:cTn id="134" dur="500" fill="hold"/>
                                        <p:tgtEl>
                                          <p:spTgt spid="29"/>
                                        </p:tgtEl>
                                        <p:attrNameLst>
                                          <p:attrName>ppt_w</p:attrName>
                                        </p:attrNameLst>
                                      </p:cBhvr>
                                      <p:tavLst>
                                        <p:tav tm="0">
                                          <p:val>
                                            <p:fltVal val="0"/>
                                          </p:val>
                                        </p:tav>
                                        <p:tav tm="100000">
                                          <p:val>
                                            <p:strVal val="#ppt_w"/>
                                          </p:val>
                                        </p:tav>
                                      </p:tavLst>
                                    </p:anim>
                                    <p:anim calcmode="lin" valueType="num">
                                      <p:cBhvr>
                                        <p:cTn id="135" dur="500" fill="hold"/>
                                        <p:tgtEl>
                                          <p:spTgt spid="29"/>
                                        </p:tgtEl>
                                        <p:attrNameLst>
                                          <p:attrName>ppt_h</p:attrName>
                                        </p:attrNameLst>
                                      </p:cBhvr>
                                      <p:tavLst>
                                        <p:tav tm="0">
                                          <p:val>
                                            <p:fltVal val="0"/>
                                          </p:val>
                                        </p:tav>
                                        <p:tav tm="100000">
                                          <p:val>
                                            <p:strVal val="#ppt_h"/>
                                          </p:val>
                                        </p:tav>
                                      </p:tavLst>
                                    </p:anim>
                                    <p:animEffect transition="in" filter="fade">
                                      <p:cBhvr>
                                        <p:cTn id="136" dur="500"/>
                                        <p:tgtEl>
                                          <p:spTgt spid="29"/>
                                        </p:tgtEl>
                                      </p:cBhvr>
                                    </p:animEffect>
                                  </p:childTnLst>
                                </p:cTn>
                              </p:par>
                              <p:par>
                                <p:cTn id="142" presetID="53" presetClass="entr" presetSubtype="16" fill="hold" nodeType="withEffect">
                                  <p:stCondLst>
                                    <p:cond delay="0"/>
                                  </p:stCondLst>
                                  <p:childTnLst>
                                    <p:set>
                                      <p:cBhvr>
                                        <p:cTn id="138" dur="1" fill="hold">
                                          <p:stCondLst>
                                            <p:cond delay="0"/>
                                          </p:stCondLst>
                                        </p:cTn>
                                        <p:tgtEl>
                                          <p:spTgt spid="30"/>
                                        </p:tgtEl>
                                        <p:attrNameLst>
                                          <p:attrName>style.visibility</p:attrName>
                                        </p:attrNameLst>
                                      </p:cBhvr>
                                      <p:to>
                                        <p:strVal val="visible"/>
                                      </p:to>
                                    </p:set>
                                    <p:anim calcmode="lin" valueType="num">
                                      <p:cBhvr>
                                        <p:cTn id="139" dur="500" fill="hold"/>
                                        <p:tgtEl>
                                          <p:spTgt spid="30"/>
                                        </p:tgtEl>
                                        <p:attrNameLst>
                                          <p:attrName>ppt_w</p:attrName>
                                        </p:attrNameLst>
                                      </p:cBhvr>
                                      <p:tavLst>
                                        <p:tav tm="0">
                                          <p:val>
                                            <p:fltVal val="0"/>
                                          </p:val>
                                        </p:tav>
                                        <p:tav tm="100000">
                                          <p:val>
                                            <p:strVal val="#ppt_w"/>
                                          </p:val>
                                        </p:tav>
                                      </p:tavLst>
                                    </p:anim>
                                    <p:anim calcmode="lin" valueType="num">
                                      <p:cBhvr>
                                        <p:cTn id="140" dur="500" fill="hold"/>
                                        <p:tgtEl>
                                          <p:spTgt spid="30"/>
                                        </p:tgtEl>
                                        <p:attrNameLst>
                                          <p:attrName>ppt_h</p:attrName>
                                        </p:attrNameLst>
                                      </p:cBhvr>
                                      <p:tavLst>
                                        <p:tav tm="0">
                                          <p:val>
                                            <p:fltVal val="0"/>
                                          </p:val>
                                        </p:tav>
                                        <p:tav tm="100000">
                                          <p:val>
                                            <p:strVal val="#ppt_h"/>
                                          </p:val>
                                        </p:tav>
                                      </p:tavLst>
                                    </p:anim>
                                    <p:animEffect transition="in" filter="fade">
                                      <p:cBhvr>
                                        <p:cTn id="141" dur="500"/>
                                        <p:tgtEl>
                                          <p:spTgt spid="30"/>
                                        </p:tgtEl>
                                      </p:cBhvr>
                                    </p:animEffect>
                                  </p:childTnLst>
                                </p:cTn>
                              </p:par>
                            </p:childTnLst>
                          </p:cTn>
                        </p:par>
                      </p:childTnLst>
                    </p:cTn>
                  </p:par>
                  <p:par>
                    <p:cTn id="143" fill="hold">
                      <p:stCondLst>
                        <p:cond delay="indefinite"/>
                      </p:stCondLst>
                      <p:childTnLst>
                        <p:par>
                          <p:cTn id="144" fill="hold">
                            <p:stCondLst>
                              <p:cond delay="0"/>
                            </p:stCondLst>
                            <p:childTnLst>
                              <p:par>
                                <p:cTn id="147" presetID="22" presetClass="entr" presetSubtype="2" fill="hold" nodeType="clickEffect">
                                  <p:stCondLst>
                                    <p:cond delay="0"/>
                                  </p:stCondLst>
                                  <p:childTnLst>
                                    <p:set>
                                      <p:cBhvr>
                                        <p:cTn id="145" dur="1" fill="hold">
                                          <p:stCondLst>
                                            <p:cond delay="0"/>
                                          </p:stCondLst>
                                        </p:cTn>
                                        <p:tgtEl>
                                          <p:spTgt spid="35"/>
                                        </p:tgtEl>
                                        <p:attrNameLst>
                                          <p:attrName>style.visibility</p:attrName>
                                        </p:attrNameLst>
                                      </p:cBhvr>
                                      <p:to>
                                        <p:strVal val="visible"/>
                                      </p:to>
                                    </p:set>
                                    <p:animEffect transition="in" filter="wipe(right)">
                                      <p:cBhvr>
                                        <p:cTn id="146" dur="500"/>
                                        <p:tgtEl>
                                          <p:spTgt spid="35"/>
                                        </p:tgtEl>
                                      </p:cBhvr>
                                    </p:animEffect>
                                  </p:childTnLst>
                                </p:cTn>
                              </p:par>
                              <p:par>
                                <p:cTn id="152" presetID="53" presetClass="entr" presetSubtype="16" fill="hold" nodeType="withEffect">
                                  <p:stCondLst>
                                    <p:cond delay="0"/>
                                  </p:stCondLst>
                                  <p:childTnLst>
                                    <p:set>
                                      <p:cBhvr>
                                        <p:cTn id="148" dur="1" fill="hold">
                                          <p:stCondLst>
                                            <p:cond delay="0"/>
                                          </p:stCondLst>
                                        </p:cTn>
                                        <p:tgtEl>
                                          <p:spTgt spid="36"/>
                                        </p:tgtEl>
                                        <p:attrNameLst>
                                          <p:attrName>style.visibility</p:attrName>
                                        </p:attrNameLst>
                                      </p:cBhvr>
                                      <p:to>
                                        <p:strVal val="visible"/>
                                      </p:to>
                                    </p:set>
                                    <p:anim calcmode="lin" valueType="num">
                                      <p:cBhvr>
                                        <p:cTn id="149" dur="500" fill="hold"/>
                                        <p:tgtEl>
                                          <p:spTgt spid="36"/>
                                        </p:tgtEl>
                                        <p:attrNameLst>
                                          <p:attrName>ppt_w</p:attrName>
                                        </p:attrNameLst>
                                      </p:cBhvr>
                                      <p:tavLst>
                                        <p:tav tm="0">
                                          <p:val>
                                            <p:fltVal val="0"/>
                                          </p:val>
                                        </p:tav>
                                        <p:tav tm="100000">
                                          <p:val>
                                            <p:strVal val="#ppt_w"/>
                                          </p:val>
                                        </p:tav>
                                      </p:tavLst>
                                    </p:anim>
                                    <p:anim calcmode="lin" valueType="num">
                                      <p:cBhvr>
                                        <p:cTn id="150" dur="500" fill="hold"/>
                                        <p:tgtEl>
                                          <p:spTgt spid="36"/>
                                        </p:tgtEl>
                                        <p:attrNameLst>
                                          <p:attrName>ppt_h</p:attrName>
                                        </p:attrNameLst>
                                      </p:cBhvr>
                                      <p:tavLst>
                                        <p:tav tm="0">
                                          <p:val>
                                            <p:fltVal val="0"/>
                                          </p:val>
                                        </p:tav>
                                        <p:tav tm="100000">
                                          <p:val>
                                            <p:strVal val="#ppt_h"/>
                                          </p:val>
                                        </p:tav>
                                      </p:tavLst>
                                    </p:anim>
                                    <p:animEffect transition="in" filter="fade">
                                      <p:cBhvr>
                                        <p:cTn id="151" dur="500"/>
                                        <p:tgtEl>
                                          <p:spTgt spid="36"/>
                                        </p:tgtEl>
                                      </p:cBhvr>
                                    </p:animEffect>
                                  </p:childTnLst>
                                </p:cTn>
                              </p:par>
                              <p:par>
                                <p:cTn id="157" presetID="53" presetClass="entr" presetSubtype="16" fill="hold" nodeType="withEffect">
                                  <p:stCondLst>
                                    <p:cond delay="0"/>
                                  </p:stCondLst>
                                  <p:childTnLst>
                                    <p:set>
                                      <p:cBhvr>
                                        <p:cTn id="153" dur="1" fill="hold">
                                          <p:stCondLst>
                                            <p:cond delay="0"/>
                                          </p:stCondLst>
                                        </p:cTn>
                                        <p:tgtEl>
                                          <p:spTgt spid="33"/>
                                        </p:tgtEl>
                                        <p:attrNameLst>
                                          <p:attrName>style.visibility</p:attrName>
                                        </p:attrNameLst>
                                      </p:cBhvr>
                                      <p:to>
                                        <p:strVal val="visible"/>
                                      </p:to>
                                    </p:set>
                                    <p:anim calcmode="lin" valueType="num">
                                      <p:cBhvr>
                                        <p:cTn id="154" dur="500" fill="hold"/>
                                        <p:tgtEl>
                                          <p:spTgt spid="33"/>
                                        </p:tgtEl>
                                        <p:attrNameLst>
                                          <p:attrName>ppt_w</p:attrName>
                                        </p:attrNameLst>
                                      </p:cBhvr>
                                      <p:tavLst>
                                        <p:tav tm="0">
                                          <p:val>
                                            <p:fltVal val="0"/>
                                          </p:val>
                                        </p:tav>
                                        <p:tav tm="100000">
                                          <p:val>
                                            <p:strVal val="#ppt_w"/>
                                          </p:val>
                                        </p:tav>
                                      </p:tavLst>
                                    </p:anim>
                                    <p:anim calcmode="lin" valueType="num">
                                      <p:cBhvr>
                                        <p:cTn id="155" dur="500" fill="hold"/>
                                        <p:tgtEl>
                                          <p:spTgt spid="33"/>
                                        </p:tgtEl>
                                        <p:attrNameLst>
                                          <p:attrName>ppt_h</p:attrName>
                                        </p:attrNameLst>
                                      </p:cBhvr>
                                      <p:tavLst>
                                        <p:tav tm="0">
                                          <p:val>
                                            <p:fltVal val="0"/>
                                          </p:val>
                                        </p:tav>
                                        <p:tav tm="100000">
                                          <p:val>
                                            <p:strVal val="#ppt_h"/>
                                          </p:val>
                                        </p:tav>
                                      </p:tavLst>
                                    </p:anim>
                                    <p:animEffect transition="in" filter="fade">
                                      <p:cBhvr>
                                        <p:cTn id="156" dur="500"/>
                                        <p:tgtEl>
                                          <p:spTgt spid="33"/>
                                        </p:tgtEl>
                                      </p:cBhvr>
                                    </p:animEffect>
                                  </p:childTnLst>
                                </p:cTn>
                              </p:par>
                              <p:par>
                                <p:cTn id="162" presetID="53" presetClass="entr" presetSubtype="16" fill="hold" nodeType="withEffect">
                                  <p:stCondLst>
                                    <p:cond delay="0"/>
                                  </p:stCondLst>
                                  <p:childTnLst>
                                    <p:set>
                                      <p:cBhvr>
                                        <p:cTn id="158" dur="1" fill="hold">
                                          <p:stCondLst>
                                            <p:cond delay="0"/>
                                          </p:stCondLst>
                                        </p:cTn>
                                        <p:tgtEl>
                                          <p:spTgt spid="34"/>
                                        </p:tgtEl>
                                        <p:attrNameLst>
                                          <p:attrName>style.visibility</p:attrName>
                                        </p:attrNameLst>
                                      </p:cBhvr>
                                      <p:to>
                                        <p:strVal val="visible"/>
                                      </p:to>
                                    </p:set>
                                    <p:anim calcmode="lin" valueType="num">
                                      <p:cBhvr>
                                        <p:cTn id="159" dur="500" fill="hold"/>
                                        <p:tgtEl>
                                          <p:spTgt spid="34"/>
                                        </p:tgtEl>
                                        <p:attrNameLst>
                                          <p:attrName>ppt_w</p:attrName>
                                        </p:attrNameLst>
                                      </p:cBhvr>
                                      <p:tavLst>
                                        <p:tav tm="0">
                                          <p:val>
                                            <p:fltVal val="0"/>
                                          </p:val>
                                        </p:tav>
                                        <p:tav tm="100000">
                                          <p:val>
                                            <p:strVal val="#ppt_w"/>
                                          </p:val>
                                        </p:tav>
                                      </p:tavLst>
                                    </p:anim>
                                    <p:anim calcmode="lin" valueType="num">
                                      <p:cBhvr>
                                        <p:cTn id="160" dur="500" fill="hold"/>
                                        <p:tgtEl>
                                          <p:spTgt spid="34"/>
                                        </p:tgtEl>
                                        <p:attrNameLst>
                                          <p:attrName>ppt_h</p:attrName>
                                        </p:attrNameLst>
                                      </p:cBhvr>
                                      <p:tavLst>
                                        <p:tav tm="0">
                                          <p:val>
                                            <p:fltVal val="0"/>
                                          </p:val>
                                        </p:tav>
                                        <p:tav tm="100000">
                                          <p:val>
                                            <p:strVal val="#ppt_h"/>
                                          </p:val>
                                        </p:tav>
                                      </p:tavLst>
                                    </p:anim>
                                    <p:animEffect transition="in" filter="fade">
                                      <p:cBhvr>
                                        <p:cTn id="161" dur="500"/>
                                        <p:tgtEl>
                                          <p:spTgt spid="34"/>
                                        </p:tgtEl>
                                      </p:cBhvr>
                                    </p:animEffect>
                                  </p:childTnLst>
                                </p:cTn>
                              </p:par>
                            </p:childTnLst>
                          </p:cTn>
                        </p:par>
                      </p:childTnLst>
                    </p:cTn>
                  </p:par>
                  <p:par>
                    <p:cTn id="163" fill="hold">
                      <p:stCondLst>
                        <p:cond delay="indefinite"/>
                      </p:stCondLst>
                      <p:childTnLst>
                        <p:par>
                          <p:cTn id="164" fill="hold">
                            <p:stCondLst>
                              <p:cond delay="0"/>
                            </p:stCondLst>
                            <p:childTnLst>
                              <p:par>
                                <p:cTn id="169" presetID="53" presetClass="entr" presetSubtype="16" fill="hold" nodeType="clickEffect">
                                  <p:stCondLst>
                                    <p:cond delay="0"/>
                                  </p:stCondLst>
                                  <p:childTnLst>
                                    <p:set>
                                      <p:cBhvr>
                                        <p:cTn id="165" dur="1" fill="hold">
                                          <p:stCondLst>
                                            <p:cond delay="0"/>
                                          </p:stCondLst>
                                        </p:cTn>
                                        <p:tgtEl>
                                          <p:spTgt spid="37"/>
                                        </p:tgtEl>
                                        <p:attrNameLst>
                                          <p:attrName>style.visibility</p:attrName>
                                        </p:attrNameLst>
                                      </p:cBhvr>
                                      <p:to>
                                        <p:strVal val="visible"/>
                                      </p:to>
                                    </p:set>
                                    <p:anim calcmode="lin" valueType="num">
                                      <p:cBhvr>
                                        <p:cTn id="166" dur="300" fill="hold"/>
                                        <p:tgtEl>
                                          <p:spTgt spid="37"/>
                                        </p:tgtEl>
                                        <p:attrNameLst>
                                          <p:attrName>ppt_w</p:attrName>
                                        </p:attrNameLst>
                                      </p:cBhvr>
                                      <p:tavLst>
                                        <p:tav tm="0">
                                          <p:val>
                                            <p:fltVal val="0"/>
                                          </p:val>
                                        </p:tav>
                                        <p:tav tm="100000">
                                          <p:val>
                                            <p:strVal val="#ppt_w"/>
                                          </p:val>
                                        </p:tav>
                                      </p:tavLst>
                                    </p:anim>
                                    <p:anim calcmode="lin" valueType="num">
                                      <p:cBhvr>
                                        <p:cTn id="167" dur="300" fill="hold"/>
                                        <p:tgtEl>
                                          <p:spTgt spid="37"/>
                                        </p:tgtEl>
                                        <p:attrNameLst>
                                          <p:attrName>ppt_h</p:attrName>
                                        </p:attrNameLst>
                                      </p:cBhvr>
                                      <p:tavLst>
                                        <p:tav tm="0">
                                          <p:val>
                                            <p:fltVal val="0"/>
                                          </p:val>
                                        </p:tav>
                                        <p:tav tm="100000">
                                          <p:val>
                                            <p:strVal val="#ppt_h"/>
                                          </p:val>
                                        </p:tav>
                                      </p:tavLst>
                                    </p:anim>
                                    <p:animEffect transition="in" filter="fade">
                                      <p:cBhvr>
                                        <p:cTn id="168" dur="300"/>
                                        <p:tgtEl>
                                          <p:spTgt spid="37"/>
                                        </p:tgtEl>
                                      </p:cBhvr>
                                    </p:animEffect>
                                  </p:childTnLst>
                                </p:cTn>
                              </p:par>
                            </p:childTnLst>
                          </p:cTn>
                        </p:par>
                      </p:childTnLst>
                    </p:cTn>
                  </p:par>
                  <p:par>
                    <p:cTn id="170" fill="hold">
                      <p:stCondLst>
                        <p:cond delay="indefinite"/>
                      </p:stCondLst>
                      <p:childTnLst>
                        <p:par>
                          <p:cTn id="171" fill="hold">
                            <p:stCondLst>
                              <p:cond delay="0"/>
                            </p:stCondLst>
                            <p:childTnLst>
                              <p:par>
                                <p:cTn id="173" presetID="0" presetClass="path" presetSubtype="0" fill="hold" nodeType="clickEffect">
                                  <p:stCondLst>
                                    <p:cond delay="0"/>
                                  </p:stCondLst>
                                  <p:childTnLst>
                                    <p:animMotion origin="layout" path="M 0 0 L 0.0000 0.0405 L 0.0019 0.0810 L 0.0078 0.1181 L 0.0175 0.1482 L 0.0349 0.1870 L 0.0242 0.2258 L 0.0000 0.2603 L -0.0242 0.3120 L 0.0291 0.3249 L -0.0291 0.3594 L 0.0339 0.3809 L -0.0291 0.4154 L -0.0582 0.4412 L -0.0630 0.3723 L -0.0601 0.2947 L 0.0000 0.2844 L 0.0630 0.2904 L 0.0659 0.3723 L 0.0630 0.4499 L 0.0339 0.4826 L 0.0000 0.4947 L 0.0000 0.5360 E" pathEditMode="relative" rAng="0" ptsTypes="">
                                      <p:cBhvr>
                                        <p:cTn id="172" dur="7000" fill="hold"/>
                                        <p:tgtEl>
                                          <p:spTgt spid="37"/>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1_title" descr="أجهزة الهضم في اللافقاريات">    </p:cNvPr>
          <p:cNvPicPr>
            <a:picLocks noChangeAspect="1"/>
          </p:cNvPicPr>
          <p:nvPr/>
        </p:nvPicPr>
        <p:blipFill>
          <a:blip r:embed="rId2"/>
          <a:stretch>
            <a:fillRect/>
          </a:stretch>
        </p:blipFill>
        <p:spPr>
          <a:xfrm>
            <a:off x="2828071" y="109728"/>
            <a:ext cx="6535554" cy="1024128"/>
          </a:xfrm>
          <a:prstGeom prst="rect">
            <a:avLst/>
          </a:prstGeom>
        </p:spPr>
      </p:pic>
      <p:sp>
        <p:nvSpPr>
          <p:cNvPr id="3" name="s11_txt_1"/>
          <p:cNvSpPr txBox="1"/>
          <p:nvPr/>
        </p:nvSpPr>
        <p:spPr>
          <a:xfrm>
            <a:off x="2194560" y="1261872"/>
            <a:ext cx="7772400" cy="548640"/>
          </a:xfrm>
          <a:prstGeom prst="rect">
            <a:avLst/>
          </a:prstGeom>
          <a:noFill/>
          <a:ln/>
        </p:spPr>
        <p:txBody>
          <a:bodyPr wrap="square" lIns="762" tIns="762" rIns="762" bIns="762" rtlCol="0" anchor="ctr"/>
          <a:lstStyle/>
          <a:p>
            <a:pPr rtl="1" algn="ctr" indent="0" marL="0">
              <a:lnSpc>
                <a:spcPct val="105000"/>
              </a:lnSpc>
              <a:buNone/>
            </a:pPr>
            <a:r>
              <a:rPr lang="ar-SA" altLang="en-US" sz="2400" b="1" dirty="0">
                <a:solidFill>
                  <a:srgbClr val="1FA477"/>
                </a:solidFill>
                <a:latin typeface="Tahoma" pitchFamily="34" charset="0"/>
                <a:ea typeface="Tahoma" pitchFamily="34" charset="-122"/>
                <a:cs typeface="Tahoma" pitchFamily="34" charset="-120"/>
              </a:rPr>
              <a:t>تختلف طرائق هضم الغذاء لدى اللافقاريات</a:t>
            </a:r>
            <a:endParaRPr lang="ar-SA" sz="2400" dirty="0"/>
          </a:p>
        </p:txBody>
      </p:sp>
      <p:pic>
        <p:nvPicPr>
          <p:cNvPr id="4" name="s11_img_2" descr="منصة عرض">    </p:cNvPr>
          <p:cNvPicPr>
            <a:picLocks noChangeAspect="1"/>
          </p:cNvPicPr>
          <p:nvPr/>
        </p:nvPicPr>
        <p:blipFill>
          <a:blip r:embed="rId3"/>
          <a:stretch>
            <a:fillRect/>
          </a:stretch>
        </p:blipFill>
        <p:spPr>
          <a:xfrm>
            <a:off x="8092440" y="3840480"/>
            <a:ext cx="3611880" cy="2006600"/>
          </a:xfrm>
          <a:prstGeom prst="rect">
            <a:avLst/>
          </a:prstGeom>
        </p:spPr>
      </p:pic>
      <p:pic>
        <p:nvPicPr>
          <p:cNvPr id="5" name="s11_img_3" descr="الإسفنج">    </p:cNvPr>
          <p:cNvPicPr>
            <a:picLocks noChangeAspect="1"/>
          </p:cNvPicPr>
          <p:nvPr/>
        </p:nvPicPr>
        <p:blipFill>
          <a:blip r:embed="rId4"/>
          <a:stretch>
            <a:fillRect/>
          </a:stretch>
        </p:blipFill>
        <p:spPr>
          <a:xfrm>
            <a:off x="8732520" y="1783080"/>
            <a:ext cx="2331720" cy="2331720"/>
          </a:xfrm>
          <a:prstGeom prst="rect">
            <a:avLst/>
          </a:prstGeom>
        </p:spPr>
      </p:pic>
      <p:sp>
        <p:nvSpPr>
          <p:cNvPr id="6" name="s11_txt_4"/>
          <p:cNvSpPr txBox="1"/>
          <p:nvPr/>
        </p:nvSpPr>
        <p:spPr>
          <a:xfrm>
            <a:off x="8869680" y="4069080"/>
            <a:ext cx="2057400" cy="502920"/>
          </a:xfrm>
          <a:prstGeom prst="roundRect">
            <a:avLst>
              <a:gd name="adj" fmla="val 50000"/>
            </a:avLst>
          </a:prstGeom>
          <a:solidFill>
            <a:srgbClr val="F5A93C"/>
          </a:solidFill>
          <a:ln/>
        </p:spPr>
        <p:txBody>
          <a:bodyPr wrap="square" lIns="508" tIns="508" rIns="508" bIns="508" rtlCol="0" anchor="ctr"/>
          <a:lstStyle/>
          <a:p>
            <a:pPr rtl="1" algn="ctr" indent="0" marL="0">
              <a:lnSpc>
                <a:spcPct val="105000"/>
              </a:lnSpc>
              <a:buNone/>
            </a:pPr>
            <a:r>
              <a:rPr lang="ar-SA" altLang="en-US" sz="2200" b="1" dirty="0">
                <a:solidFill>
                  <a:srgbClr val="FFFFFF"/>
                </a:solidFill>
                <a:latin typeface="Tahoma" pitchFamily="34" charset="0"/>
                <a:ea typeface="Tahoma" pitchFamily="34" charset="-122"/>
                <a:cs typeface="Tahoma" pitchFamily="34" charset="-120"/>
              </a:rPr>
              <a:t>الإسفنج</a:t>
            </a:r>
            <a:endParaRPr lang="ar-SA" sz="2200" dirty="0"/>
          </a:p>
        </p:txBody>
      </p:sp>
      <p:sp>
        <p:nvSpPr>
          <p:cNvPr id="7" name="s11_txt_5"/>
          <p:cNvSpPr txBox="1"/>
          <p:nvPr/>
        </p:nvSpPr>
        <p:spPr>
          <a:xfrm>
            <a:off x="8458200" y="4617720"/>
            <a:ext cx="2926080" cy="1051560"/>
          </a:xfrm>
          <a:prstGeom prst="rect">
            <a:avLst/>
          </a:prstGeom>
          <a:noFill/>
          <a:ln/>
        </p:spPr>
        <p:txBody>
          <a:bodyPr wrap="square" lIns="762" tIns="762" rIns="762" bIns="762" rtlCol="0" anchor="t"/>
          <a:lstStyle/>
          <a:p>
            <a:pPr rtl="1" algn="ctr" indent="0" marL="0">
              <a:lnSpc>
                <a:spcPct val="105000"/>
              </a:lnSpc>
              <a:buNone/>
            </a:pPr>
            <a:r>
              <a:rPr lang="ar-SA" altLang="en-US" sz="1700" b="1" dirty="0">
                <a:solidFill>
                  <a:srgbClr val="3B2A5A"/>
                </a:solidFill>
                <a:latin typeface="Tahoma" pitchFamily="34" charset="0"/>
                <a:ea typeface="Tahoma" pitchFamily="34" charset="-122"/>
                <a:cs typeface="Tahoma" pitchFamily="34" charset="-120"/>
              </a:rPr>
              <a:t>يرشّح الغذاء من الماء الذي يدخل عبر ثقوب جسمه.</a:t>
            </a:r>
            <a:endParaRPr lang="ar-SA" sz="1700" dirty="0"/>
          </a:p>
        </p:txBody>
      </p:sp>
      <p:pic>
        <p:nvPicPr>
          <p:cNvPr id="8" name="s11_img_6" descr="منصة عرض">    </p:cNvPr>
          <p:cNvPicPr>
            <a:picLocks noChangeAspect="1"/>
          </p:cNvPicPr>
          <p:nvPr/>
        </p:nvPicPr>
        <p:blipFill>
          <a:blip r:embed="rId5"/>
          <a:stretch>
            <a:fillRect/>
          </a:stretch>
        </p:blipFill>
        <p:spPr>
          <a:xfrm>
            <a:off x="4297680" y="3840480"/>
            <a:ext cx="3611880" cy="2006600"/>
          </a:xfrm>
          <a:prstGeom prst="rect">
            <a:avLst/>
          </a:prstGeom>
        </p:spPr>
      </p:pic>
      <p:pic>
        <p:nvPicPr>
          <p:cNvPr id="9" name="s11_img_7" descr="قنديل البحر">    </p:cNvPr>
          <p:cNvPicPr>
            <a:picLocks noChangeAspect="1"/>
          </p:cNvPicPr>
          <p:nvPr/>
        </p:nvPicPr>
        <p:blipFill>
          <a:blip r:embed="rId6"/>
          <a:stretch>
            <a:fillRect/>
          </a:stretch>
        </p:blipFill>
        <p:spPr>
          <a:xfrm>
            <a:off x="4937760" y="1783080"/>
            <a:ext cx="2331720" cy="2331720"/>
          </a:xfrm>
          <a:prstGeom prst="rect">
            <a:avLst/>
          </a:prstGeom>
        </p:spPr>
      </p:pic>
      <p:sp>
        <p:nvSpPr>
          <p:cNvPr id="10" name="s11_txt_8"/>
          <p:cNvSpPr txBox="1"/>
          <p:nvPr/>
        </p:nvSpPr>
        <p:spPr>
          <a:xfrm>
            <a:off x="5074920" y="4069080"/>
            <a:ext cx="2057400" cy="502920"/>
          </a:xfrm>
          <a:prstGeom prst="roundRect">
            <a:avLst>
              <a:gd name="adj" fmla="val 50000"/>
            </a:avLst>
          </a:prstGeom>
          <a:solidFill>
            <a:srgbClr val="E58FD0"/>
          </a:solidFill>
          <a:ln/>
        </p:spPr>
        <p:txBody>
          <a:bodyPr wrap="square" lIns="508" tIns="508" rIns="508" bIns="508" rtlCol="0" anchor="ctr"/>
          <a:lstStyle/>
          <a:p>
            <a:pPr rtl="1" algn="ctr" indent="0" marL="0">
              <a:lnSpc>
                <a:spcPct val="105000"/>
              </a:lnSpc>
              <a:buNone/>
            </a:pPr>
            <a:r>
              <a:rPr lang="ar-SA" altLang="en-US" sz="2200" b="1" dirty="0">
                <a:solidFill>
                  <a:srgbClr val="FFFFFF"/>
                </a:solidFill>
                <a:latin typeface="Tahoma" pitchFamily="34" charset="0"/>
                <a:ea typeface="Tahoma" pitchFamily="34" charset="-122"/>
                <a:cs typeface="Tahoma" pitchFamily="34" charset="-120"/>
              </a:rPr>
              <a:t>قنديل البحر</a:t>
            </a:r>
            <a:endParaRPr lang="ar-SA" sz="2200" dirty="0"/>
          </a:p>
        </p:txBody>
      </p:sp>
      <p:sp>
        <p:nvSpPr>
          <p:cNvPr id="11" name="s11_txt_9"/>
          <p:cNvSpPr txBox="1"/>
          <p:nvPr/>
        </p:nvSpPr>
        <p:spPr>
          <a:xfrm>
            <a:off x="4663440" y="4617720"/>
            <a:ext cx="2926080" cy="1051560"/>
          </a:xfrm>
          <a:prstGeom prst="rect">
            <a:avLst/>
          </a:prstGeom>
          <a:noFill/>
          <a:ln/>
        </p:spPr>
        <p:txBody>
          <a:bodyPr wrap="square" lIns="762" tIns="762" rIns="762" bIns="762" rtlCol="0" anchor="t"/>
          <a:lstStyle/>
          <a:p>
            <a:pPr rtl="1" algn="ctr" indent="0" marL="0">
              <a:lnSpc>
                <a:spcPct val="105000"/>
              </a:lnSpc>
              <a:buNone/>
            </a:pPr>
            <a:r>
              <a:rPr lang="ar-SA" altLang="en-US" sz="1700" b="1" dirty="0">
                <a:solidFill>
                  <a:srgbClr val="3B2A5A"/>
                </a:solidFill>
                <a:latin typeface="Tahoma" pitchFamily="34" charset="0"/>
                <a:ea typeface="Tahoma" pitchFamily="34" charset="-122"/>
                <a:cs typeface="Tahoma" pitchFamily="34" charset="-120"/>
              </a:rPr>
              <a:t>له تجويف هضمي بفتحة واحدة: يدخل منها الغذاء وتخرج منها الفضلات.</a:t>
            </a:r>
            <a:endParaRPr lang="ar-SA" sz="1700" dirty="0"/>
          </a:p>
        </p:txBody>
      </p:sp>
      <p:pic>
        <p:nvPicPr>
          <p:cNvPr id="12" name="s11_img_10" descr="منصة عرض">    </p:cNvPr>
          <p:cNvPicPr>
            <a:picLocks noChangeAspect="1"/>
          </p:cNvPicPr>
          <p:nvPr/>
        </p:nvPicPr>
        <p:blipFill>
          <a:blip r:embed="rId7"/>
          <a:stretch>
            <a:fillRect/>
          </a:stretch>
        </p:blipFill>
        <p:spPr>
          <a:xfrm>
            <a:off x="502920" y="3840480"/>
            <a:ext cx="3611880" cy="2006600"/>
          </a:xfrm>
          <a:prstGeom prst="rect">
            <a:avLst/>
          </a:prstGeom>
        </p:spPr>
      </p:pic>
      <p:pic>
        <p:nvPicPr>
          <p:cNvPr id="13" name="s11_img_11" descr="دودة الأرض">    </p:cNvPr>
          <p:cNvPicPr>
            <a:picLocks noChangeAspect="1"/>
          </p:cNvPicPr>
          <p:nvPr/>
        </p:nvPicPr>
        <p:blipFill>
          <a:blip r:embed="rId8"/>
          <a:stretch>
            <a:fillRect/>
          </a:stretch>
        </p:blipFill>
        <p:spPr>
          <a:xfrm>
            <a:off x="411480" y="2148840"/>
            <a:ext cx="3794760" cy="1497932"/>
          </a:xfrm>
          <a:prstGeom prst="rect">
            <a:avLst/>
          </a:prstGeom>
        </p:spPr>
      </p:pic>
      <p:sp>
        <p:nvSpPr>
          <p:cNvPr id="14" name="s11_txt_12"/>
          <p:cNvSpPr txBox="1"/>
          <p:nvPr/>
        </p:nvSpPr>
        <p:spPr>
          <a:xfrm>
            <a:off x="1280160" y="4069080"/>
            <a:ext cx="2057400" cy="502920"/>
          </a:xfrm>
          <a:prstGeom prst="roundRect">
            <a:avLst>
              <a:gd name="adj" fmla="val 50000"/>
            </a:avLst>
          </a:prstGeom>
          <a:solidFill>
            <a:srgbClr val="3BA7E0"/>
          </a:solidFill>
          <a:ln/>
        </p:spPr>
        <p:txBody>
          <a:bodyPr wrap="square" lIns="508" tIns="508" rIns="508" bIns="508" rtlCol="0" anchor="ctr"/>
          <a:lstStyle/>
          <a:p>
            <a:pPr rtl="1" algn="ctr" indent="0" marL="0">
              <a:lnSpc>
                <a:spcPct val="105000"/>
              </a:lnSpc>
              <a:buNone/>
            </a:pPr>
            <a:r>
              <a:rPr lang="ar-SA" altLang="en-US" sz="2200" b="1" dirty="0">
                <a:solidFill>
                  <a:srgbClr val="FFFFFF"/>
                </a:solidFill>
                <a:latin typeface="Tahoma" pitchFamily="34" charset="0"/>
                <a:ea typeface="Tahoma" pitchFamily="34" charset="-122"/>
                <a:cs typeface="Tahoma" pitchFamily="34" charset="-120"/>
              </a:rPr>
              <a:t>دودة الأرض</a:t>
            </a:r>
            <a:endParaRPr lang="ar-SA" sz="2200" dirty="0"/>
          </a:p>
        </p:txBody>
      </p:sp>
      <p:sp>
        <p:nvSpPr>
          <p:cNvPr id="15" name="s11_txt_13"/>
          <p:cNvSpPr txBox="1"/>
          <p:nvPr/>
        </p:nvSpPr>
        <p:spPr>
          <a:xfrm>
            <a:off x="868680" y="4617720"/>
            <a:ext cx="2926080" cy="1051560"/>
          </a:xfrm>
          <a:prstGeom prst="rect">
            <a:avLst/>
          </a:prstGeom>
          <a:noFill/>
          <a:ln/>
        </p:spPr>
        <p:txBody>
          <a:bodyPr wrap="square" lIns="762" tIns="762" rIns="762" bIns="762" rtlCol="0" anchor="t"/>
          <a:lstStyle/>
          <a:p>
            <a:pPr rtl="1" algn="ctr" indent="0" marL="0">
              <a:lnSpc>
                <a:spcPct val="105000"/>
              </a:lnSpc>
              <a:buNone/>
            </a:pPr>
            <a:r>
              <a:rPr lang="ar-SA" altLang="en-US" sz="1700" b="1" dirty="0">
                <a:solidFill>
                  <a:srgbClr val="3B2A5A"/>
                </a:solidFill>
                <a:latin typeface="Tahoma" pitchFamily="34" charset="0"/>
                <a:ea typeface="Tahoma" pitchFamily="34" charset="-122"/>
                <a:cs typeface="Tahoma" pitchFamily="34" charset="-120"/>
              </a:rPr>
              <a:t>لها قناة هضمية متخصصة بفتحتين: فم ← حوصلة ← قانصة ← أمعاء ← شرج.</a:t>
            </a:r>
            <a:endParaRPr lang="ar-SA" sz="17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p:cTn id="6" dur="500" fill="hold"/>
                                        <p:tgtEl>
                                          <p:spTgt spid="4"/>
                                        </p:tgtEl>
                                        <p:attrNameLst>
                                          <p:attrName>ppt_w</p:attrName>
                                        </p:attrNameLst>
                                      </p:cBhvr>
                                      <p:tavLst>
                                        <p:tav tm="0">
                                          <p:val>
                                            <p:fltVal val="0"/>
                                          </p:val>
                                        </p:tav>
                                        <p:tav tm="100000">
                                          <p:val>
                                            <p:strVal val="#ppt_w"/>
                                          </p:val>
                                        </p:tav>
                                      </p:tavLst>
                                    </p:anim>
                                    <p:anim calcmode="lin" valueType="num">
                                      <p:cBhvr>
                                        <p:cTn id="7" dur="500" fill="hold"/>
                                        <p:tgtEl>
                                          <p:spTgt spid="4"/>
                                        </p:tgtEl>
                                        <p:attrNameLst>
                                          <p:attrName>ppt_h</p:attrName>
                                        </p:attrNameLst>
                                      </p:cBhvr>
                                      <p:tavLst>
                                        <p:tav tm="0">
                                          <p:val>
                                            <p:fltVal val="0"/>
                                          </p:val>
                                        </p:tav>
                                        <p:tav tm="100000">
                                          <p:val>
                                            <p:strVal val="#ppt_h"/>
                                          </p:val>
                                        </p:tav>
                                      </p:tavLst>
                                    </p:anim>
                                    <p:animEffect transition="in" filter="fade">
                                      <p:cBhvr>
                                        <p:cTn id="8" dur="500"/>
                                        <p:tgtEl>
                                          <p:spTgt spid="4"/>
                                        </p:tgtEl>
                                      </p:cBhvr>
                                    </p:animEffect>
                                  </p:childTnLst>
                                </p:cTn>
                              </p:par>
                              <p:par>
                                <p:cTn id="14" presetID="53" presetClass="entr" presetSubtype="16"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par>
                                <p:cTn id="19" presetID="53" presetClass="entr" presetSubtype="16"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4" presetID="10"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31" presetID="53" presetClass="entr" presetSubtype="16"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animEffect transition="in" filter="fade">
                                      <p:cBhvr>
                                        <p:cTn id="30" dur="500"/>
                                        <p:tgtEl>
                                          <p:spTgt spid="8"/>
                                        </p:tgtEl>
                                      </p:cBhvr>
                                    </p:animEffect>
                                  </p:childTnLst>
                                </p:cTn>
                              </p:par>
                              <p:par>
                                <p:cTn id="36" presetID="53" presetClass="entr" presetSubtype="16" fill="hold"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fltVal val="0"/>
                                          </p:val>
                                        </p:tav>
                                        <p:tav tm="100000">
                                          <p:val>
                                            <p:strVal val="#ppt_h"/>
                                          </p:val>
                                        </p:tav>
                                      </p:tavLst>
                                    </p:anim>
                                    <p:animEffect transition="in" filter="fade">
                                      <p:cBhvr>
                                        <p:cTn id="35" dur="500"/>
                                        <p:tgtEl>
                                          <p:spTgt spid="9"/>
                                        </p:tgtEl>
                                      </p:cBhvr>
                                    </p:animEffect>
                                  </p:childTnLst>
                                </p:cTn>
                              </p:par>
                              <p:par>
                                <p:cTn id="41" presetID="53" presetClass="entr" presetSubtype="16" fill="hold" nodeType="with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ppt_w</p:attrName>
                                        </p:attrNameLst>
                                      </p:cBhvr>
                                      <p:tavLst>
                                        <p:tav tm="0">
                                          <p:val>
                                            <p:fltVal val="0"/>
                                          </p:val>
                                        </p:tav>
                                        <p:tav tm="100000">
                                          <p:val>
                                            <p:strVal val="#ppt_w"/>
                                          </p:val>
                                        </p:tav>
                                      </p:tavLst>
                                    </p:anim>
                                    <p:anim calcmode="lin" valueType="num">
                                      <p:cBhvr>
                                        <p:cTn id="39" dur="500" fill="hold"/>
                                        <p:tgtEl>
                                          <p:spTgt spid="10"/>
                                        </p:tgtEl>
                                        <p:attrNameLst>
                                          <p:attrName>ppt_h</p:attrName>
                                        </p:attrNameLst>
                                      </p:cBhvr>
                                      <p:tavLst>
                                        <p:tav tm="0">
                                          <p:val>
                                            <p:fltVal val="0"/>
                                          </p:val>
                                        </p:tav>
                                        <p:tav tm="100000">
                                          <p:val>
                                            <p:strVal val="#ppt_h"/>
                                          </p:val>
                                        </p:tav>
                                      </p:tavLst>
                                    </p:anim>
                                    <p:animEffect transition="in" filter="fade">
                                      <p:cBhvr>
                                        <p:cTn id="40"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6" presetID="10" presetClass="entr" presetSubtype="0"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53" presetID="53" presetClass="entr" presetSubtype="16" fill="hold" nodeType="click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p:cTn id="50" dur="500" fill="hold"/>
                                        <p:tgtEl>
                                          <p:spTgt spid="12"/>
                                        </p:tgtEl>
                                        <p:attrNameLst>
                                          <p:attrName>ppt_w</p:attrName>
                                        </p:attrNameLst>
                                      </p:cBhvr>
                                      <p:tavLst>
                                        <p:tav tm="0">
                                          <p:val>
                                            <p:fltVal val="0"/>
                                          </p:val>
                                        </p:tav>
                                        <p:tav tm="100000">
                                          <p:val>
                                            <p:strVal val="#ppt_w"/>
                                          </p:val>
                                        </p:tav>
                                      </p:tavLst>
                                    </p:anim>
                                    <p:anim calcmode="lin" valueType="num">
                                      <p:cBhvr>
                                        <p:cTn id="51" dur="500" fill="hold"/>
                                        <p:tgtEl>
                                          <p:spTgt spid="12"/>
                                        </p:tgtEl>
                                        <p:attrNameLst>
                                          <p:attrName>ppt_h</p:attrName>
                                        </p:attrNameLst>
                                      </p:cBhvr>
                                      <p:tavLst>
                                        <p:tav tm="0">
                                          <p:val>
                                            <p:fltVal val="0"/>
                                          </p:val>
                                        </p:tav>
                                        <p:tav tm="100000">
                                          <p:val>
                                            <p:strVal val="#ppt_h"/>
                                          </p:val>
                                        </p:tav>
                                      </p:tavLst>
                                    </p:anim>
                                    <p:animEffect transition="in" filter="fade">
                                      <p:cBhvr>
                                        <p:cTn id="52" dur="500"/>
                                        <p:tgtEl>
                                          <p:spTgt spid="12"/>
                                        </p:tgtEl>
                                      </p:cBhvr>
                                    </p:animEffect>
                                  </p:childTnLst>
                                </p:cTn>
                              </p:par>
                              <p:par>
                                <p:cTn id="58" presetID="53" presetClass="entr" presetSubtype="16" fill="hold" nodeType="with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p:cTn id="55" dur="500" fill="hold"/>
                                        <p:tgtEl>
                                          <p:spTgt spid="13"/>
                                        </p:tgtEl>
                                        <p:attrNameLst>
                                          <p:attrName>ppt_w</p:attrName>
                                        </p:attrNameLst>
                                      </p:cBhvr>
                                      <p:tavLst>
                                        <p:tav tm="0">
                                          <p:val>
                                            <p:fltVal val="0"/>
                                          </p:val>
                                        </p:tav>
                                        <p:tav tm="100000">
                                          <p:val>
                                            <p:strVal val="#ppt_w"/>
                                          </p:val>
                                        </p:tav>
                                      </p:tavLst>
                                    </p:anim>
                                    <p:anim calcmode="lin" valueType="num">
                                      <p:cBhvr>
                                        <p:cTn id="56" dur="500" fill="hold"/>
                                        <p:tgtEl>
                                          <p:spTgt spid="13"/>
                                        </p:tgtEl>
                                        <p:attrNameLst>
                                          <p:attrName>ppt_h</p:attrName>
                                        </p:attrNameLst>
                                      </p:cBhvr>
                                      <p:tavLst>
                                        <p:tav tm="0">
                                          <p:val>
                                            <p:fltVal val="0"/>
                                          </p:val>
                                        </p:tav>
                                        <p:tav tm="100000">
                                          <p:val>
                                            <p:strVal val="#ppt_h"/>
                                          </p:val>
                                        </p:tav>
                                      </p:tavLst>
                                    </p:anim>
                                    <p:animEffect transition="in" filter="fade">
                                      <p:cBhvr>
                                        <p:cTn id="57" dur="500"/>
                                        <p:tgtEl>
                                          <p:spTgt spid="13"/>
                                        </p:tgtEl>
                                      </p:cBhvr>
                                    </p:animEffect>
                                  </p:childTnLst>
                                </p:cTn>
                              </p:par>
                              <p:par>
                                <p:cTn id="63" presetID="53" presetClass="entr" presetSubtype="16" fill="hold" nodeType="with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p:cTn id="60" dur="500" fill="hold"/>
                                        <p:tgtEl>
                                          <p:spTgt spid="14"/>
                                        </p:tgtEl>
                                        <p:attrNameLst>
                                          <p:attrName>ppt_w</p:attrName>
                                        </p:attrNameLst>
                                      </p:cBhvr>
                                      <p:tavLst>
                                        <p:tav tm="0">
                                          <p:val>
                                            <p:fltVal val="0"/>
                                          </p:val>
                                        </p:tav>
                                        <p:tav tm="100000">
                                          <p:val>
                                            <p:strVal val="#ppt_w"/>
                                          </p:val>
                                        </p:tav>
                                      </p:tavLst>
                                    </p:anim>
                                    <p:anim calcmode="lin" valueType="num">
                                      <p:cBhvr>
                                        <p:cTn id="61" dur="500" fill="hold"/>
                                        <p:tgtEl>
                                          <p:spTgt spid="14"/>
                                        </p:tgtEl>
                                        <p:attrNameLst>
                                          <p:attrName>ppt_h</p:attrName>
                                        </p:attrNameLst>
                                      </p:cBhvr>
                                      <p:tavLst>
                                        <p:tav tm="0">
                                          <p:val>
                                            <p:fltVal val="0"/>
                                          </p:val>
                                        </p:tav>
                                        <p:tav tm="100000">
                                          <p:val>
                                            <p:strVal val="#ppt_h"/>
                                          </p:val>
                                        </p:tav>
                                      </p:tavLst>
                                    </p:anim>
                                    <p:animEffect transition="in" filter="fade">
                                      <p:cBhvr>
                                        <p:cTn id="62" dur="500"/>
                                        <p:tgtEl>
                                          <p:spTgt spid="14"/>
                                        </p:tgtEl>
                                      </p:cBhvr>
                                    </p:animEffect>
                                  </p:childTnLst>
                                </p:cTn>
                              </p:par>
                            </p:childTnLst>
                          </p:cTn>
                        </p:par>
                      </p:childTnLst>
                    </p:cTn>
                  </p:par>
                  <p:par>
                    <p:cTn id="64" fill="hold">
                      <p:stCondLst>
                        <p:cond delay="indefinite"/>
                      </p:stCondLst>
                      <p:childTnLst>
                        <p:par>
                          <p:cTn id="65" fill="hold">
                            <p:stCondLst>
                              <p:cond delay="0"/>
                            </p:stCondLst>
                            <p:childTnLst>
                              <p:par>
                                <p:cTn id="68" presetID="10" presetClass="entr" presetSubtype="0" fill="hold"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2_title" descr="أجهزة الهضم في الفقاريات">    </p:cNvPr>
          <p:cNvPicPr>
            <a:picLocks noChangeAspect="1"/>
          </p:cNvPicPr>
          <p:nvPr/>
        </p:nvPicPr>
        <p:blipFill>
          <a:blip r:embed="rId2"/>
          <a:stretch>
            <a:fillRect/>
          </a:stretch>
        </p:blipFill>
        <p:spPr>
          <a:xfrm>
            <a:off x="2954402" y="109728"/>
            <a:ext cx="6282891" cy="1024128"/>
          </a:xfrm>
          <a:prstGeom prst="rect">
            <a:avLst/>
          </a:prstGeom>
        </p:spPr>
      </p:pic>
      <p:sp>
        <p:nvSpPr>
          <p:cNvPr id="3" name="s12_txt_1"/>
          <p:cNvSpPr txBox="1"/>
          <p:nvPr/>
        </p:nvSpPr>
        <p:spPr>
          <a:xfrm>
            <a:off x="914400" y="1261872"/>
            <a:ext cx="10360152" cy="548640"/>
          </a:xfrm>
          <a:prstGeom prst="rect">
            <a:avLst/>
          </a:prstGeom>
          <a:noFill/>
          <a:ln/>
        </p:spPr>
        <p:txBody>
          <a:bodyPr wrap="square" lIns="762" tIns="762" rIns="762" bIns="762" rtlCol="0" anchor="ctr"/>
          <a:lstStyle/>
          <a:p>
            <a:pPr rtl="1" algn="ctr" indent="0" marL="0">
              <a:lnSpc>
                <a:spcPct val="105000"/>
              </a:lnSpc>
              <a:buNone/>
            </a:pPr>
            <a:r>
              <a:rPr lang="ar-SA" altLang="en-US" sz="2300" b="1" dirty="0">
                <a:solidFill>
                  <a:srgbClr val="E2731F"/>
                </a:solidFill>
                <a:latin typeface="Tahoma" pitchFamily="34" charset="0"/>
                <a:ea typeface="Tahoma" pitchFamily="34" charset="-122"/>
                <a:cs typeface="Tahoma" pitchFamily="34" charset="-120"/>
              </a:rPr>
              <a:t>تمتلك الفقاريات أجهزة هضم أكثر تخصصًا، تختلف بحسب طبيعة غذائها</a:t>
            </a:r>
            <a:endParaRPr lang="ar-SA" sz="2300" dirty="0"/>
          </a:p>
        </p:txBody>
      </p:sp>
      <p:sp>
        <p:nvSpPr>
          <p:cNvPr id="4" name="s12_card_2"/>
          <p:cNvSpPr/>
          <p:nvPr/>
        </p:nvSpPr>
        <p:spPr>
          <a:xfrm>
            <a:off x="8092440" y="2011680"/>
            <a:ext cx="3611880" cy="4023360"/>
          </a:xfrm>
          <a:prstGeom prst="roundRect">
            <a:avLst>
              <a:gd name="adj" fmla="val 7089"/>
            </a:avLst>
          </a:prstGeom>
          <a:solidFill>
            <a:srgbClr val="FFFFFF"/>
          </a:solidFill>
          <a:ln w="88900">
            <a:solidFill>
              <a:srgbClr val="F5C24A"/>
            </a:solidFill>
            <a:prstDash val="solid"/>
          </a:ln>
          <a:effectLst>
            <a:outerShdw sx="100000" sy="100000" kx="0" ky="0" algn="bl" rotWithShape="0" blurRad="127000" dist="50800" dir="5400000">
              <a:srgbClr val="5B3E8E">
                <a:alpha val="20000"/>
              </a:srgbClr>
            </a:outerShdw>
          </a:effectLst>
        </p:spPr>
      </p:sp>
      <p:sp>
        <p:nvSpPr>
          <p:cNvPr id="5" name="s12_card_3"/>
          <p:cNvSpPr/>
          <p:nvPr/>
        </p:nvSpPr>
        <p:spPr>
          <a:xfrm>
            <a:off x="8257032" y="2176272"/>
            <a:ext cx="3282696" cy="1691640"/>
          </a:xfrm>
          <a:prstGeom prst="roundRect">
            <a:avLst>
              <a:gd name="adj" fmla="val 15135"/>
            </a:avLst>
          </a:prstGeom>
          <a:solidFill>
            <a:srgbClr val="FFC4DA"/>
          </a:solidFill>
          <a:ln/>
        </p:spPr>
      </p:sp>
      <p:pic>
        <p:nvPicPr>
          <p:cNvPr id="6" name="s12_emo_4" descr="الطيور">    </p:cNvPr>
          <p:cNvPicPr>
            <a:picLocks noChangeAspect="1"/>
          </p:cNvPicPr>
          <p:nvPr/>
        </p:nvPicPr>
        <p:blipFill>
          <a:blip r:embed="rId3"/>
          <a:stretch>
            <a:fillRect/>
          </a:stretch>
        </p:blipFill>
        <p:spPr>
          <a:xfrm>
            <a:off x="9578340" y="2212848"/>
            <a:ext cx="1600200" cy="1600200"/>
          </a:xfrm>
          <a:prstGeom prst="rect">
            <a:avLst/>
          </a:prstGeom>
        </p:spPr>
      </p:pic>
      <p:pic>
        <p:nvPicPr>
          <p:cNvPr id="7" name="s12_emo_5" descr="غذاؤه">    </p:cNvPr>
          <p:cNvPicPr>
            <a:picLocks noChangeAspect="1"/>
          </p:cNvPicPr>
          <p:nvPr/>
        </p:nvPicPr>
        <p:blipFill>
          <a:blip r:embed="rId4"/>
          <a:stretch>
            <a:fillRect/>
          </a:stretch>
        </p:blipFill>
        <p:spPr>
          <a:xfrm>
            <a:off x="8412480" y="2971800"/>
            <a:ext cx="822960" cy="822960"/>
          </a:xfrm>
          <a:prstGeom prst="rect">
            <a:avLst/>
          </a:prstGeom>
        </p:spPr>
      </p:pic>
      <p:sp>
        <p:nvSpPr>
          <p:cNvPr id="8" name="s12_txt_6"/>
          <p:cNvSpPr txBox="1"/>
          <p:nvPr/>
        </p:nvSpPr>
        <p:spPr>
          <a:xfrm>
            <a:off x="8229600" y="3977640"/>
            <a:ext cx="3337560" cy="548640"/>
          </a:xfrm>
          <a:prstGeom prst="rect">
            <a:avLst/>
          </a:prstGeom>
          <a:noFill/>
          <a:ln/>
        </p:spPr>
        <p:txBody>
          <a:bodyPr wrap="square" lIns="762" tIns="762" rIns="762" bIns="762" rtlCol="0" anchor="ctr"/>
          <a:lstStyle/>
          <a:p>
            <a:pPr rtl="1" algn="ctr" indent="0" marL="0">
              <a:lnSpc>
                <a:spcPct val="105000"/>
              </a:lnSpc>
              <a:buNone/>
            </a:pPr>
            <a:r>
              <a:rPr lang="ar-SA" altLang="en-US" sz="2100" b="1" dirty="0">
                <a:solidFill>
                  <a:srgbClr val="E2731F"/>
                </a:solidFill>
                <a:latin typeface="Tahoma" pitchFamily="34" charset="0"/>
                <a:ea typeface="Tahoma" pitchFamily="34" charset="-122"/>
                <a:cs typeface="Tahoma" pitchFamily="34" charset="-120"/>
              </a:rPr>
              <a:t>الطيور</a:t>
            </a:r>
            <a:endParaRPr lang="ar-SA" sz="2100" dirty="0"/>
          </a:p>
        </p:txBody>
      </p:sp>
      <p:sp>
        <p:nvSpPr>
          <p:cNvPr id="9" name="s12_txt_7"/>
          <p:cNvSpPr txBox="1"/>
          <p:nvPr/>
        </p:nvSpPr>
        <p:spPr>
          <a:xfrm>
            <a:off x="8321040" y="4526280"/>
            <a:ext cx="3154680" cy="914400"/>
          </a:xfrm>
          <a:prstGeom prst="rect">
            <a:avLst/>
          </a:prstGeom>
          <a:noFill/>
          <a:ln/>
        </p:spPr>
        <p:txBody>
          <a:bodyPr wrap="square" lIns="762" tIns="762" rIns="762" bIns="762" rtlCol="0" anchor="t"/>
          <a:lstStyle/>
          <a:p>
            <a:pPr rtl="1" algn="ctr" indent="0" marL="0">
              <a:lnSpc>
                <a:spcPct val="105000"/>
              </a:lnSpc>
              <a:buNone/>
            </a:pPr>
            <a:r>
              <a:rPr lang="ar-SA" altLang="en-US" sz="1900" dirty="0">
                <a:solidFill>
                  <a:srgbClr val="3B2A5A"/>
                </a:solidFill>
                <a:latin typeface="Tahoma" pitchFamily="34" charset="0"/>
                <a:ea typeface="Tahoma" pitchFamily="34" charset="-122"/>
                <a:cs typeface="Tahoma" pitchFamily="34" charset="-120"/>
              </a:rPr>
              <a:t>ليس لها أسنان؛ تخزّن الحوصلة الغذاء، وتطحنه القانصة.</a:t>
            </a:r>
            <a:endParaRPr lang="ar-SA" sz="1900" dirty="0"/>
          </a:p>
        </p:txBody>
      </p:sp>
      <p:sp>
        <p:nvSpPr>
          <p:cNvPr id="10" name="s12_txt_8"/>
          <p:cNvSpPr txBox="1"/>
          <p:nvPr/>
        </p:nvSpPr>
        <p:spPr>
          <a:xfrm>
            <a:off x="8641080" y="5440680"/>
            <a:ext cx="2514600" cy="438912"/>
          </a:xfrm>
          <a:prstGeom prst="roundRect">
            <a:avLst>
              <a:gd name="adj" fmla="val 50000"/>
            </a:avLst>
          </a:prstGeom>
          <a:solidFill>
            <a:srgbClr val="E85D9A"/>
          </a:solidFill>
          <a:ln/>
        </p:spPr>
        <p:txBody>
          <a:bodyPr wrap="square" lIns="508" tIns="508" rIns="508" bIns="508" rtlCol="0" anchor="ctr"/>
          <a:lstStyle/>
          <a:p>
            <a:pPr rtl="1" algn="ctr" indent="0" marL="0">
              <a:lnSpc>
                <a:spcPct val="105000"/>
              </a:lnSpc>
              <a:buNone/>
            </a:pPr>
            <a:r>
              <a:rPr lang="ar-SA" altLang="en-US" sz="1800" b="1" dirty="0">
                <a:solidFill>
                  <a:srgbClr val="FFFFFF"/>
                </a:solidFill>
                <a:latin typeface="Tahoma" pitchFamily="34" charset="0"/>
                <a:ea typeface="Tahoma" pitchFamily="34" charset="-122"/>
                <a:cs typeface="Tahoma" pitchFamily="34" charset="-120"/>
              </a:rPr>
              <a:t>غذاؤها: بذور وحبوب</a:t>
            </a:r>
            <a:endParaRPr lang="ar-SA" sz="1800" dirty="0"/>
          </a:p>
        </p:txBody>
      </p:sp>
      <p:sp>
        <p:nvSpPr>
          <p:cNvPr id="11" name="s12_card_9"/>
          <p:cNvSpPr/>
          <p:nvPr/>
        </p:nvSpPr>
        <p:spPr>
          <a:xfrm>
            <a:off x="4297680" y="2011680"/>
            <a:ext cx="3611880" cy="4023360"/>
          </a:xfrm>
          <a:prstGeom prst="roundRect">
            <a:avLst>
              <a:gd name="adj" fmla="val 7089"/>
            </a:avLst>
          </a:prstGeom>
          <a:solidFill>
            <a:srgbClr val="FFFFFF"/>
          </a:solidFill>
          <a:ln w="88900">
            <a:solidFill>
              <a:srgbClr val="F5C24A"/>
            </a:solidFill>
            <a:prstDash val="solid"/>
          </a:ln>
          <a:effectLst>
            <a:outerShdw sx="100000" sy="100000" kx="0" ky="0" algn="bl" rotWithShape="0" blurRad="127000" dist="50800" dir="5400000">
              <a:srgbClr val="5B3E8E">
                <a:alpha val="20000"/>
              </a:srgbClr>
            </a:outerShdw>
          </a:effectLst>
        </p:spPr>
      </p:sp>
      <p:sp>
        <p:nvSpPr>
          <p:cNvPr id="12" name="s12_card_10"/>
          <p:cNvSpPr/>
          <p:nvPr/>
        </p:nvSpPr>
        <p:spPr>
          <a:xfrm>
            <a:off x="4462272" y="2176272"/>
            <a:ext cx="3282696" cy="1691640"/>
          </a:xfrm>
          <a:prstGeom prst="roundRect">
            <a:avLst>
              <a:gd name="adj" fmla="val 15135"/>
            </a:avLst>
          </a:prstGeom>
          <a:solidFill>
            <a:srgbClr val="B5EDD5"/>
          </a:solidFill>
          <a:ln/>
        </p:spPr>
      </p:sp>
      <p:pic>
        <p:nvPicPr>
          <p:cNvPr id="13" name="s12_emo_11" descr="آكلات الأعشاب (البقرة)">    </p:cNvPr>
          <p:cNvPicPr>
            <a:picLocks noChangeAspect="1"/>
          </p:cNvPicPr>
          <p:nvPr/>
        </p:nvPicPr>
        <p:blipFill>
          <a:blip r:embed="rId5"/>
          <a:stretch>
            <a:fillRect/>
          </a:stretch>
        </p:blipFill>
        <p:spPr>
          <a:xfrm>
            <a:off x="5783580" y="2212848"/>
            <a:ext cx="1600200" cy="1600200"/>
          </a:xfrm>
          <a:prstGeom prst="rect">
            <a:avLst/>
          </a:prstGeom>
        </p:spPr>
      </p:pic>
      <p:pic>
        <p:nvPicPr>
          <p:cNvPr id="14" name="s12_emo_12" descr="غذاؤه">    </p:cNvPr>
          <p:cNvPicPr>
            <a:picLocks noChangeAspect="1"/>
          </p:cNvPicPr>
          <p:nvPr/>
        </p:nvPicPr>
        <p:blipFill>
          <a:blip r:embed="rId6"/>
          <a:stretch>
            <a:fillRect/>
          </a:stretch>
        </p:blipFill>
        <p:spPr>
          <a:xfrm>
            <a:off x="4617720" y="2971800"/>
            <a:ext cx="822960" cy="822960"/>
          </a:xfrm>
          <a:prstGeom prst="rect">
            <a:avLst/>
          </a:prstGeom>
        </p:spPr>
      </p:pic>
      <p:sp>
        <p:nvSpPr>
          <p:cNvPr id="15" name="s12_txt_13"/>
          <p:cNvSpPr txBox="1"/>
          <p:nvPr/>
        </p:nvSpPr>
        <p:spPr>
          <a:xfrm>
            <a:off x="4434840" y="3977640"/>
            <a:ext cx="3337560" cy="548640"/>
          </a:xfrm>
          <a:prstGeom prst="rect">
            <a:avLst/>
          </a:prstGeom>
          <a:noFill/>
          <a:ln/>
        </p:spPr>
        <p:txBody>
          <a:bodyPr wrap="square" lIns="762" tIns="762" rIns="762" bIns="762" rtlCol="0" anchor="ctr"/>
          <a:lstStyle/>
          <a:p>
            <a:pPr rtl="1" algn="ctr" indent="0" marL="0">
              <a:lnSpc>
                <a:spcPct val="105000"/>
              </a:lnSpc>
              <a:buNone/>
            </a:pPr>
            <a:r>
              <a:rPr lang="ar-SA" altLang="en-US" sz="2100" b="1" dirty="0">
                <a:solidFill>
                  <a:srgbClr val="E2731F"/>
                </a:solidFill>
                <a:latin typeface="Tahoma" pitchFamily="34" charset="0"/>
                <a:ea typeface="Tahoma" pitchFamily="34" charset="-122"/>
                <a:cs typeface="Tahoma" pitchFamily="34" charset="-120"/>
              </a:rPr>
              <a:t>آكلات الأعشاب (البقرة)</a:t>
            </a:r>
            <a:endParaRPr lang="ar-SA" sz="2100" dirty="0"/>
          </a:p>
        </p:txBody>
      </p:sp>
      <p:sp>
        <p:nvSpPr>
          <p:cNvPr id="16" name="s12_txt_14"/>
          <p:cNvSpPr txBox="1"/>
          <p:nvPr/>
        </p:nvSpPr>
        <p:spPr>
          <a:xfrm>
            <a:off x="4526280" y="4526280"/>
            <a:ext cx="3154680" cy="914400"/>
          </a:xfrm>
          <a:prstGeom prst="rect">
            <a:avLst/>
          </a:prstGeom>
          <a:noFill/>
          <a:ln/>
        </p:spPr>
        <p:txBody>
          <a:bodyPr wrap="square" lIns="762" tIns="762" rIns="762" bIns="762" rtlCol="0" anchor="t"/>
          <a:lstStyle/>
          <a:p>
            <a:pPr rtl="1" algn="ctr" indent="0" marL="0">
              <a:lnSpc>
                <a:spcPct val="105000"/>
              </a:lnSpc>
              <a:buNone/>
            </a:pPr>
            <a:r>
              <a:rPr lang="ar-SA" altLang="en-US" sz="1900" dirty="0">
                <a:solidFill>
                  <a:srgbClr val="3B2A5A"/>
                </a:solidFill>
                <a:latin typeface="Tahoma" pitchFamily="34" charset="0"/>
                <a:ea typeface="Tahoma" pitchFamily="34" charset="-122"/>
                <a:cs typeface="Tahoma" pitchFamily="34" charset="-120"/>
              </a:rPr>
              <a:t>معدة من أربع حجرات، وأمعاء طويلة لهضم النباتات.</a:t>
            </a:r>
            <a:endParaRPr lang="ar-SA" sz="1900" dirty="0"/>
          </a:p>
        </p:txBody>
      </p:sp>
      <p:sp>
        <p:nvSpPr>
          <p:cNvPr id="17" name="s12_txt_15"/>
          <p:cNvSpPr txBox="1"/>
          <p:nvPr/>
        </p:nvSpPr>
        <p:spPr>
          <a:xfrm>
            <a:off x="4846320" y="5440680"/>
            <a:ext cx="2514600" cy="438912"/>
          </a:xfrm>
          <a:prstGeom prst="roundRect">
            <a:avLst>
              <a:gd name="adj" fmla="val 50000"/>
            </a:avLst>
          </a:prstGeom>
          <a:solidFill>
            <a:srgbClr val="1FA477"/>
          </a:solidFill>
          <a:ln/>
        </p:spPr>
        <p:txBody>
          <a:bodyPr wrap="square" lIns="508" tIns="508" rIns="508" bIns="508" rtlCol="0" anchor="ctr"/>
          <a:lstStyle/>
          <a:p>
            <a:pPr rtl="1" algn="ctr" indent="0" marL="0">
              <a:lnSpc>
                <a:spcPct val="105000"/>
              </a:lnSpc>
              <a:buNone/>
            </a:pPr>
            <a:r>
              <a:rPr lang="ar-SA" altLang="en-US" sz="1800" b="1" dirty="0">
                <a:solidFill>
                  <a:srgbClr val="FFFFFF"/>
                </a:solidFill>
                <a:latin typeface="Tahoma" pitchFamily="34" charset="0"/>
                <a:ea typeface="Tahoma" pitchFamily="34" charset="-122"/>
                <a:cs typeface="Tahoma" pitchFamily="34" charset="-120"/>
              </a:rPr>
              <a:t>غذاؤها: نباتات</a:t>
            </a:r>
            <a:endParaRPr lang="ar-SA" sz="1800" dirty="0"/>
          </a:p>
        </p:txBody>
      </p:sp>
      <p:sp>
        <p:nvSpPr>
          <p:cNvPr id="18" name="s12_card_16"/>
          <p:cNvSpPr/>
          <p:nvPr/>
        </p:nvSpPr>
        <p:spPr>
          <a:xfrm>
            <a:off x="502920" y="2011680"/>
            <a:ext cx="3611880" cy="4023360"/>
          </a:xfrm>
          <a:prstGeom prst="roundRect">
            <a:avLst>
              <a:gd name="adj" fmla="val 7089"/>
            </a:avLst>
          </a:prstGeom>
          <a:solidFill>
            <a:srgbClr val="FFFFFF"/>
          </a:solidFill>
          <a:ln w="88900">
            <a:solidFill>
              <a:srgbClr val="F5C24A"/>
            </a:solidFill>
            <a:prstDash val="solid"/>
          </a:ln>
          <a:effectLst>
            <a:outerShdw sx="100000" sy="100000" kx="0" ky="0" algn="bl" rotWithShape="0" blurRad="127000" dist="50800" dir="5400000">
              <a:srgbClr val="5B3E8E">
                <a:alpha val="20000"/>
              </a:srgbClr>
            </a:outerShdw>
          </a:effectLst>
        </p:spPr>
      </p:sp>
      <p:sp>
        <p:nvSpPr>
          <p:cNvPr id="19" name="s12_card_17"/>
          <p:cNvSpPr/>
          <p:nvPr/>
        </p:nvSpPr>
        <p:spPr>
          <a:xfrm>
            <a:off x="667512" y="2176272"/>
            <a:ext cx="3282696" cy="1691640"/>
          </a:xfrm>
          <a:prstGeom prst="roundRect">
            <a:avLst>
              <a:gd name="adj" fmla="val 15135"/>
            </a:avLst>
          </a:prstGeom>
          <a:solidFill>
            <a:srgbClr val="FFE59A"/>
          </a:solidFill>
          <a:ln/>
        </p:spPr>
      </p:sp>
      <p:pic>
        <p:nvPicPr>
          <p:cNvPr id="20" name="s12_emo_18" descr="آكلات اللحوم (الأسد)">    </p:cNvPr>
          <p:cNvPicPr>
            <a:picLocks noChangeAspect="1"/>
          </p:cNvPicPr>
          <p:nvPr/>
        </p:nvPicPr>
        <p:blipFill>
          <a:blip r:embed="rId7"/>
          <a:stretch>
            <a:fillRect/>
          </a:stretch>
        </p:blipFill>
        <p:spPr>
          <a:xfrm>
            <a:off x="1988820" y="2212848"/>
            <a:ext cx="1600200" cy="1600200"/>
          </a:xfrm>
          <a:prstGeom prst="rect">
            <a:avLst/>
          </a:prstGeom>
        </p:spPr>
      </p:pic>
      <p:pic>
        <p:nvPicPr>
          <p:cNvPr id="21" name="s12_emo_19" descr="غذاؤه">    </p:cNvPr>
          <p:cNvPicPr>
            <a:picLocks noChangeAspect="1"/>
          </p:cNvPicPr>
          <p:nvPr/>
        </p:nvPicPr>
        <p:blipFill>
          <a:blip r:embed="rId8"/>
          <a:stretch>
            <a:fillRect/>
          </a:stretch>
        </p:blipFill>
        <p:spPr>
          <a:xfrm>
            <a:off x="822960" y="2971800"/>
            <a:ext cx="822960" cy="822960"/>
          </a:xfrm>
          <a:prstGeom prst="rect">
            <a:avLst/>
          </a:prstGeom>
        </p:spPr>
      </p:pic>
      <p:sp>
        <p:nvSpPr>
          <p:cNvPr id="22" name="s12_txt_20"/>
          <p:cNvSpPr txBox="1"/>
          <p:nvPr/>
        </p:nvSpPr>
        <p:spPr>
          <a:xfrm>
            <a:off x="640080" y="3977640"/>
            <a:ext cx="3337560" cy="548640"/>
          </a:xfrm>
          <a:prstGeom prst="rect">
            <a:avLst/>
          </a:prstGeom>
          <a:noFill/>
          <a:ln/>
        </p:spPr>
        <p:txBody>
          <a:bodyPr wrap="square" lIns="762" tIns="762" rIns="762" bIns="762" rtlCol="0" anchor="ctr"/>
          <a:lstStyle/>
          <a:p>
            <a:pPr rtl="1" algn="ctr" indent="0" marL="0">
              <a:lnSpc>
                <a:spcPct val="105000"/>
              </a:lnSpc>
              <a:buNone/>
            </a:pPr>
            <a:r>
              <a:rPr lang="ar-SA" altLang="en-US" sz="2100" b="1" dirty="0">
                <a:solidFill>
                  <a:srgbClr val="E2731F"/>
                </a:solidFill>
                <a:latin typeface="Tahoma" pitchFamily="34" charset="0"/>
                <a:ea typeface="Tahoma" pitchFamily="34" charset="-122"/>
                <a:cs typeface="Tahoma" pitchFamily="34" charset="-120"/>
              </a:rPr>
              <a:t>آكلات اللحوم (الأسد)</a:t>
            </a:r>
            <a:endParaRPr lang="ar-SA" sz="2100" dirty="0"/>
          </a:p>
        </p:txBody>
      </p:sp>
      <p:sp>
        <p:nvSpPr>
          <p:cNvPr id="23" name="s12_txt_21"/>
          <p:cNvSpPr txBox="1"/>
          <p:nvPr/>
        </p:nvSpPr>
        <p:spPr>
          <a:xfrm>
            <a:off x="731520" y="4526280"/>
            <a:ext cx="3154680" cy="914400"/>
          </a:xfrm>
          <a:prstGeom prst="rect">
            <a:avLst/>
          </a:prstGeom>
          <a:noFill/>
          <a:ln/>
        </p:spPr>
        <p:txBody>
          <a:bodyPr wrap="square" lIns="762" tIns="762" rIns="762" bIns="762" rtlCol="0" anchor="t"/>
          <a:lstStyle/>
          <a:p>
            <a:pPr rtl="1" algn="ctr" indent="0" marL="0">
              <a:lnSpc>
                <a:spcPct val="105000"/>
              </a:lnSpc>
              <a:buNone/>
            </a:pPr>
            <a:r>
              <a:rPr lang="ar-SA" altLang="en-US" sz="1900" dirty="0">
                <a:solidFill>
                  <a:srgbClr val="3B2A5A"/>
                </a:solidFill>
                <a:latin typeface="Tahoma" pitchFamily="34" charset="0"/>
                <a:ea typeface="Tahoma" pitchFamily="34" charset="-122"/>
                <a:cs typeface="Tahoma" pitchFamily="34" charset="-120"/>
              </a:rPr>
              <a:t>أسنان حادة لتمزيق اللحم، وأمعاء أقصر.</a:t>
            </a:r>
            <a:endParaRPr lang="ar-SA" sz="1900" dirty="0"/>
          </a:p>
        </p:txBody>
      </p:sp>
      <p:sp>
        <p:nvSpPr>
          <p:cNvPr id="24" name="s12_txt_22"/>
          <p:cNvSpPr txBox="1"/>
          <p:nvPr/>
        </p:nvSpPr>
        <p:spPr>
          <a:xfrm>
            <a:off x="1051560" y="5440680"/>
            <a:ext cx="2514600" cy="438912"/>
          </a:xfrm>
          <a:prstGeom prst="roundRect">
            <a:avLst>
              <a:gd name="adj" fmla="val 50000"/>
            </a:avLst>
          </a:prstGeom>
          <a:solidFill>
            <a:srgbClr val="D99400"/>
          </a:solidFill>
          <a:ln/>
        </p:spPr>
        <p:txBody>
          <a:bodyPr wrap="square" lIns="508" tIns="508" rIns="508" bIns="508" rtlCol="0" anchor="ctr"/>
          <a:lstStyle/>
          <a:p>
            <a:pPr rtl="1" algn="ctr" indent="0" marL="0">
              <a:lnSpc>
                <a:spcPct val="105000"/>
              </a:lnSpc>
              <a:buNone/>
            </a:pPr>
            <a:r>
              <a:rPr lang="ar-SA" altLang="en-US" sz="1800" b="1" dirty="0">
                <a:solidFill>
                  <a:srgbClr val="FFFFFF"/>
                </a:solidFill>
                <a:latin typeface="Tahoma" pitchFamily="34" charset="0"/>
                <a:ea typeface="Tahoma" pitchFamily="34" charset="-122"/>
                <a:cs typeface="Tahoma" pitchFamily="34" charset="-120"/>
              </a:rPr>
              <a:t>غذاؤها: لحوم</a:t>
            </a:r>
            <a:endParaRPr lang="ar-SA" sz="18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p:cTn id="6" dur="500" fill="hold"/>
                                        <p:tgtEl>
                                          <p:spTgt spid="4"/>
                                        </p:tgtEl>
                                        <p:attrNameLst>
                                          <p:attrName>ppt_w</p:attrName>
                                        </p:attrNameLst>
                                      </p:cBhvr>
                                      <p:tavLst>
                                        <p:tav tm="0">
                                          <p:val>
                                            <p:fltVal val="0"/>
                                          </p:val>
                                        </p:tav>
                                        <p:tav tm="100000">
                                          <p:val>
                                            <p:strVal val="#ppt_w"/>
                                          </p:val>
                                        </p:tav>
                                      </p:tavLst>
                                    </p:anim>
                                    <p:anim calcmode="lin" valueType="num">
                                      <p:cBhvr>
                                        <p:cTn id="7" dur="500" fill="hold"/>
                                        <p:tgtEl>
                                          <p:spTgt spid="4"/>
                                        </p:tgtEl>
                                        <p:attrNameLst>
                                          <p:attrName>ppt_h</p:attrName>
                                        </p:attrNameLst>
                                      </p:cBhvr>
                                      <p:tavLst>
                                        <p:tav tm="0">
                                          <p:val>
                                            <p:fltVal val="0"/>
                                          </p:val>
                                        </p:tav>
                                        <p:tav tm="100000">
                                          <p:val>
                                            <p:strVal val="#ppt_h"/>
                                          </p:val>
                                        </p:tav>
                                      </p:tavLst>
                                    </p:anim>
                                    <p:animEffect transition="in" filter="fade">
                                      <p:cBhvr>
                                        <p:cTn id="8" dur="500"/>
                                        <p:tgtEl>
                                          <p:spTgt spid="4"/>
                                        </p:tgtEl>
                                      </p:cBhvr>
                                    </p:animEffect>
                                  </p:childTnLst>
                                </p:cTn>
                              </p:par>
                              <p:par>
                                <p:cTn id="14" presetID="53" presetClass="entr" presetSubtype="16"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par>
                                <p:cTn id="19" presetID="53" presetClass="entr" presetSubtype="16"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par>
                                <p:cTn id="24" presetID="53" presetClass="entr" presetSubtype="16"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par>
                                <p:cTn id="29" presetID="53" presetClass="entr" presetSubtype="16"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4" presetID="10"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par>
                                <p:cTn id="37" presetID="10" presetClass="entr" presetSubtype="0" fill="hold"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4" presetID="53" presetClass="entr" presetSubtype="16"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500" fill="hold"/>
                                        <p:tgtEl>
                                          <p:spTgt spid="11"/>
                                        </p:tgtEl>
                                        <p:attrNameLst>
                                          <p:attrName>ppt_w</p:attrName>
                                        </p:attrNameLst>
                                      </p:cBhvr>
                                      <p:tavLst>
                                        <p:tav tm="0">
                                          <p:val>
                                            <p:fltVal val="0"/>
                                          </p:val>
                                        </p:tav>
                                        <p:tav tm="100000">
                                          <p:val>
                                            <p:strVal val="#ppt_w"/>
                                          </p:val>
                                        </p:tav>
                                      </p:tavLst>
                                    </p:anim>
                                    <p:anim calcmode="lin" valueType="num">
                                      <p:cBhvr>
                                        <p:cTn id="42" dur="500" fill="hold"/>
                                        <p:tgtEl>
                                          <p:spTgt spid="11"/>
                                        </p:tgtEl>
                                        <p:attrNameLst>
                                          <p:attrName>ppt_h</p:attrName>
                                        </p:attrNameLst>
                                      </p:cBhvr>
                                      <p:tavLst>
                                        <p:tav tm="0">
                                          <p:val>
                                            <p:fltVal val="0"/>
                                          </p:val>
                                        </p:tav>
                                        <p:tav tm="100000">
                                          <p:val>
                                            <p:strVal val="#ppt_h"/>
                                          </p:val>
                                        </p:tav>
                                      </p:tavLst>
                                    </p:anim>
                                    <p:animEffect transition="in" filter="fade">
                                      <p:cBhvr>
                                        <p:cTn id="43" dur="500"/>
                                        <p:tgtEl>
                                          <p:spTgt spid="11"/>
                                        </p:tgtEl>
                                      </p:cBhvr>
                                    </p:animEffect>
                                  </p:childTnLst>
                                </p:cTn>
                              </p:par>
                              <p:par>
                                <p:cTn id="49" presetID="53" presetClass="entr" presetSubtype="16" fill="hold" nodeType="withEffect">
                                  <p:stCondLst>
                                    <p:cond delay="0"/>
                                  </p:stCondLst>
                                  <p:childTnLst>
                                    <p:set>
                                      <p:cBhvr>
                                        <p:cTn id="45" dur="1" fill="hold">
                                          <p:stCondLst>
                                            <p:cond delay="0"/>
                                          </p:stCondLst>
                                        </p:cTn>
                                        <p:tgtEl>
                                          <p:spTgt spid="12"/>
                                        </p:tgtEl>
                                        <p:attrNameLst>
                                          <p:attrName>style.visibility</p:attrName>
                                        </p:attrNameLst>
                                      </p:cBhvr>
                                      <p:to>
                                        <p:strVal val="visible"/>
                                      </p:to>
                                    </p:set>
                                    <p:anim calcmode="lin" valueType="num">
                                      <p:cBhvr>
                                        <p:cTn id="46" dur="500" fill="hold"/>
                                        <p:tgtEl>
                                          <p:spTgt spid="12"/>
                                        </p:tgtEl>
                                        <p:attrNameLst>
                                          <p:attrName>ppt_w</p:attrName>
                                        </p:attrNameLst>
                                      </p:cBhvr>
                                      <p:tavLst>
                                        <p:tav tm="0">
                                          <p:val>
                                            <p:fltVal val="0"/>
                                          </p:val>
                                        </p:tav>
                                        <p:tav tm="100000">
                                          <p:val>
                                            <p:strVal val="#ppt_w"/>
                                          </p:val>
                                        </p:tav>
                                      </p:tavLst>
                                    </p:anim>
                                    <p:anim calcmode="lin" valueType="num">
                                      <p:cBhvr>
                                        <p:cTn id="47" dur="500" fill="hold"/>
                                        <p:tgtEl>
                                          <p:spTgt spid="12"/>
                                        </p:tgtEl>
                                        <p:attrNameLst>
                                          <p:attrName>ppt_h</p:attrName>
                                        </p:attrNameLst>
                                      </p:cBhvr>
                                      <p:tavLst>
                                        <p:tav tm="0">
                                          <p:val>
                                            <p:fltVal val="0"/>
                                          </p:val>
                                        </p:tav>
                                        <p:tav tm="100000">
                                          <p:val>
                                            <p:strVal val="#ppt_h"/>
                                          </p:val>
                                        </p:tav>
                                      </p:tavLst>
                                    </p:anim>
                                    <p:animEffect transition="in" filter="fade">
                                      <p:cBhvr>
                                        <p:cTn id="48" dur="500"/>
                                        <p:tgtEl>
                                          <p:spTgt spid="12"/>
                                        </p:tgtEl>
                                      </p:cBhvr>
                                    </p:animEffect>
                                  </p:childTnLst>
                                </p:cTn>
                              </p:par>
                              <p:par>
                                <p:cTn id="54" presetID="53" presetClass="entr" presetSubtype="16" fill="hold"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p:cTn id="51" dur="500" fill="hold"/>
                                        <p:tgtEl>
                                          <p:spTgt spid="13"/>
                                        </p:tgtEl>
                                        <p:attrNameLst>
                                          <p:attrName>ppt_w</p:attrName>
                                        </p:attrNameLst>
                                      </p:cBhvr>
                                      <p:tavLst>
                                        <p:tav tm="0">
                                          <p:val>
                                            <p:fltVal val="0"/>
                                          </p:val>
                                        </p:tav>
                                        <p:tav tm="100000">
                                          <p:val>
                                            <p:strVal val="#ppt_w"/>
                                          </p:val>
                                        </p:tav>
                                      </p:tavLst>
                                    </p:anim>
                                    <p:anim calcmode="lin" valueType="num">
                                      <p:cBhvr>
                                        <p:cTn id="52" dur="500" fill="hold"/>
                                        <p:tgtEl>
                                          <p:spTgt spid="13"/>
                                        </p:tgtEl>
                                        <p:attrNameLst>
                                          <p:attrName>ppt_h</p:attrName>
                                        </p:attrNameLst>
                                      </p:cBhvr>
                                      <p:tavLst>
                                        <p:tav tm="0">
                                          <p:val>
                                            <p:fltVal val="0"/>
                                          </p:val>
                                        </p:tav>
                                        <p:tav tm="100000">
                                          <p:val>
                                            <p:strVal val="#ppt_h"/>
                                          </p:val>
                                        </p:tav>
                                      </p:tavLst>
                                    </p:anim>
                                    <p:animEffect transition="in" filter="fade">
                                      <p:cBhvr>
                                        <p:cTn id="53" dur="500"/>
                                        <p:tgtEl>
                                          <p:spTgt spid="13"/>
                                        </p:tgtEl>
                                      </p:cBhvr>
                                    </p:animEffect>
                                  </p:childTnLst>
                                </p:cTn>
                              </p:par>
                              <p:par>
                                <p:cTn id="59" presetID="53" presetClass="entr" presetSubtype="16" fill="hold" nodeType="with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p:cTn id="56" dur="500" fill="hold"/>
                                        <p:tgtEl>
                                          <p:spTgt spid="14"/>
                                        </p:tgtEl>
                                        <p:attrNameLst>
                                          <p:attrName>ppt_w</p:attrName>
                                        </p:attrNameLst>
                                      </p:cBhvr>
                                      <p:tavLst>
                                        <p:tav tm="0">
                                          <p:val>
                                            <p:fltVal val="0"/>
                                          </p:val>
                                        </p:tav>
                                        <p:tav tm="100000">
                                          <p:val>
                                            <p:strVal val="#ppt_w"/>
                                          </p:val>
                                        </p:tav>
                                      </p:tavLst>
                                    </p:anim>
                                    <p:anim calcmode="lin" valueType="num">
                                      <p:cBhvr>
                                        <p:cTn id="57" dur="500" fill="hold"/>
                                        <p:tgtEl>
                                          <p:spTgt spid="14"/>
                                        </p:tgtEl>
                                        <p:attrNameLst>
                                          <p:attrName>ppt_h</p:attrName>
                                        </p:attrNameLst>
                                      </p:cBhvr>
                                      <p:tavLst>
                                        <p:tav tm="0">
                                          <p:val>
                                            <p:fltVal val="0"/>
                                          </p:val>
                                        </p:tav>
                                        <p:tav tm="100000">
                                          <p:val>
                                            <p:strVal val="#ppt_h"/>
                                          </p:val>
                                        </p:tav>
                                      </p:tavLst>
                                    </p:anim>
                                    <p:animEffect transition="in" filter="fade">
                                      <p:cBhvr>
                                        <p:cTn id="58" dur="500"/>
                                        <p:tgtEl>
                                          <p:spTgt spid="14"/>
                                        </p:tgtEl>
                                      </p:cBhvr>
                                    </p:animEffect>
                                  </p:childTnLst>
                                </p:cTn>
                              </p:par>
                              <p:par>
                                <p:cTn id="64" presetID="53" presetClass="entr" presetSubtype="16" fill="hold" nodeType="withEffect">
                                  <p:stCondLst>
                                    <p:cond delay="0"/>
                                  </p:stCondLst>
                                  <p:childTnLst>
                                    <p:set>
                                      <p:cBhvr>
                                        <p:cTn id="60" dur="1" fill="hold">
                                          <p:stCondLst>
                                            <p:cond delay="0"/>
                                          </p:stCondLst>
                                        </p:cTn>
                                        <p:tgtEl>
                                          <p:spTgt spid="15"/>
                                        </p:tgtEl>
                                        <p:attrNameLst>
                                          <p:attrName>style.visibility</p:attrName>
                                        </p:attrNameLst>
                                      </p:cBhvr>
                                      <p:to>
                                        <p:strVal val="visible"/>
                                      </p:to>
                                    </p:set>
                                    <p:anim calcmode="lin" valueType="num">
                                      <p:cBhvr>
                                        <p:cTn id="61" dur="500" fill="hold"/>
                                        <p:tgtEl>
                                          <p:spTgt spid="15"/>
                                        </p:tgtEl>
                                        <p:attrNameLst>
                                          <p:attrName>ppt_w</p:attrName>
                                        </p:attrNameLst>
                                      </p:cBhvr>
                                      <p:tavLst>
                                        <p:tav tm="0">
                                          <p:val>
                                            <p:fltVal val="0"/>
                                          </p:val>
                                        </p:tav>
                                        <p:tav tm="100000">
                                          <p:val>
                                            <p:strVal val="#ppt_w"/>
                                          </p:val>
                                        </p:tav>
                                      </p:tavLst>
                                    </p:anim>
                                    <p:anim calcmode="lin" valueType="num">
                                      <p:cBhvr>
                                        <p:cTn id="62" dur="500" fill="hold"/>
                                        <p:tgtEl>
                                          <p:spTgt spid="15"/>
                                        </p:tgtEl>
                                        <p:attrNameLst>
                                          <p:attrName>ppt_h</p:attrName>
                                        </p:attrNameLst>
                                      </p:cBhvr>
                                      <p:tavLst>
                                        <p:tav tm="0">
                                          <p:val>
                                            <p:fltVal val="0"/>
                                          </p:val>
                                        </p:tav>
                                        <p:tav tm="100000">
                                          <p:val>
                                            <p:strVal val="#ppt_h"/>
                                          </p:val>
                                        </p:tav>
                                      </p:tavLst>
                                    </p:anim>
                                    <p:animEffect transition="in" filter="fade">
                                      <p:cBhvr>
                                        <p:cTn id="63" dur="500"/>
                                        <p:tgtEl>
                                          <p:spTgt spid="15"/>
                                        </p:tgtEl>
                                      </p:cBhvr>
                                    </p:animEffect>
                                  </p:childTnLst>
                                </p:cTn>
                              </p:par>
                            </p:childTnLst>
                          </p:cTn>
                        </p:par>
                      </p:childTnLst>
                    </p:cTn>
                  </p:par>
                  <p:par>
                    <p:cTn id="65" fill="hold">
                      <p:stCondLst>
                        <p:cond delay="indefinite"/>
                      </p:stCondLst>
                      <p:childTnLst>
                        <p:par>
                          <p:cTn id="66" fill="hold">
                            <p:stCondLst>
                              <p:cond delay="0"/>
                            </p:stCondLst>
                            <p:childTnLst>
                              <p:par>
                                <p:cTn id="69" presetID="10" presetClass="entr" presetSubtype="0" fill="hold" nodeType="click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par>
                                <p:cTn id="72" presetID="10" presetClass="entr" presetSubtype="0" fill="hold" nodeType="with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500"/>
                                        <p:tgtEl>
                                          <p:spTgt spid="17"/>
                                        </p:tgtEl>
                                      </p:cBhvr>
                                    </p:animEffect>
                                  </p:childTnLst>
                                </p:cTn>
                              </p:par>
                            </p:childTnLst>
                          </p:cTn>
                        </p:par>
                      </p:childTnLst>
                    </p:cTn>
                  </p:par>
                  <p:par>
                    <p:cTn id="73" fill="hold">
                      <p:stCondLst>
                        <p:cond delay="indefinite"/>
                      </p:stCondLst>
                      <p:childTnLst>
                        <p:par>
                          <p:cTn id="74" fill="hold">
                            <p:stCondLst>
                              <p:cond delay="0"/>
                            </p:stCondLst>
                            <p:childTnLst>
                              <p:par>
                                <p:cTn id="79" presetID="53" presetClass="entr" presetSubtype="16" fill="hold" nodeType="clickEffect">
                                  <p:stCondLst>
                                    <p:cond delay="0"/>
                                  </p:stCondLst>
                                  <p:childTnLst>
                                    <p:set>
                                      <p:cBhvr>
                                        <p:cTn id="75" dur="1" fill="hold">
                                          <p:stCondLst>
                                            <p:cond delay="0"/>
                                          </p:stCondLst>
                                        </p:cTn>
                                        <p:tgtEl>
                                          <p:spTgt spid="18"/>
                                        </p:tgtEl>
                                        <p:attrNameLst>
                                          <p:attrName>style.visibility</p:attrName>
                                        </p:attrNameLst>
                                      </p:cBhvr>
                                      <p:to>
                                        <p:strVal val="visible"/>
                                      </p:to>
                                    </p:set>
                                    <p:anim calcmode="lin" valueType="num">
                                      <p:cBhvr>
                                        <p:cTn id="76" dur="500" fill="hold"/>
                                        <p:tgtEl>
                                          <p:spTgt spid="18"/>
                                        </p:tgtEl>
                                        <p:attrNameLst>
                                          <p:attrName>ppt_w</p:attrName>
                                        </p:attrNameLst>
                                      </p:cBhvr>
                                      <p:tavLst>
                                        <p:tav tm="0">
                                          <p:val>
                                            <p:fltVal val="0"/>
                                          </p:val>
                                        </p:tav>
                                        <p:tav tm="100000">
                                          <p:val>
                                            <p:strVal val="#ppt_w"/>
                                          </p:val>
                                        </p:tav>
                                      </p:tavLst>
                                    </p:anim>
                                    <p:anim calcmode="lin" valueType="num">
                                      <p:cBhvr>
                                        <p:cTn id="77" dur="500" fill="hold"/>
                                        <p:tgtEl>
                                          <p:spTgt spid="18"/>
                                        </p:tgtEl>
                                        <p:attrNameLst>
                                          <p:attrName>ppt_h</p:attrName>
                                        </p:attrNameLst>
                                      </p:cBhvr>
                                      <p:tavLst>
                                        <p:tav tm="0">
                                          <p:val>
                                            <p:fltVal val="0"/>
                                          </p:val>
                                        </p:tav>
                                        <p:tav tm="100000">
                                          <p:val>
                                            <p:strVal val="#ppt_h"/>
                                          </p:val>
                                        </p:tav>
                                      </p:tavLst>
                                    </p:anim>
                                    <p:animEffect transition="in" filter="fade">
                                      <p:cBhvr>
                                        <p:cTn id="78" dur="500"/>
                                        <p:tgtEl>
                                          <p:spTgt spid="18"/>
                                        </p:tgtEl>
                                      </p:cBhvr>
                                    </p:animEffect>
                                  </p:childTnLst>
                                </p:cTn>
                              </p:par>
                              <p:par>
                                <p:cTn id="84" presetID="53" presetClass="entr" presetSubtype="16" fill="hold" nodeType="withEffect">
                                  <p:stCondLst>
                                    <p:cond delay="0"/>
                                  </p:stCondLst>
                                  <p:childTnLst>
                                    <p:set>
                                      <p:cBhvr>
                                        <p:cTn id="80" dur="1" fill="hold">
                                          <p:stCondLst>
                                            <p:cond delay="0"/>
                                          </p:stCondLst>
                                        </p:cTn>
                                        <p:tgtEl>
                                          <p:spTgt spid="19"/>
                                        </p:tgtEl>
                                        <p:attrNameLst>
                                          <p:attrName>style.visibility</p:attrName>
                                        </p:attrNameLst>
                                      </p:cBhvr>
                                      <p:to>
                                        <p:strVal val="visible"/>
                                      </p:to>
                                    </p:set>
                                    <p:anim calcmode="lin" valueType="num">
                                      <p:cBhvr>
                                        <p:cTn id="81" dur="500" fill="hold"/>
                                        <p:tgtEl>
                                          <p:spTgt spid="19"/>
                                        </p:tgtEl>
                                        <p:attrNameLst>
                                          <p:attrName>ppt_w</p:attrName>
                                        </p:attrNameLst>
                                      </p:cBhvr>
                                      <p:tavLst>
                                        <p:tav tm="0">
                                          <p:val>
                                            <p:fltVal val="0"/>
                                          </p:val>
                                        </p:tav>
                                        <p:tav tm="100000">
                                          <p:val>
                                            <p:strVal val="#ppt_w"/>
                                          </p:val>
                                        </p:tav>
                                      </p:tavLst>
                                    </p:anim>
                                    <p:anim calcmode="lin" valueType="num">
                                      <p:cBhvr>
                                        <p:cTn id="82" dur="500" fill="hold"/>
                                        <p:tgtEl>
                                          <p:spTgt spid="19"/>
                                        </p:tgtEl>
                                        <p:attrNameLst>
                                          <p:attrName>ppt_h</p:attrName>
                                        </p:attrNameLst>
                                      </p:cBhvr>
                                      <p:tavLst>
                                        <p:tav tm="0">
                                          <p:val>
                                            <p:fltVal val="0"/>
                                          </p:val>
                                        </p:tav>
                                        <p:tav tm="100000">
                                          <p:val>
                                            <p:strVal val="#ppt_h"/>
                                          </p:val>
                                        </p:tav>
                                      </p:tavLst>
                                    </p:anim>
                                    <p:animEffect transition="in" filter="fade">
                                      <p:cBhvr>
                                        <p:cTn id="83" dur="500"/>
                                        <p:tgtEl>
                                          <p:spTgt spid="19"/>
                                        </p:tgtEl>
                                      </p:cBhvr>
                                    </p:animEffect>
                                  </p:childTnLst>
                                </p:cTn>
                              </p:par>
                              <p:par>
                                <p:cTn id="89" presetID="53" presetClass="entr" presetSubtype="16" fill="hold" nodeType="withEffect">
                                  <p:stCondLst>
                                    <p:cond delay="0"/>
                                  </p:stCondLst>
                                  <p:childTnLst>
                                    <p:set>
                                      <p:cBhvr>
                                        <p:cTn id="85" dur="1" fill="hold">
                                          <p:stCondLst>
                                            <p:cond delay="0"/>
                                          </p:stCondLst>
                                        </p:cTn>
                                        <p:tgtEl>
                                          <p:spTgt spid="20"/>
                                        </p:tgtEl>
                                        <p:attrNameLst>
                                          <p:attrName>style.visibility</p:attrName>
                                        </p:attrNameLst>
                                      </p:cBhvr>
                                      <p:to>
                                        <p:strVal val="visible"/>
                                      </p:to>
                                    </p:set>
                                    <p:anim calcmode="lin" valueType="num">
                                      <p:cBhvr>
                                        <p:cTn id="86" dur="500" fill="hold"/>
                                        <p:tgtEl>
                                          <p:spTgt spid="20"/>
                                        </p:tgtEl>
                                        <p:attrNameLst>
                                          <p:attrName>ppt_w</p:attrName>
                                        </p:attrNameLst>
                                      </p:cBhvr>
                                      <p:tavLst>
                                        <p:tav tm="0">
                                          <p:val>
                                            <p:fltVal val="0"/>
                                          </p:val>
                                        </p:tav>
                                        <p:tav tm="100000">
                                          <p:val>
                                            <p:strVal val="#ppt_w"/>
                                          </p:val>
                                        </p:tav>
                                      </p:tavLst>
                                    </p:anim>
                                    <p:anim calcmode="lin" valueType="num">
                                      <p:cBhvr>
                                        <p:cTn id="87" dur="500" fill="hold"/>
                                        <p:tgtEl>
                                          <p:spTgt spid="20"/>
                                        </p:tgtEl>
                                        <p:attrNameLst>
                                          <p:attrName>ppt_h</p:attrName>
                                        </p:attrNameLst>
                                      </p:cBhvr>
                                      <p:tavLst>
                                        <p:tav tm="0">
                                          <p:val>
                                            <p:fltVal val="0"/>
                                          </p:val>
                                        </p:tav>
                                        <p:tav tm="100000">
                                          <p:val>
                                            <p:strVal val="#ppt_h"/>
                                          </p:val>
                                        </p:tav>
                                      </p:tavLst>
                                    </p:anim>
                                    <p:animEffect transition="in" filter="fade">
                                      <p:cBhvr>
                                        <p:cTn id="88" dur="500"/>
                                        <p:tgtEl>
                                          <p:spTgt spid="20"/>
                                        </p:tgtEl>
                                      </p:cBhvr>
                                    </p:animEffect>
                                  </p:childTnLst>
                                </p:cTn>
                              </p:par>
                              <p:par>
                                <p:cTn id="94" presetID="53" presetClass="entr" presetSubtype="16" fill="hold" nodeType="withEffect">
                                  <p:stCondLst>
                                    <p:cond delay="0"/>
                                  </p:stCondLst>
                                  <p:childTnLst>
                                    <p:set>
                                      <p:cBhvr>
                                        <p:cTn id="90" dur="1" fill="hold">
                                          <p:stCondLst>
                                            <p:cond delay="0"/>
                                          </p:stCondLst>
                                        </p:cTn>
                                        <p:tgtEl>
                                          <p:spTgt spid="21"/>
                                        </p:tgtEl>
                                        <p:attrNameLst>
                                          <p:attrName>style.visibility</p:attrName>
                                        </p:attrNameLst>
                                      </p:cBhvr>
                                      <p:to>
                                        <p:strVal val="visible"/>
                                      </p:to>
                                    </p:set>
                                    <p:anim calcmode="lin" valueType="num">
                                      <p:cBhvr>
                                        <p:cTn id="91" dur="500" fill="hold"/>
                                        <p:tgtEl>
                                          <p:spTgt spid="21"/>
                                        </p:tgtEl>
                                        <p:attrNameLst>
                                          <p:attrName>ppt_w</p:attrName>
                                        </p:attrNameLst>
                                      </p:cBhvr>
                                      <p:tavLst>
                                        <p:tav tm="0">
                                          <p:val>
                                            <p:fltVal val="0"/>
                                          </p:val>
                                        </p:tav>
                                        <p:tav tm="100000">
                                          <p:val>
                                            <p:strVal val="#ppt_w"/>
                                          </p:val>
                                        </p:tav>
                                      </p:tavLst>
                                    </p:anim>
                                    <p:anim calcmode="lin" valueType="num">
                                      <p:cBhvr>
                                        <p:cTn id="92" dur="500" fill="hold"/>
                                        <p:tgtEl>
                                          <p:spTgt spid="21"/>
                                        </p:tgtEl>
                                        <p:attrNameLst>
                                          <p:attrName>ppt_h</p:attrName>
                                        </p:attrNameLst>
                                      </p:cBhvr>
                                      <p:tavLst>
                                        <p:tav tm="0">
                                          <p:val>
                                            <p:fltVal val="0"/>
                                          </p:val>
                                        </p:tav>
                                        <p:tav tm="100000">
                                          <p:val>
                                            <p:strVal val="#ppt_h"/>
                                          </p:val>
                                        </p:tav>
                                      </p:tavLst>
                                    </p:anim>
                                    <p:animEffect transition="in" filter="fade">
                                      <p:cBhvr>
                                        <p:cTn id="93" dur="500"/>
                                        <p:tgtEl>
                                          <p:spTgt spid="21"/>
                                        </p:tgtEl>
                                      </p:cBhvr>
                                    </p:animEffect>
                                  </p:childTnLst>
                                </p:cTn>
                              </p:par>
                              <p:par>
                                <p:cTn id="99" presetID="53" presetClass="entr" presetSubtype="16" fill="hold" nodeType="withEffect">
                                  <p:stCondLst>
                                    <p:cond delay="0"/>
                                  </p:stCondLst>
                                  <p:childTnLst>
                                    <p:set>
                                      <p:cBhvr>
                                        <p:cTn id="95" dur="1" fill="hold">
                                          <p:stCondLst>
                                            <p:cond delay="0"/>
                                          </p:stCondLst>
                                        </p:cTn>
                                        <p:tgtEl>
                                          <p:spTgt spid="22"/>
                                        </p:tgtEl>
                                        <p:attrNameLst>
                                          <p:attrName>style.visibility</p:attrName>
                                        </p:attrNameLst>
                                      </p:cBhvr>
                                      <p:to>
                                        <p:strVal val="visible"/>
                                      </p:to>
                                    </p:set>
                                    <p:anim calcmode="lin" valueType="num">
                                      <p:cBhvr>
                                        <p:cTn id="96" dur="500" fill="hold"/>
                                        <p:tgtEl>
                                          <p:spTgt spid="22"/>
                                        </p:tgtEl>
                                        <p:attrNameLst>
                                          <p:attrName>ppt_w</p:attrName>
                                        </p:attrNameLst>
                                      </p:cBhvr>
                                      <p:tavLst>
                                        <p:tav tm="0">
                                          <p:val>
                                            <p:fltVal val="0"/>
                                          </p:val>
                                        </p:tav>
                                        <p:tav tm="100000">
                                          <p:val>
                                            <p:strVal val="#ppt_w"/>
                                          </p:val>
                                        </p:tav>
                                      </p:tavLst>
                                    </p:anim>
                                    <p:anim calcmode="lin" valueType="num">
                                      <p:cBhvr>
                                        <p:cTn id="97" dur="500" fill="hold"/>
                                        <p:tgtEl>
                                          <p:spTgt spid="22"/>
                                        </p:tgtEl>
                                        <p:attrNameLst>
                                          <p:attrName>ppt_h</p:attrName>
                                        </p:attrNameLst>
                                      </p:cBhvr>
                                      <p:tavLst>
                                        <p:tav tm="0">
                                          <p:val>
                                            <p:fltVal val="0"/>
                                          </p:val>
                                        </p:tav>
                                        <p:tav tm="100000">
                                          <p:val>
                                            <p:strVal val="#ppt_h"/>
                                          </p:val>
                                        </p:tav>
                                      </p:tavLst>
                                    </p:anim>
                                    <p:animEffect transition="in" filter="fade">
                                      <p:cBhvr>
                                        <p:cTn id="98" dur="500"/>
                                        <p:tgtEl>
                                          <p:spTgt spid="22"/>
                                        </p:tgtEl>
                                      </p:cBhvr>
                                    </p:animEffect>
                                  </p:childTnLst>
                                </p:cTn>
                              </p:par>
                            </p:childTnLst>
                          </p:cTn>
                        </p:par>
                      </p:childTnLst>
                    </p:cTn>
                  </p:par>
                  <p:par>
                    <p:cTn id="100" fill="hold">
                      <p:stCondLst>
                        <p:cond delay="indefinite"/>
                      </p:stCondLst>
                      <p:childTnLst>
                        <p:par>
                          <p:cTn id="101" fill="hold">
                            <p:stCondLst>
                              <p:cond delay="0"/>
                            </p:stCondLst>
                            <p:childTnLst>
                              <p:par>
                                <p:cTn id="104" presetID="10" presetClass="entr" presetSubtype="0" fill="hold" nodeType="click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500"/>
                                        <p:tgtEl>
                                          <p:spTgt spid="23"/>
                                        </p:tgtEl>
                                      </p:cBhvr>
                                    </p:animEffect>
                                  </p:childTnLst>
                                </p:cTn>
                              </p:par>
                              <p:par>
                                <p:cTn id="107" presetID="10" presetClass="entr" presetSubtype="0" fill="hold" nodeType="with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3_title" descr="أختبر نفسي">    </p:cNvPr>
          <p:cNvPicPr>
            <a:picLocks noChangeAspect="1"/>
          </p:cNvPicPr>
          <p:nvPr/>
        </p:nvPicPr>
        <p:blipFill>
          <a:blip r:embed="rId2"/>
          <a:stretch>
            <a:fillRect/>
          </a:stretch>
        </p:blipFill>
        <p:spPr>
          <a:xfrm>
            <a:off x="4323837" y="109728"/>
            <a:ext cx="3544022" cy="1024128"/>
          </a:xfrm>
          <a:prstGeom prst="rect">
            <a:avLst/>
          </a:prstGeom>
        </p:spPr>
      </p:pic>
      <p:sp>
        <p:nvSpPr>
          <p:cNvPr id="3" name="s13_card_1"/>
          <p:cNvSpPr/>
          <p:nvPr/>
        </p:nvSpPr>
        <p:spPr>
          <a:xfrm>
            <a:off x="6217920" y="1371600"/>
            <a:ext cx="5486400" cy="4709160"/>
          </a:xfrm>
          <a:prstGeom prst="roundRect">
            <a:avLst>
              <a:gd name="adj" fmla="val 5437"/>
            </a:avLst>
          </a:prstGeom>
          <a:solidFill>
            <a:srgbClr val="FFE3EE"/>
          </a:solidFill>
          <a:ln w="63500">
            <a:solidFill>
              <a:srgbClr val="FFFFFF"/>
            </a:solidFill>
            <a:prstDash val="solid"/>
          </a:ln>
          <a:effectLst>
            <a:outerShdw sx="100000" sy="100000" kx="0" ky="0" algn="bl" rotWithShape="0" blurRad="127000" dist="50800" dir="5400000">
              <a:srgbClr val="5B3E8E">
                <a:alpha val="20000"/>
              </a:srgbClr>
            </a:outerShdw>
          </a:effectLst>
        </p:spPr>
      </p:sp>
      <p:pic>
        <p:nvPicPr>
          <p:cNvPr id="4" name="s13_emo_2" descr="سؤال">    </p:cNvPr>
          <p:cNvPicPr>
            <a:picLocks noChangeAspect="1"/>
          </p:cNvPicPr>
          <p:nvPr/>
        </p:nvPicPr>
        <p:blipFill>
          <a:blip r:embed="rId3"/>
          <a:stretch>
            <a:fillRect/>
          </a:stretch>
        </p:blipFill>
        <p:spPr>
          <a:xfrm>
            <a:off x="10469880" y="1280160"/>
            <a:ext cx="1097280" cy="1097280"/>
          </a:xfrm>
          <a:prstGeom prst="rect">
            <a:avLst/>
          </a:prstGeom>
        </p:spPr>
      </p:pic>
      <p:sp>
        <p:nvSpPr>
          <p:cNvPr id="5" name="s13_txt_3"/>
          <p:cNvSpPr txBox="1"/>
          <p:nvPr/>
        </p:nvSpPr>
        <p:spPr>
          <a:xfrm>
            <a:off x="8046720" y="1508760"/>
            <a:ext cx="2331720" cy="548640"/>
          </a:xfrm>
          <a:prstGeom prst="roundRect">
            <a:avLst>
              <a:gd name="adj" fmla="val 50000"/>
            </a:avLst>
          </a:prstGeom>
          <a:solidFill>
            <a:srgbClr val="E85D9A"/>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2200" b="1" dirty="0">
                <a:solidFill>
                  <a:srgbClr val="FFFFFF"/>
                </a:solidFill>
                <a:latin typeface="Tahoma" pitchFamily="34" charset="0"/>
                <a:ea typeface="Tahoma" pitchFamily="34" charset="-122"/>
                <a:cs typeface="Tahoma" pitchFamily="34" charset="-120"/>
              </a:rPr>
              <a:t>سؤال</a:t>
            </a:r>
            <a:endParaRPr lang="ar-SA" sz="2200" dirty="0"/>
          </a:p>
        </p:txBody>
      </p:sp>
      <p:sp>
        <p:nvSpPr>
          <p:cNvPr id="6" name="s13_txt_4"/>
          <p:cNvSpPr txBox="1"/>
          <p:nvPr/>
        </p:nvSpPr>
        <p:spPr>
          <a:xfrm>
            <a:off x="6492240" y="2423160"/>
            <a:ext cx="4937760" cy="1234440"/>
          </a:xfrm>
          <a:prstGeom prst="rect">
            <a:avLst/>
          </a:prstGeom>
          <a:noFill/>
          <a:ln/>
        </p:spPr>
        <p:txBody>
          <a:bodyPr wrap="square" lIns="762" tIns="762" rIns="762" bIns="762" rtlCol="0" anchor="ctr"/>
          <a:lstStyle/>
          <a:p>
            <a:pPr rtl="1" algn="ctr" indent="0" marL="0">
              <a:lnSpc>
                <a:spcPct val="105000"/>
              </a:lnSpc>
              <a:buNone/>
            </a:pPr>
            <a:r>
              <a:rPr lang="ar-SA" altLang="en-US" sz="2600" b="1" dirty="0">
                <a:solidFill>
                  <a:srgbClr val="3B2A5A"/>
                </a:solidFill>
                <a:latin typeface="Tahoma" pitchFamily="34" charset="0"/>
                <a:ea typeface="Tahoma" pitchFamily="34" charset="-122"/>
                <a:cs typeface="Tahoma" pitchFamily="34" charset="-120"/>
              </a:rPr>
              <a:t>كيف حُلَّت مشكلة الهضم في الحيوانات؟</a:t>
            </a:r>
            <a:endParaRPr lang="ar-SA" sz="2600" dirty="0"/>
          </a:p>
        </p:txBody>
      </p:sp>
      <p:sp>
        <p:nvSpPr>
          <p:cNvPr id="7" name="s13_card_5"/>
          <p:cNvSpPr/>
          <p:nvPr/>
        </p:nvSpPr>
        <p:spPr>
          <a:xfrm>
            <a:off x="6492240" y="3794760"/>
            <a:ext cx="4937760" cy="2103120"/>
          </a:xfrm>
          <a:prstGeom prst="roundRect">
            <a:avLst>
              <a:gd name="adj" fmla="val 12174"/>
            </a:avLst>
          </a:prstGeom>
          <a:solidFill>
            <a:srgbClr val="FFFFFF"/>
          </a:solidFill>
          <a:ln w="38100">
            <a:solidFill>
              <a:srgbClr val="E85D9A"/>
            </a:solidFill>
            <a:prstDash val="dash"/>
          </a:ln>
        </p:spPr>
      </p:sp>
      <p:sp>
        <p:nvSpPr>
          <p:cNvPr id="8" name="s13_txt_6"/>
          <p:cNvSpPr txBox="1"/>
          <p:nvPr/>
        </p:nvSpPr>
        <p:spPr>
          <a:xfrm>
            <a:off x="6629400" y="3840480"/>
            <a:ext cx="4663440" cy="2011680"/>
          </a:xfrm>
          <a:prstGeom prst="rect">
            <a:avLst/>
          </a:prstGeom>
          <a:noFill/>
          <a:ln/>
        </p:spPr>
        <p:txBody>
          <a:bodyPr wrap="square" lIns="762" tIns="762" rIns="762" bIns="762" rtlCol="0" anchor="ctr"/>
          <a:lstStyle/>
          <a:p>
            <a:pPr rtl="1" algn="r" indent="0" marL="0">
              <a:lnSpc>
                <a:spcPct val="105000"/>
              </a:lnSpc>
              <a:buNone/>
            </a:pPr>
            <a:r>
              <a:rPr lang="ar-SA" altLang="en-US" sz="2200" b="1" dirty="0">
                <a:solidFill>
                  <a:srgbClr val="E85D9A"/>
                </a:solidFill>
                <a:latin typeface="Tahoma" pitchFamily="34" charset="0"/>
                <a:ea typeface="Tahoma" pitchFamily="34" charset="-122"/>
                <a:cs typeface="Tahoma" pitchFamily="34" charset="-120"/>
              </a:rPr>
              <a:t>إجابة مقترحة: </a:t>
            </a:r>
            <a:pPr rtl="1" algn="r" indent="0" marL="0">
              <a:lnSpc>
                <a:spcPct val="105000"/>
              </a:lnSpc>
              <a:buNone/>
            </a:pPr>
            <a:r>
              <a:rPr lang="ar-SA" altLang="en-US" sz="2200" dirty="0">
                <a:solidFill>
                  <a:srgbClr val="3B2A5A"/>
                </a:solidFill>
                <a:latin typeface="Tahoma" pitchFamily="34" charset="0"/>
                <a:ea typeface="Tahoma" pitchFamily="34" charset="-122"/>
                <a:cs typeface="Tahoma" pitchFamily="34" charset="-120"/>
              </a:rPr>
              <a:t>بتنوّع التراكيب والأجهزة الهضمية وتخصّصها بما يناسب طبيعة غذاء الحيوانات.</a:t>
            </a:r>
            <a:endParaRPr lang="ar-SA" sz="2200" dirty="0"/>
          </a:p>
        </p:txBody>
      </p:sp>
      <p:sp>
        <p:nvSpPr>
          <p:cNvPr id="9" name="s13_card_7"/>
          <p:cNvSpPr/>
          <p:nvPr/>
        </p:nvSpPr>
        <p:spPr>
          <a:xfrm>
            <a:off x="502920" y="1371600"/>
            <a:ext cx="5486400" cy="4709160"/>
          </a:xfrm>
          <a:prstGeom prst="roundRect">
            <a:avLst>
              <a:gd name="adj" fmla="val 5437"/>
            </a:avLst>
          </a:prstGeom>
          <a:solidFill>
            <a:srgbClr val="EFE6FF"/>
          </a:solidFill>
          <a:ln w="63500">
            <a:solidFill>
              <a:srgbClr val="FFFFFF"/>
            </a:solidFill>
            <a:prstDash val="solid"/>
          </a:ln>
          <a:effectLst>
            <a:outerShdw sx="100000" sy="100000" kx="0" ky="0" algn="bl" rotWithShape="0" blurRad="127000" dist="50800" dir="5400000">
              <a:srgbClr val="5B3E8E">
                <a:alpha val="20000"/>
              </a:srgbClr>
            </a:outerShdw>
          </a:effectLst>
        </p:spPr>
      </p:sp>
      <p:pic>
        <p:nvPicPr>
          <p:cNvPr id="10" name="s13_emo_8" descr="التفكير الناقد">    </p:cNvPr>
          <p:cNvPicPr>
            <a:picLocks noChangeAspect="1"/>
          </p:cNvPicPr>
          <p:nvPr/>
        </p:nvPicPr>
        <p:blipFill>
          <a:blip r:embed="rId4"/>
          <a:stretch>
            <a:fillRect/>
          </a:stretch>
        </p:blipFill>
        <p:spPr>
          <a:xfrm>
            <a:off x="4754880" y="1280160"/>
            <a:ext cx="1097280" cy="1097280"/>
          </a:xfrm>
          <a:prstGeom prst="rect">
            <a:avLst/>
          </a:prstGeom>
        </p:spPr>
      </p:pic>
      <p:sp>
        <p:nvSpPr>
          <p:cNvPr id="11" name="s13_txt_9"/>
          <p:cNvSpPr txBox="1"/>
          <p:nvPr/>
        </p:nvSpPr>
        <p:spPr>
          <a:xfrm>
            <a:off x="2331720" y="1508760"/>
            <a:ext cx="2331720" cy="548640"/>
          </a:xfrm>
          <a:prstGeom prst="roundRect">
            <a:avLst>
              <a:gd name="adj" fmla="val 50000"/>
            </a:avLst>
          </a:prstGeom>
          <a:solidFill>
            <a:srgbClr val="7F5CD0"/>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2200" b="1" dirty="0">
                <a:solidFill>
                  <a:srgbClr val="FFFFFF"/>
                </a:solidFill>
                <a:latin typeface="Tahoma" pitchFamily="34" charset="0"/>
                <a:ea typeface="Tahoma" pitchFamily="34" charset="-122"/>
                <a:cs typeface="Tahoma" pitchFamily="34" charset="-120"/>
              </a:rPr>
              <a:t>التفكير الناقد</a:t>
            </a:r>
            <a:endParaRPr lang="ar-SA" sz="2200" dirty="0"/>
          </a:p>
        </p:txBody>
      </p:sp>
      <p:sp>
        <p:nvSpPr>
          <p:cNvPr id="12" name="s13_txt_10"/>
          <p:cNvSpPr txBox="1"/>
          <p:nvPr/>
        </p:nvSpPr>
        <p:spPr>
          <a:xfrm>
            <a:off x="777240" y="2423160"/>
            <a:ext cx="4937760" cy="1234440"/>
          </a:xfrm>
          <a:prstGeom prst="rect">
            <a:avLst/>
          </a:prstGeom>
          <a:noFill/>
          <a:ln/>
        </p:spPr>
        <p:txBody>
          <a:bodyPr wrap="square" lIns="762" tIns="762" rIns="762" bIns="762" rtlCol="0" anchor="ctr"/>
          <a:lstStyle/>
          <a:p>
            <a:pPr rtl="1" algn="ctr" indent="0" marL="0">
              <a:lnSpc>
                <a:spcPct val="105000"/>
              </a:lnSpc>
              <a:buNone/>
            </a:pPr>
            <a:r>
              <a:rPr lang="ar-SA" altLang="en-US" sz="2600" b="1" dirty="0">
                <a:solidFill>
                  <a:srgbClr val="3B2A5A"/>
                </a:solidFill>
                <a:latin typeface="Tahoma" pitchFamily="34" charset="0"/>
                <a:ea typeface="Tahoma" pitchFamily="34" charset="-122"/>
                <a:cs typeface="Tahoma" pitchFamily="34" charset="-120"/>
              </a:rPr>
              <a:t>لماذا تُعدّ عملية الإخراج عملية مهمة للحيوان؟</a:t>
            </a:r>
            <a:endParaRPr lang="ar-SA" sz="2600" dirty="0"/>
          </a:p>
        </p:txBody>
      </p:sp>
      <p:sp>
        <p:nvSpPr>
          <p:cNvPr id="13" name="s13_card_11"/>
          <p:cNvSpPr/>
          <p:nvPr/>
        </p:nvSpPr>
        <p:spPr>
          <a:xfrm>
            <a:off x="777240" y="3794760"/>
            <a:ext cx="4937760" cy="2103120"/>
          </a:xfrm>
          <a:prstGeom prst="roundRect">
            <a:avLst>
              <a:gd name="adj" fmla="val 12174"/>
            </a:avLst>
          </a:prstGeom>
          <a:solidFill>
            <a:srgbClr val="FFFFFF"/>
          </a:solidFill>
          <a:ln w="38100">
            <a:solidFill>
              <a:srgbClr val="7F5CD0"/>
            </a:solidFill>
            <a:prstDash val="dash"/>
          </a:ln>
        </p:spPr>
      </p:sp>
      <p:sp>
        <p:nvSpPr>
          <p:cNvPr id="14" name="s13_txt_12"/>
          <p:cNvSpPr txBox="1"/>
          <p:nvPr/>
        </p:nvSpPr>
        <p:spPr>
          <a:xfrm>
            <a:off x="914400" y="3840480"/>
            <a:ext cx="4663440" cy="2011680"/>
          </a:xfrm>
          <a:prstGeom prst="rect">
            <a:avLst/>
          </a:prstGeom>
          <a:noFill/>
          <a:ln/>
        </p:spPr>
        <p:txBody>
          <a:bodyPr wrap="square" lIns="762" tIns="762" rIns="762" bIns="762" rtlCol="0" anchor="ctr"/>
          <a:lstStyle/>
          <a:p>
            <a:pPr rtl="1" algn="r" indent="0" marL="0">
              <a:lnSpc>
                <a:spcPct val="105000"/>
              </a:lnSpc>
              <a:buNone/>
            </a:pPr>
            <a:r>
              <a:rPr lang="ar-SA" altLang="en-US" sz="2200" b="1" dirty="0">
                <a:solidFill>
                  <a:srgbClr val="7F5CD0"/>
                </a:solidFill>
                <a:latin typeface="Tahoma" pitchFamily="34" charset="0"/>
                <a:ea typeface="Tahoma" pitchFamily="34" charset="-122"/>
                <a:cs typeface="Tahoma" pitchFamily="34" charset="-120"/>
              </a:rPr>
              <a:t>إجابة مقترحة: </a:t>
            </a:r>
            <a:pPr rtl="1" algn="r" indent="0" marL="0">
              <a:lnSpc>
                <a:spcPct val="105000"/>
              </a:lnSpc>
              <a:buNone/>
            </a:pPr>
            <a:r>
              <a:rPr lang="ar-SA" altLang="en-US" sz="2200" dirty="0">
                <a:solidFill>
                  <a:srgbClr val="3B2A5A"/>
                </a:solidFill>
                <a:latin typeface="Tahoma" pitchFamily="34" charset="0"/>
                <a:ea typeface="Tahoma" pitchFamily="34" charset="-122"/>
                <a:cs typeface="Tahoma" pitchFamily="34" charset="-120"/>
              </a:rPr>
              <a:t>لأنها تساعد على التخلص من الفضلات التي قد يؤدي تراكمها إلى الإضرار بخلايا الجسم وأنسجته.</a:t>
            </a:r>
            <a:endParaRPr lang="ar-SA" sz="22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nodeType="clickEffect">
                                  <p:stCondLst>
                                    <p:cond delay="0"/>
                                  </p:stCondLst>
                                  <p:childTnLst>
                                    <p:set>
                                      <p:cBhvr>
                                        <p:cTn id="5" dur="1" fill="hold">
                                          <p:stCondLst>
                                            <p:cond delay="0"/>
                                          </p:stCondLst>
                                        </p:cTn>
                                        <p:tgtEl>
                                          <p:spTgt spid="7"/>
                                        </p:tgtEl>
                                        <p:attrNameLst>
                                          <p:attrName>style.visibility</p:attrName>
                                        </p:attrNameLst>
                                      </p:cBhvr>
                                      <p:to>
                                        <p:strVal val="visible"/>
                                      </p:to>
                                    </p:set>
                                    <p:anim calcmode="lin" valueType="num">
                                      <p:cBhvr>
                                        <p:cTn id="6" dur="500" fill="hold"/>
                                        <p:tgtEl>
                                          <p:spTgt spid="7"/>
                                        </p:tgtEl>
                                        <p:attrNameLst>
                                          <p:attrName>ppt_w</p:attrName>
                                        </p:attrNameLst>
                                      </p:cBhvr>
                                      <p:tavLst>
                                        <p:tav tm="0">
                                          <p:val>
                                            <p:fltVal val="0"/>
                                          </p:val>
                                        </p:tav>
                                        <p:tav tm="100000">
                                          <p:val>
                                            <p:strVal val="#ppt_w"/>
                                          </p:val>
                                        </p:tav>
                                      </p:tavLst>
                                    </p:anim>
                                    <p:anim calcmode="lin" valueType="num">
                                      <p:cBhvr>
                                        <p:cTn id="7" dur="500" fill="hold"/>
                                        <p:tgtEl>
                                          <p:spTgt spid="7"/>
                                        </p:tgtEl>
                                        <p:attrNameLst>
                                          <p:attrName>ppt_h</p:attrName>
                                        </p:attrNameLst>
                                      </p:cBhvr>
                                      <p:tavLst>
                                        <p:tav tm="0">
                                          <p:val>
                                            <p:fltVal val="0"/>
                                          </p:val>
                                        </p:tav>
                                        <p:tav tm="100000">
                                          <p:val>
                                            <p:strVal val="#ppt_h"/>
                                          </p:val>
                                        </p:tav>
                                      </p:tavLst>
                                    </p:anim>
                                    <p:animEffect transition="in" filter="fade">
                                      <p:cBhvr>
                                        <p:cTn id="8" dur="500"/>
                                        <p:tgtEl>
                                          <p:spTgt spid="7"/>
                                        </p:tgtEl>
                                      </p:cBhvr>
                                    </p:animEffect>
                                  </p:childTnLst>
                                </p:cTn>
                              </p:par>
                              <p:par>
                                <p:cTn id="14" presetID="53" presetClass="entr" presetSubtype="16"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Effect transition="in" filter="fade">
                                      <p:cBhvr>
                                        <p:cTn id="20" dur="500"/>
                                        <p:tgtEl>
                                          <p:spTgt spid="13"/>
                                        </p:tgtEl>
                                      </p:cBhvr>
                                    </p:animEffect>
                                  </p:childTnLst>
                                </p:cTn>
                              </p:par>
                              <p:par>
                                <p:cTn id="26" presetID="53" presetClass="entr" presetSubtype="16"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p:cTn id="23" dur="500" fill="hold"/>
                                        <p:tgtEl>
                                          <p:spTgt spid="14"/>
                                        </p:tgtEl>
                                        <p:attrNameLst>
                                          <p:attrName>ppt_w</p:attrName>
                                        </p:attrNameLst>
                                      </p:cBhvr>
                                      <p:tavLst>
                                        <p:tav tm="0">
                                          <p:val>
                                            <p:fltVal val="0"/>
                                          </p:val>
                                        </p:tav>
                                        <p:tav tm="100000">
                                          <p:val>
                                            <p:strVal val="#ppt_w"/>
                                          </p:val>
                                        </p:tav>
                                      </p:tavLst>
                                    </p:anim>
                                    <p:anim calcmode="lin" valueType="num">
                                      <p:cBhvr>
                                        <p:cTn id="24" dur="500" fill="hold"/>
                                        <p:tgtEl>
                                          <p:spTgt spid="14"/>
                                        </p:tgtEl>
                                        <p:attrNameLst>
                                          <p:attrName>ppt_h</p:attrName>
                                        </p:attrNameLst>
                                      </p:cBhvr>
                                      <p:tavLst>
                                        <p:tav tm="0">
                                          <p:val>
                                            <p:fltVal val="0"/>
                                          </p:val>
                                        </p:tav>
                                        <p:tav tm="100000">
                                          <p:val>
                                            <p:strVal val="#ppt_h"/>
                                          </p:val>
                                        </p:tav>
                                      </p:tavLst>
                                    </p:anim>
                                    <p:animEffect transition="in" filter="fade">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4_title" descr="الربط بالحياة اليومية">    </p:cNvPr>
          <p:cNvPicPr>
            <a:picLocks noChangeAspect="1"/>
          </p:cNvPicPr>
          <p:nvPr/>
        </p:nvPicPr>
        <p:blipFill>
          <a:blip r:embed="rId2"/>
          <a:stretch>
            <a:fillRect/>
          </a:stretch>
        </p:blipFill>
        <p:spPr>
          <a:xfrm>
            <a:off x="3549003" y="109728"/>
            <a:ext cx="5093689" cy="1024128"/>
          </a:xfrm>
          <a:prstGeom prst="rect">
            <a:avLst/>
          </a:prstGeom>
        </p:spPr>
      </p:pic>
      <p:pic>
        <p:nvPicPr>
          <p:cNvPr id="3" name="s14_img_1" descr="طبق صحي">    </p:cNvPr>
          <p:cNvPicPr>
            <a:picLocks noChangeAspect="1"/>
          </p:cNvPicPr>
          <p:nvPr/>
        </p:nvPicPr>
        <p:blipFill>
          <a:blip r:embed="rId3"/>
          <a:stretch>
            <a:fillRect/>
          </a:stretch>
        </p:blipFill>
        <p:spPr>
          <a:xfrm>
            <a:off x="1234440" y="1280160"/>
            <a:ext cx="3429000" cy="3429000"/>
          </a:xfrm>
          <a:prstGeom prst="rect">
            <a:avLst/>
          </a:prstGeom>
        </p:spPr>
      </p:pic>
      <p:pic>
        <p:nvPicPr>
          <p:cNvPr id="4" name="s14_emo_2" descr="broccoli">    </p:cNvPr>
          <p:cNvPicPr>
            <a:picLocks noChangeAspect="1"/>
          </p:cNvPicPr>
          <p:nvPr/>
        </p:nvPicPr>
        <p:blipFill>
          <a:blip r:embed="rId4"/>
          <a:stretch>
            <a:fillRect/>
          </a:stretch>
        </p:blipFill>
        <p:spPr>
          <a:xfrm>
            <a:off x="2011680" y="1828800"/>
            <a:ext cx="914400" cy="914400"/>
          </a:xfrm>
          <a:prstGeom prst="rect">
            <a:avLst/>
          </a:prstGeom>
        </p:spPr>
      </p:pic>
      <p:pic>
        <p:nvPicPr>
          <p:cNvPr id="5" name="s14_emo_3" descr="carrot">    </p:cNvPr>
          <p:cNvPicPr>
            <a:picLocks noChangeAspect="1"/>
          </p:cNvPicPr>
          <p:nvPr/>
        </p:nvPicPr>
        <p:blipFill>
          <a:blip r:embed="rId5"/>
          <a:stretch>
            <a:fillRect/>
          </a:stretch>
        </p:blipFill>
        <p:spPr>
          <a:xfrm>
            <a:off x="3017520" y="1828800"/>
            <a:ext cx="914400" cy="914400"/>
          </a:xfrm>
          <a:prstGeom prst="rect">
            <a:avLst/>
          </a:prstGeom>
        </p:spPr>
      </p:pic>
      <p:pic>
        <p:nvPicPr>
          <p:cNvPr id="6" name="s14_emo_4" descr="red_apple">    </p:cNvPr>
          <p:cNvPicPr>
            <a:picLocks noChangeAspect="1"/>
          </p:cNvPicPr>
          <p:nvPr/>
        </p:nvPicPr>
        <p:blipFill>
          <a:blip r:embed="rId6"/>
          <a:stretch>
            <a:fillRect/>
          </a:stretch>
        </p:blipFill>
        <p:spPr>
          <a:xfrm>
            <a:off x="1783080" y="2788920"/>
            <a:ext cx="914400" cy="914400"/>
          </a:xfrm>
          <a:prstGeom prst="rect">
            <a:avLst/>
          </a:prstGeom>
        </p:spPr>
      </p:pic>
      <p:pic>
        <p:nvPicPr>
          <p:cNvPr id="7" name="s14_emo_5" descr="bread">    </p:cNvPr>
          <p:cNvPicPr>
            <a:picLocks noChangeAspect="1"/>
          </p:cNvPicPr>
          <p:nvPr/>
        </p:nvPicPr>
        <p:blipFill>
          <a:blip r:embed="rId7"/>
          <a:stretch>
            <a:fillRect/>
          </a:stretch>
        </p:blipFill>
        <p:spPr>
          <a:xfrm>
            <a:off x="2834640" y="2834640"/>
            <a:ext cx="914400" cy="914400"/>
          </a:xfrm>
          <a:prstGeom prst="rect">
            <a:avLst/>
          </a:prstGeom>
        </p:spPr>
      </p:pic>
      <p:pic>
        <p:nvPicPr>
          <p:cNvPr id="8" name="s14_emo_6" descr="banana">    </p:cNvPr>
          <p:cNvPicPr>
            <a:picLocks noChangeAspect="1"/>
          </p:cNvPicPr>
          <p:nvPr/>
        </p:nvPicPr>
        <p:blipFill>
          <a:blip r:embed="rId8"/>
          <a:stretch>
            <a:fillRect/>
          </a:stretch>
        </p:blipFill>
        <p:spPr>
          <a:xfrm>
            <a:off x="2377440" y="3611880"/>
            <a:ext cx="914400" cy="914400"/>
          </a:xfrm>
          <a:prstGeom prst="rect">
            <a:avLst/>
          </a:prstGeom>
        </p:spPr>
      </p:pic>
      <p:pic>
        <p:nvPicPr>
          <p:cNvPr id="9" name="s14_emo_7" descr="ماء">    </p:cNvPr>
          <p:cNvPicPr>
            <a:picLocks noChangeAspect="1"/>
          </p:cNvPicPr>
          <p:nvPr/>
        </p:nvPicPr>
        <p:blipFill>
          <a:blip r:embed="rId9"/>
          <a:stretch>
            <a:fillRect/>
          </a:stretch>
        </p:blipFill>
        <p:spPr>
          <a:xfrm>
            <a:off x="4343400" y="3520440"/>
            <a:ext cx="960120" cy="960120"/>
          </a:xfrm>
          <a:prstGeom prst="rect">
            <a:avLst/>
          </a:prstGeom>
        </p:spPr>
      </p:pic>
      <p:sp>
        <p:nvSpPr>
          <p:cNvPr id="10" name="s14_card_8"/>
          <p:cNvSpPr/>
          <p:nvPr/>
        </p:nvSpPr>
        <p:spPr>
          <a:xfrm>
            <a:off x="3840480" y="4846320"/>
            <a:ext cx="1783080" cy="1234440"/>
          </a:xfrm>
          <a:prstGeom prst="roundRect">
            <a:avLst>
              <a:gd name="adj" fmla="val 20741"/>
            </a:avLst>
          </a:prstGeom>
          <a:solidFill>
            <a:srgbClr val="FFC4DA"/>
          </a:solidFill>
          <a:ln w="38100">
            <a:solidFill>
              <a:srgbClr val="FFFFFF"/>
            </a:solidFill>
            <a:prstDash val="solid"/>
          </a:ln>
          <a:effectLst>
            <a:outerShdw sx="100000" sy="100000" kx="0" ky="0" algn="bl" rotWithShape="0" blurRad="127000" dist="50800" dir="5400000">
              <a:srgbClr val="5B3E8E">
                <a:alpha val="20000"/>
              </a:srgbClr>
            </a:outerShdw>
          </a:effectLst>
        </p:spPr>
      </p:sp>
      <p:pic>
        <p:nvPicPr>
          <p:cNvPr id="11" name="s14_emo_9" descr="أمضغ طعامي جيدًا">    </p:cNvPr>
          <p:cNvPicPr>
            <a:picLocks noChangeAspect="1"/>
          </p:cNvPicPr>
          <p:nvPr/>
        </p:nvPicPr>
        <p:blipFill>
          <a:blip r:embed="rId10"/>
          <a:stretch>
            <a:fillRect/>
          </a:stretch>
        </p:blipFill>
        <p:spPr>
          <a:xfrm>
            <a:off x="4453128" y="4873752"/>
            <a:ext cx="548640" cy="548640"/>
          </a:xfrm>
          <a:prstGeom prst="rect">
            <a:avLst/>
          </a:prstGeom>
        </p:spPr>
      </p:pic>
      <p:sp>
        <p:nvSpPr>
          <p:cNvPr id="12" name="s14_txt_10"/>
          <p:cNvSpPr txBox="1"/>
          <p:nvPr/>
        </p:nvSpPr>
        <p:spPr>
          <a:xfrm>
            <a:off x="3886200" y="5394960"/>
            <a:ext cx="1691640" cy="658368"/>
          </a:xfrm>
          <a:prstGeom prst="rect">
            <a:avLst/>
          </a:prstGeom>
          <a:noFill/>
          <a:ln/>
        </p:spPr>
        <p:txBody>
          <a:bodyPr wrap="square" lIns="762" tIns="762" rIns="762" bIns="762" rtlCol="0" anchor="ctr"/>
          <a:lstStyle/>
          <a:p>
            <a:pPr rtl="1" algn="ctr" indent="0" marL="0">
              <a:lnSpc>
                <a:spcPct val="105000"/>
              </a:lnSpc>
              <a:buNone/>
            </a:pPr>
            <a:r>
              <a:rPr lang="ar-SA" altLang="en-US" sz="1600" b="1" dirty="0">
                <a:solidFill>
                  <a:srgbClr val="3B2A5A"/>
                </a:solidFill>
                <a:latin typeface="Tahoma" pitchFamily="34" charset="0"/>
                <a:ea typeface="Tahoma" pitchFamily="34" charset="-122"/>
                <a:cs typeface="Tahoma" pitchFamily="34" charset="-120"/>
              </a:rPr>
              <a:t>أمضغ طعامي جيدًا</a:t>
            </a:r>
            <a:endParaRPr lang="ar-SA" sz="1600" dirty="0"/>
          </a:p>
        </p:txBody>
      </p:sp>
      <p:sp>
        <p:nvSpPr>
          <p:cNvPr id="13" name="s14_card_11"/>
          <p:cNvSpPr/>
          <p:nvPr/>
        </p:nvSpPr>
        <p:spPr>
          <a:xfrm>
            <a:off x="2011680" y="4846320"/>
            <a:ext cx="1783080" cy="1234440"/>
          </a:xfrm>
          <a:prstGeom prst="roundRect">
            <a:avLst>
              <a:gd name="adj" fmla="val 20741"/>
            </a:avLst>
          </a:prstGeom>
          <a:solidFill>
            <a:srgbClr val="B5EDD5"/>
          </a:solidFill>
          <a:ln w="38100">
            <a:solidFill>
              <a:srgbClr val="FFFFFF"/>
            </a:solidFill>
            <a:prstDash val="solid"/>
          </a:ln>
          <a:effectLst>
            <a:outerShdw sx="100000" sy="100000" kx="0" ky="0" algn="bl" rotWithShape="0" blurRad="127000" dist="50800" dir="5400000">
              <a:srgbClr val="5B3E8E">
                <a:alpha val="20000"/>
              </a:srgbClr>
            </a:outerShdw>
          </a:effectLst>
        </p:spPr>
      </p:sp>
      <p:pic>
        <p:nvPicPr>
          <p:cNvPr id="14" name="s14_emo_12" descr="أُكثر من الخضار والفواكه">    </p:cNvPr>
          <p:cNvPicPr>
            <a:picLocks noChangeAspect="1"/>
          </p:cNvPicPr>
          <p:nvPr/>
        </p:nvPicPr>
        <p:blipFill>
          <a:blip r:embed="rId11"/>
          <a:stretch>
            <a:fillRect/>
          </a:stretch>
        </p:blipFill>
        <p:spPr>
          <a:xfrm>
            <a:off x="2624328" y="4873752"/>
            <a:ext cx="548640" cy="548640"/>
          </a:xfrm>
          <a:prstGeom prst="rect">
            <a:avLst/>
          </a:prstGeom>
        </p:spPr>
      </p:pic>
      <p:sp>
        <p:nvSpPr>
          <p:cNvPr id="15" name="s14_txt_13"/>
          <p:cNvSpPr txBox="1"/>
          <p:nvPr/>
        </p:nvSpPr>
        <p:spPr>
          <a:xfrm>
            <a:off x="2057400" y="5394960"/>
            <a:ext cx="1691640" cy="658368"/>
          </a:xfrm>
          <a:prstGeom prst="rect">
            <a:avLst/>
          </a:prstGeom>
          <a:noFill/>
          <a:ln/>
        </p:spPr>
        <p:txBody>
          <a:bodyPr wrap="square" lIns="762" tIns="762" rIns="762" bIns="762" rtlCol="0" anchor="ctr"/>
          <a:lstStyle/>
          <a:p>
            <a:pPr rtl="1" algn="ctr" indent="0" marL="0">
              <a:lnSpc>
                <a:spcPct val="105000"/>
              </a:lnSpc>
              <a:buNone/>
            </a:pPr>
            <a:r>
              <a:rPr lang="ar-SA" altLang="en-US" sz="1600" b="1" dirty="0">
                <a:solidFill>
                  <a:srgbClr val="3B2A5A"/>
                </a:solidFill>
                <a:latin typeface="Tahoma" pitchFamily="34" charset="0"/>
                <a:ea typeface="Tahoma" pitchFamily="34" charset="-122"/>
                <a:cs typeface="Tahoma" pitchFamily="34" charset="-120"/>
              </a:rPr>
              <a:t>أُكثر من الخضار والفواكه</a:t>
            </a:r>
            <a:endParaRPr lang="ar-SA" sz="1600" dirty="0"/>
          </a:p>
        </p:txBody>
      </p:sp>
      <p:sp>
        <p:nvSpPr>
          <p:cNvPr id="16" name="s14_card_14"/>
          <p:cNvSpPr/>
          <p:nvPr/>
        </p:nvSpPr>
        <p:spPr>
          <a:xfrm>
            <a:off x="182880" y="4846320"/>
            <a:ext cx="1783080" cy="1234440"/>
          </a:xfrm>
          <a:prstGeom prst="roundRect">
            <a:avLst>
              <a:gd name="adj" fmla="val 20741"/>
            </a:avLst>
          </a:prstGeom>
          <a:solidFill>
            <a:srgbClr val="BFE6FB"/>
          </a:solidFill>
          <a:ln w="38100">
            <a:solidFill>
              <a:srgbClr val="FFFFFF"/>
            </a:solidFill>
            <a:prstDash val="solid"/>
          </a:ln>
          <a:effectLst>
            <a:outerShdw sx="100000" sy="100000" kx="0" ky="0" algn="bl" rotWithShape="0" blurRad="127000" dist="50800" dir="5400000">
              <a:srgbClr val="5B3E8E">
                <a:alpha val="20000"/>
              </a:srgbClr>
            </a:outerShdw>
          </a:effectLst>
        </p:spPr>
      </p:sp>
      <p:pic>
        <p:nvPicPr>
          <p:cNvPr id="17" name="s14_emo_15" descr="أشرب الماء">    </p:cNvPr>
          <p:cNvPicPr>
            <a:picLocks noChangeAspect="1"/>
          </p:cNvPicPr>
          <p:nvPr/>
        </p:nvPicPr>
        <p:blipFill>
          <a:blip r:embed="rId12"/>
          <a:stretch>
            <a:fillRect/>
          </a:stretch>
        </p:blipFill>
        <p:spPr>
          <a:xfrm>
            <a:off x="795528" y="4873752"/>
            <a:ext cx="548640" cy="548640"/>
          </a:xfrm>
          <a:prstGeom prst="rect">
            <a:avLst/>
          </a:prstGeom>
        </p:spPr>
      </p:pic>
      <p:sp>
        <p:nvSpPr>
          <p:cNvPr id="18" name="s14_txt_16"/>
          <p:cNvSpPr txBox="1"/>
          <p:nvPr/>
        </p:nvSpPr>
        <p:spPr>
          <a:xfrm>
            <a:off x="228600" y="5394960"/>
            <a:ext cx="1691640" cy="658368"/>
          </a:xfrm>
          <a:prstGeom prst="rect">
            <a:avLst/>
          </a:prstGeom>
          <a:noFill/>
          <a:ln/>
        </p:spPr>
        <p:txBody>
          <a:bodyPr wrap="square" lIns="762" tIns="762" rIns="762" bIns="762" rtlCol="0" anchor="ctr"/>
          <a:lstStyle/>
          <a:p>
            <a:pPr rtl="1" algn="ctr" indent="0" marL="0">
              <a:lnSpc>
                <a:spcPct val="105000"/>
              </a:lnSpc>
              <a:buNone/>
            </a:pPr>
            <a:r>
              <a:rPr lang="ar-SA" altLang="en-US" sz="1600" b="1" dirty="0">
                <a:solidFill>
                  <a:srgbClr val="3B2A5A"/>
                </a:solidFill>
                <a:latin typeface="Tahoma" pitchFamily="34" charset="0"/>
                <a:ea typeface="Tahoma" pitchFamily="34" charset="-122"/>
                <a:cs typeface="Tahoma" pitchFamily="34" charset="-120"/>
              </a:rPr>
              <a:t>أشرب الماء</a:t>
            </a:r>
            <a:endParaRPr lang="ar-SA" sz="1600" dirty="0"/>
          </a:p>
        </p:txBody>
      </p:sp>
      <p:sp>
        <p:nvSpPr>
          <p:cNvPr id="19" name="s14_card_17"/>
          <p:cNvSpPr/>
          <p:nvPr/>
        </p:nvSpPr>
        <p:spPr>
          <a:xfrm>
            <a:off x="5852160" y="1371600"/>
            <a:ext cx="5852160" cy="1444752"/>
          </a:xfrm>
          <a:prstGeom prst="roundRect">
            <a:avLst>
              <a:gd name="adj" fmla="val 17722"/>
            </a:avLst>
          </a:prstGeom>
          <a:solidFill>
            <a:srgbClr val="FFFFFF"/>
          </a:solidFill>
          <a:ln w="38100">
            <a:solidFill>
              <a:srgbClr val="FFE59A"/>
            </a:solidFill>
            <a:prstDash val="solid"/>
          </a:ln>
          <a:effectLst>
            <a:outerShdw sx="100000" sy="100000" kx="0" ky="0" algn="bl" rotWithShape="0" blurRad="127000" dist="50800" dir="5400000">
              <a:srgbClr val="5B3E8E">
                <a:alpha val="20000"/>
              </a:srgbClr>
            </a:outerShdw>
          </a:effectLst>
        </p:spPr>
      </p:sp>
      <p:sp>
        <p:nvSpPr>
          <p:cNvPr id="20" name="s14_txt_18"/>
          <p:cNvSpPr txBox="1"/>
          <p:nvPr/>
        </p:nvSpPr>
        <p:spPr>
          <a:xfrm>
            <a:off x="11109960" y="1481328"/>
            <a:ext cx="502920" cy="502920"/>
          </a:xfrm>
          <a:prstGeom prst="ellipse">
            <a:avLst/>
          </a:prstGeom>
          <a:solidFill>
            <a:srgbClr val="F58A3C"/>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1900" b="1" dirty="0">
                <a:solidFill>
                  <a:srgbClr val="FFFFFF"/>
                </a:solidFill>
                <a:latin typeface="Tahoma" pitchFamily="34" charset="0"/>
                <a:ea typeface="Tahoma" pitchFamily="34" charset="-122"/>
                <a:cs typeface="Tahoma" pitchFamily="34" charset="-120"/>
              </a:rPr>
              <a:t>١</a:t>
            </a:r>
            <a:endParaRPr lang="ar-SA" sz="1900" dirty="0"/>
          </a:p>
        </p:txBody>
      </p:sp>
      <p:sp>
        <p:nvSpPr>
          <p:cNvPr id="21" name="s14_txt_19"/>
          <p:cNvSpPr txBox="1"/>
          <p:nvPr/>
        </p:nvSpPr>
        <p:spPr>
          <a:xfrm>
            <a:off x="6035040" y="1444752"/>
            <a:ext cx="4983480" cy="502920"/>
          </a:xfrm>
          <a:prstGeom prst="rect">
            <a:avLst/>
          </a:prstGeom>
          <a:noFill/>
          <a:ln/>
        </p:spPr>
        <p:txBody>
          <a:bodyPr wrap="square" lIns="762" tIns="762" rIns="762" bIns="762" rtlCol="0" anchor="ctr"/>
          <a:lstStyle/>
          <a:p>
            <a:pPr rtl="1" algn="r" indent="0" marL="0">
              <a:lnSpc>
                <a:spcPct val="105000"/>
              </a:lnSpc>
              <a:buNone/>
            </a:pPr>
            <a:r>
              <a:rPr lang="ar-SA" altLang="en-US" sz="2100" b="1" dirty="0">
                <a:solidFill>
                  <a:srgbClr val="E2731F"/>
                </a:solidFill>
                <a:latin typeface="Tahoma" pitchFamily="34" charset="0"/>
                <a:ea typeface="Tahoma" pitchFamily="34" charset="-122"/>
                <a:cs typeface="Tahoma" pitchFamily="34" charset="-120"/>
              </a:rPr>
              <a:t>ماذا يحدث للطعام بعد تناوله؟</a:t>
            </a:r>
            <a:endParaRPr lang="ar-SA" sz="2100" dirty="0"/>
          </a:p>
        </p:txBody>
      </p:sp>
      <p:sp>
        <p:nvSpPr>
          <p:cNvPr id="22" name="s14_txt_20"/>
          <p:cNvSpPr txBox="1"/>
          <p:nvPr/>
        </p:nvSpPr>
        <p:spPr>
          <a:xfrm>
            <a:off x="6035040" y="1965960"/>
            <a:ext cx="5440680" cy="804672"/>
          </a:xfrm>
          <a:prstGeom prst="rect">
            <a:avLst/>
          </a:prstGeom>
          <a:noFill/>
          <a:ln/>
        </p:spPr>
        <p:txBody>
          <a:bodyPr wrap="square" lIns="762" tIns="762" rIns="762" bIns="762" rtlCol="0" anchor="ctr"/>
          <a:lstStyle/>
          <a:p>
            <a:pPr rtl="1" algn="r" indent="0" marL="0">
              <a:lnSpc>
                <a:spcPct val="105000"/>
              </a:lnSpc>
              <a:buNone/>
            </a:pPr>
            <a:r>
              <a:rPr lang="ar-SA" altLang="en-US" sz="1800" dirty="0">
                <a:solidFill>
                  <a:srgbClr val="3B2A5A"/>
                </a:solidFill>
                <a:latin typeface="Tahoma" pitchFamily="34" charset="0"/>
                <a:ea typeface="Tahoma" pitchFamily="34" charset="-122"/>
                <a:cs typeface="Tahoma" pitchFamily="34" charset="-120"/>
              </a:rPr>
              <a:t>يُهضم في القناة الهضمية فيتحول إلى مواد بسيطة يمتصها الجسم.</a:t>
            </a:r>
            <a:endParaRPr lang="ar-SA" sz="1800" dirty="0"/>
          </a:p>
        </p:txBody>
      </p:sp>
      <p:sp>
        <p:nvSpPr>
          <p:cNvPr id="23" name="s14_card_21"/>
          <p:cNvSpPr/>
          <p:nvPr/>
        </p:nvSpPr>
        <p:spPr>
          <a:xfrm>
            <a:off x="5852160" y="2944368"/>
            <a:ext cx="5852160" cy="1444752"/>
          </a:xfrm>
          <a:prstGeom prst="roundRect">
            <a:avLst>
              <a:gd name="adj" fmla="val 17722"/>
            </a:avLst>
          </a:prstGeom>
          <a:solidFill>
            <a:srgbClr val="FFFFFF"/>
          </a:solidFill>
          <a:ln w="38100">
            <a:solidFill>
              <a:srgbClr val="FFE59A"/>
            </a:solidFill>
            <a:prstDash val="solid"/>
          </a:ln>
          <a:effectLst>
            <a:outerShdw sx="100000" sy="100000" kx="0" ky="0" algn="bl" rotWithShape="0" blurRad="127000" dist="50800" dir="5400000">
              <a:srgbClr val="5B3E8E">
                <a:alpha val="20000"/>
              </a:srgbClr>
            </a:outerShdw>
          </a:effectLst>
        </p:spPr>
      </p:sp>
      <p:sp>
        <p:nvSpPr>
          <p:cNvPr id="24" name="s14_txt_22"/>
          <p:cNvSpPr txBox="1"/>
          <p:nvPr/>
        </p:nvSpPr>
        <p:spPr>
          <a:xfrm>
            <a:off x="11109960" y="3054096"/>
            <a:ext cx="502920" cy="502920"/>
          </a:xfrm>
          <a:prstGeom prst="ellipse">
            <a:avLst/>
          </a:prstGeom>
          <a:solidFill>
            <a:srgbClr val="E85D9A"/>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1900" b="1" dirty="0">
                <a:solidFill>
                  <a:srgbClr val="FFFFFF"/>
                </a:solidFill>
                <a:latin typeface="Tahoma" pitchFamily="34" charset="0"/>
                <a:ea typeface="Tahoma" pitchFamily="34" charset="-122"/>
                <a:cs typeface="Tahoma" pitchFamily="34" charset="-120"/>
              </a:rPr>
              <a:t>٢</a:t>
            </a:r>
            <a:endParaRPr lang="ar-SA" sz="1900" dirty="0"/>
          </a:p>
        </p:txBody>
      </p:sp>
      <p:sp>
        <p:nvSpPr>
          <p:cNvPr id="25" name="s14_txt_23"/>
          <p:cNvSpPr txBox="1"/>
          <p:nvPr/>
        </p:nvSpPr>
        <p:spPr>
          <a:xfrm>
            <a:off x="6035040" y="3017520"/>
            <a:ext cx="4983480" cy="502920"/>
          </a:xfrm>
          <a:prstGeom prst="rect">
            <a:avLst/>
          </a:prstGeom>
          <a:noFill/>
          <a:ln/>
        </p:spPr>
        <p:txBody>
          <a:bodyPr wrap="square" lIns="762" tIns="762" rIns="762" bIns="762" rtlCol="0" anchor="ctr"/>
          <a:lstStyle/>
          <a:p>
            <a:pPr rtl="1" algn="r" indent="0" marL="0">
              <a:lnSpc>
                <a:spcPct val="105000"/>
              </a:lnSpc>
              <a:buNone/>
            </a:pPr>
            <a:r>
              <a:rPr lang="ar-SA" altLang="en-US" sz="2100" b="1" dirty="0">
                <a:solidFill>
                  <a:srgbClr val="E85D9A"/>
                </a:solidFill>
                <a:latin typeface="Tahoma" pitchFamily="34" charset="0"/>
                <a:ea typeface="Tahoma" pitchFamily="34" charset="-122"/>
                <a:cs typeface="Tahoma" pitchFamily="34" charset="-120"/>
              </a:rPr>
              <a:t>كيف يستفيد الجسم من الغذاء؟</a:t>
            </a:r>
            <a:endParaRPr lang="ar-SA" sz="2100" dirty="0"/>
          </a:p>
        </p:txBody>
      </p:sp>
      <p:sp>
        <p:nvSpPr>
          <p:cNvPr id="26" name="s14_txt_24"/>
          <p:cNvSpPr txBox="1"/>
          <p:nvPr/>
        </p:nvSpPr>
        <p:spPr>
          <a:xfrm>
            <a:off x="6035040" y="3538728"/>
            <a:ext cx="5440680" cy="804672"/>
          </a:xfrm>
          <a:prstGeom prst="rect">
            <a:avLst/>
          </a:prstGeom>
          <a:noFill/>
          <a:ln/>
        </p:spPr>
        <p:txBody>
          <a:bodyPr wrap="square" lIns="762" tIns="762" rIns="762" bIns="762" rtlCol="0" anchor="ctr"/>
          <a:lstStyle/>
          <a:p>
            <a:pPr rtl="1" algn="r" indent="0" marL="0">
              <a:lnSpc>
                <a:spcPct val="105000"/>
              </a:lnSpc>
              <a:buNone/>
            </a:pPr>
            <a:r>
              <a:rPr lang="ar-SA" altLang="en-US" sz="1800" dirty="0">
                <a:solidFill>
                  <a:srgbClr val="3B2A5A"/>
                </a:solidFill>
                <a:latin typeface="Tahoma" pitchFamily="34" charset="0"/>
                <a:ea typeface="Tahoma" pitchFamily="34" charset="-122"/>
                <a:cs typeface="Tahoma" pitchFamily="34" charset="-120"/>
              </a:rPr>
              <a:t>يحصل منه على الطاقة وعلى المواد اللازمة للنمو وبناء الخلايا.</a:t>
            </a:r>
            <a:endParaRPr lang="ar-SA" sz="1800" dirty="0"/>
          </a:p>
        </p:txBody>
      </p:sp>
      <p:sp>
        <p:nvSpPr>
          <p:cNvPr id="27" name="s14_card_25"/>
          <p:cNvSpPr/>
          <p:nvPr/>
        </p:nvSpPr>
        <p:spPr>
          <a:xfrm>
            <a:off x="5852160" y="4517136"/>
            <a:ext cx="5852160" cy="1444752"/>
          </a:xfrm>
          <a:prstGeom prst="roundRect">
            <a:avLst>
              <a:gd name="adj" fmla="val 17722"/>
            </a:avLst>
          </a:prstGeom>
          <a:solidFill>
            <a:srgbClr val="FFFFFF"/>
          </a:solidFill>
          <a:ln w="38100">
            <a:solidFill>
              <a:srgbClr val="FFE59A"/>
            </a:solidFill>
            <a:prstDash val="solid"/>
          </a:ln>
          <a:effectLst>
            <a:outerShdw sx="100000" sy="100000" kx="0" ky="0" algn="bl" rotWithShape="0" blurRad="127000" dist="50800" dir="5400000">
              <a:srgbClr val="5B3E8E">
                <a:alpha val="20000"/>
              </a:srgbClr>
            </a:outerShdw>
          </a:effectLst>
        </p:spPr>
      </p:sp>
      <p:sp>
        <p:nvSpPr>
          <p:cNvPr id="28" name="s14_txt_26"/>
          <p:cNvSpPr txBox="1"/>
          <p:nvPr/>
        </p:nvSpPr>
        <p:spPr>
          <a:xfrm>
            <a:off x="11109960" y="4626864"/>
            <a:ext cx="502920" cy="502920"/>
          </a:xfrm>
          <a:prstGeom prst="ellipse">
            <a:avLst/>
          </a:prstGeom>
          <a:solidFill>
            <a:srgbClr val="3BA7E0"/>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1900" b="1" dirty="0">
                <a:solidFill>
                  <a:srgbClr val="FFFFFF"/>
                </a:solidFill>
                <a:latin typeface="Tahoma" pitchFamily="34" charset="0"/>
                <a:ea typeface="Tahoma" pitchFamily="34" charset="-122"/>
                <a:cs typeface="Tahoma" pitchFamily="34" charset="-120"/>
              </a:rPr>
              <a:t>٣</a:t>
            </a:r>
            <a:endParaRPr lang="ar-SA" sz="1900" dirty="0"/>
          </a:p>
        </p:txBody>
      </p:sp>
      <p:sp>
        <p:nvSpPr>
          <p:cNvPr id="29" name="s14_txt_27"/>
          <p:cNvSpPr txBox="1"/>
          <p:nvPr/>
        </p:nvSpPr>
        <p:spPr>
          <a:xfrm>
            <a:off x="6035040" y="4590288"/>
            <a:ext cx="4983480" cy="502920"/>
          </a:xfrm>
          <a:prstGeom prst="rect">
            <a:avLst/>
          </a:prstGeom>
          <a:noFill/>
          <a:ln/>
        </p:spPr>
        <p:txBody>
          <a:bodyPr wrap="square" lIns="762" tIns="762" rIns="762" bIns="762" rtlCol="0" anchor="ctr"/>
          <a:lstStyle/>
          <a:p>
            <a:pPr rtl="1" algn="r" indent="0" marL="0">
              <a:lnSpc>
                <a:spcPct val="105000"/>
              </a:lnSpc>
              <a:buNone/>
            </a:pPr>
            <a:r>
              <a:rPr lang="ar-SA" altLang="en-US" sz="2100" b="1" dirty="0">
                <a:solidFill>
                  <a:srgbClr val="2F96D0"/>
                </a:solidFill>
                <a:latin typeface="Tahoma" pitchFamily="34" charset="0"/>
                <a:ea typeface="Tahoma" pitchFamily="34" charset="-122"/>
                <a:cs typeface="Tahoma" pitchFamily="34" charset="-120"/>
              </a:rPr>
              <a:t>ماذا يحدث إذا لم نشرب الماء؟</a:t>
            </a:r>
            <a:endParaRPr lang="ar-SA" sz="2100" dirty="0"/>
          </a:p>
        </p:txBody>
      </p:sp>
      <p:sp>
        <p:nvSpPr>
          <p:cNvPr id="30" name="s14_txt_28"/>
          <p:cNvSpPr txBox="1"/>
          <p:nvPr/>
        </p:nvSpPr>
        <p:spPr>
          <a:xfrm>
            <a:off x="6035040" y="5111496"/>
            <a:ext cx="5440680" cy="804672"/>
          </a:xfrm>
          <a:prstGeom prst="rect">
            <a:avLst/>
          </a:prstGeom>
          <a:noFill/>
          <a:ln/>
        </p:spPr>
        <p:txBody>
          <a:bodyPr wrap="square" lIns="762" tIns="762" rIns="762" bIns="762" rtlCol="0" anchor="ctr"/>
          <a:lstStyle/>
          <a:p>
            <a:pPr rtl="1" algn="r" indent="0" marL="0">
              <a:lnSpc>
                <a:spcPct val="105000"/>
              </a:lnSpc>
              <a:buNone/>
            </a:pPr>
            <a:r>
              <a:rPr lang="ar-SA" altLang="en-US" sz="1800" dirty="0">
                <a:solidFill>
                  <a:srgbClr val="3B2A5A"/>
                </a:solidFill>
                <a:latin typeface="Tahoma" pitchFamily="34" charset="0"/>
                <a:ea typeface="Tahoma" pitchFamily="34" charset="-122"/>
                <a:cs typeface="Tahoma" pitchFamily="34" charset="-120"/>
              </a:rPr>
              <a:t>يُصاب الجسم بالجفاف، وقد تصبح الفضلات جافة وصلبة فيحدث الإمساك.</a:t>
            </a:r>
            <a:endParaRPr lang="ar-SA" sz="18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2" presetID="10"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7" presetID="10" presetClass="entr" presetSubtype="0" fill="hold"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4" presetID="53" presetClass="entr" presetSubtype="16"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childTnLst>
                                </p:cTn>
                              </p:par>
                              <p:par>
                                <p:cTn id="29" presetID="53" presetClass="entr" presetSubtype="16"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animEffect transition="in" filter="fade">
                                      <p:cBhvr>
                                        <p:cTn id="28" dur="500"/>
                                        <p:tgtEl>
                                          <p:spTgt spid="11"/>
                                        </p:tgtEl>
                                      </p:cBhvr>
                                    </p:animEffect>
                                  </p:childTnLst>
                                </p:cTn>
                              </p:par>
                              <p:par>
                                <p:cTn id="34" presetID="53" presetClass="entr" presetSubtype="16"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animEffect transition="in" filter="fade">
                                      <p:cBhvr>
                                        <p:cTn id="33" dur="500"/>
                                        <p:tgtEl>
                                          <p:spTgt spid="12"/>
                                        </p:tgtEl>
                                      </p:cBhvr>
                                    </p:animEffect>
                                  </p:childTnLst>
                                </p:cTn>
                              </p:par>
                              <p:par>
                                <p:cTn id="39" presetID="53" presetClass="entr" presetSubtype="16" fill="hold" nodeType="withEffect">
                                  <p:stCondLst>
                                    <p:cond delay="250"/>
                                  </p:stCondLst>
                                  <p:childTnLst>
                                    <p:set>
                                      <p:cBhvr>
                                        <p:cTn id="35" dur="1" fill="hold">
                                          <p:stCondLst>
                                            <p:cond delay="0"/>
                                          </p:stCondLst>
                                        </p:cTn>
                                        <p:tgtEl>
                                          <p:spTgt spid="13"/>
                                        </p:tgtEl>
                                        <p:attrNameLst>
                                          <p:attrName>style.visibility</p:attrName>
                                        </p:attrNameLst>
                                      </p:cBhvr>
                                      <p:to>
                                        <p:strVal val="visible"/>
                                      </p:to>
                                    </p:set>
                                    <p:anim calcmode="lin" valueType="num">
                                      <p:cBhvr>
                                        <p:cTn id="36" dur="500" fill="hold"/>
                                        <p:tgtEl>
                                          <p:spTgt spid="13"/>
                                        </p:tgtEl>
                                        <p:attrNameLst>
                                          <p:attrName>ppt_w</p:attrName>
                                        </p:attrNameLst>
                                      </p:cBhvr>
                                      <p:tavLst>
                                        <p:tav tm="0">
                                          <p:val>
                                            <p:fltVal val="0"/>
                                          </p:val>
                                        </p:tav>
                                        <p:tav tm="100000">
                                          <p:val>
                                            <p:strVal val="#ppt_w"/>
                                          </p:val>
                                        </p:tav>
                                      </p:tavLst>
                                    </p:anim>
                                    <p:anim calcmode="lin" valueType="num">
                                      <p:cBhvr>
                                        <p:cTn id="37" dur="500" fill="hold"/>
                                        <p:tgtEl>
                                          <p:spTgt spid="13"/>
                                        </p:tgtEl>
                                        <p:attrNameLst>
                                          <p:attrName>ppt_h</p:attrName>
                                        </p:attrNameLst>
                                      </p:cBhvr>
                                      <p:tavLst>
                                        <p:tav tm="0">
                                          <p:val>
                                            <p:fltVal val="0"/>
                                          </p:val>
                                        </p:tav>
                                        <p:tav tm="100000">
                                          <p:val>
                                            <p:strVal val="#ppt_h"/>
                                          </p:val>
                                        </p:tav>
                                      </p:tavLst>
                                    </p:anim>
                                    <p:animEffect transition="in" filter="fade">
                                      <p:cBhvr>
                                        <p:cTn id="38" dur="500"/>
                                        <p:tgtEl>
                                          <p:spTgt spid="13"/>
                                        </p:tgtEl>
                                      </p:cBhvr>
                                    </p:animEffect>
                                  </p:childTnLst>
                                </p:cTn>
                              </p:par>
                              <p:par>
                                <p:cTn id="44" presetID="53" presetClass="entr" presetSubtype="16" fill="hold" nodeType="withEffect">
                                  <p:stCondLst>
                                    <p:cond delay="250"/>
                                  </p:stCondLst>
                                  <p:childTnLst>
                                    <p:set>
                                      <p:cBhvr>
                                        <p:cTn id="40" dur="1" fill="hold">
                                          <p:stCondLst>
                                            <p:cond delay="0"/>
                                          </p:stCondLst>
                                        </p:cTn>
                                        <p:tgtEl>
                                          <p:spTgt spid="14"/>
                                        </p:tgtEl>
                                        <p:attrNameLst>
                                          <p:attrName>style.visibility</p:attrName>
                                        </p:attrNameLst>
                                      </p:cBhvr>
                                      <p:to>
                                        <p:strVal val="visible"/>
                                      </p:to>
                                    </p:set>
                                    <p:anim calcmode="lin" valueType="num">
                                      <p:cBhvr>
                                        <p:cTn id="41" dur="500" fill="hold"/>
                                        <p:tgtEl>
                                          <p:spTgt spid="14"/>
                                        </p:tgtEl>
                                        <p:attrNameLst>
                                          <p:attrName>ppt_w</p:attrName>
                                        </p:attrNameLst>
                                      </p:cBhvr>
                                      <p:tavLst>
                                        <p:tav tm="0">
                                          <p:val>
                                            <p:fltVal val="0"/>
                                          </p:val>
                                        </p:tav>
                                        <p:tav tm="100000">
                                          <p:val>
                                            <p:strVal val="#ppt_w"/>
                                          </p:val>
                                        </p:tav>
                                      </p:tavLst>
                                    </p:anim>
                                    <p:anim calcmode="lin" valueType="num">
                                      <p:cBhvr>
                                        <p:cTn id="42" dur="500" fill="hold"/>
                                        <p:tgtEl>
                                          <p:spTgt spid="14"/>
                                        </p:tgtEl>
                                        <p:attrNameLst>
                                          <p:attrName>ppt_h</p:attrName>
                                        </p:attrNameLst>
                                      </p:cBhvr>
                                      <p:tavLst>
                                        <p:tav tm="0">
                                          <p:val>
                                            <p:fltVal val="0"/>
                                          </p:val>
                                        </p:tav>
                                        <p:tav tm="100000">
                                          <p:val>
                                            <p:strVal val="#ppt_h"/>
                                          </p:val>
                                        </p:tav>
                                      </p:tavLst>
                                    </p:anim>
                                    <p:animEffect transition="in" filter="fade">
                                      <p:cBhvr>
                                        <p:cTn id="43" dur="500"/>
                                        <p:tgtEl>
                                          <p:spTgt spid="14"/>
                                        </p:tgtEl>
                                      </p:cBhvr>
                                    </p:animEffect>
                                  </p:childTnLst>
                                </p:cTn>
                              </p:par>
                              <p:par>
                                <p:cTn id="49" presetID="53" presetClass="entr" presetSubtype="16" fill="hold" nodeType="withEffect">
                                  <p:stCondLst>
                                    <p:cond delay="250"/>
                                  </p:stCondLst>
                                  <p:childTnLst>
                                    <p:set>
                                      <p:cBhvr>
                                        <p:cTn id="45" dur="1" fill="hold">
                                          <p:stCondLst>
                                            <p:cond delay="0"/>
                                          </p:stCondLst>
                                        </p:cTn>
                                        <p:tgtEl>
                                          <p:spTgt spid="15"/>
                                        </p:tgtEl>
                                        <p:attrNameLst>
                                          <p:attrName>style.visibility</p:attrName>
                                        </p:attrNameLst>
                                      </p:cBhvr>
                                      <p:to>
                                        <p:strVal val="visible"/>
                                      </p:to>
                                    </p:set>
                                    <p:anim calcmode="lin" valueType="num">
                                      <p:cBhvr>
                                        <p:cTn id="46" dur="500" fill="hold"/>
                                        <p:tgtEl>
                                          <p:spTgt spid="15"/>
                                        </p:tgtEl>
                                        <p:attrNameLst>
                                          <p:attrName>ppt_w</p:attrName>
                                        </p:attrNameLst>
                                      </p:cBhvr>
                                      <p:tavLst>
                                        <p:tav tm="0">
                                          <p:val>
                                            <p:fltVal val="0"/>
                                          </p:val>
                                        </p:tav>
                                        <p:tav tm="100000">
                                          <p:val>
                                            <p:strVal val="#ppt_w"/>
                                          </p:val>
                                        </p:tav>
                                      </p:tavLst>
                                    </p:anim>
                                    <p:anim calcmode="lin" valueType="num">
                                      <p:cBhvr>
                                        <p:cTn id="47" dur="500" fill="hold"/>
                                        <p:tgtEl>
                                          <p:spTgt spid="15"/>
                                        </p:tgtEl>
                                        <p:attrNameLst>
                                          <p:attrName>ppt_h</p:attrName>
                                        </p:attrNameLst>
                                      </p:cBhvr>
                                      <p:tavLst>
                                        <p:tav tm="0">
                                          <p:val>
                                            <p:fltVal val="0"/>
                                          </p:val>
                                        </p:tav>
                                        <p:tav tm="100000">
                                          <p:val>
                                            <p:strVal val="#ppt_h"/>
                                          </p:val>
                                        </p:tav>
                                      </p:tavLst>
                                    </p:anim>
                                    <p:animEffect transition="in" filter="fade">
                                      <p:cBhvr>
                                        <p:cTn id="48" dur="500"/>
                                        <p:tgtEl>
                                          <p:spTgt spid="15"/>
                                        </p:tgtEl>
                                      </p:cBhvr>
                                    </p:animEffect>
                                  </p:childTnLst>
                                </p:cTn>
                              </p:par>
                              <p:par>
                                <p:cTn id="54" presetID="53" presetClass="entr" presetSubtype="16" fill="hold" nodeType="withEffect">
                                  <p:stCondLst>
                                    <p:cond delay="500"/>
                                  </p:stCondLst>
                                  <p:childTnLst>
                                    <p:set>
                                      <p:cBhvr>
                                        <p:cTn id="50" dur="1" fill="hold">
                                          <p:stCondLst>
                                            <p:cond delay="0"/>
                                          </p:stCondLst>
                                        </p:cTn>
                                        <p:tgtEl>
                                          <p:spTgt spid="16"/>
                                        </p:tgtEl>
                                        <p:attrNameLst>
                                          <p:attrName>style.visibility</p:attrName>
                                        </p:attrNameLst>
                                      </p:cBhvr>
                                      <p:to>
                                        <p:strVal val="visible"/>
                                      </p:to>
                                    </p:set>
                                    <p:anim calcmode="lin" valueType="num">
                                      <p:cBhvr>
                                        <p:cTn id="51" dur="500" fill="hold"/>
                                        <p:tgtEl>
                                          <p:spTgt spid="16"/>
                                        </p:tgtEl>
                                        <p:attrNameLst>
                                          <p:attrName>ppt_w</p:attrName>
                                        </p:attrNameLst>
                                      </p:cBhvr>
                                      <p:tavLst>
                                        <p:tav tm="0">
                                          <p:val>
                                            <p:fltVal val="0"/>
                                          </p:val>
                                        </p:tav>
                                        <p:tav tm="100000">
                                          <p:val>
                                            <p:strVal val="#ppt_w"/>
                                          </p:val>
                                        </p:tav>
                                      </p:tavLst>
                                    </p:anim>
                                    <p:anim calcmode="lin" valueType="num">
                                      <p:cBhvr>
                                        <p:cTn id="52" dur="500" fill="hold"/>
                                        <p:tgtEl>
                                          <p:spTgt spid="16"/>
                                        </p:tgtEl>
                                        <p:attrNameLst>
                                          <p:attrName>ppt_h</p:attrName>
                                        </p:attrNameLst>
                                      </p:cBhvr>
                                      <p:tavLst>
                                        <p:tav tm="0">
                                          <p:val>
                                            <p:fltVal val="0"/>
                                          </p:val>
                                        </p:tav>
                                        <p:tav tm="100000">
                                          <p:val>
                                            <p:strVal val="#ppt_h"/>
                                          </p:val>
                                        </p:tav>
                                      </p:tavLst>
                                    </p:anim>
                                    <p:animEffect transition="in" filter="fade">
                                      <p:cBhvr>
                                        <p:cTn id="53" dur="500"/>
                                        <p:tgtEl>
                                          <p:spTgt spid="16"/>
                                        </p:tgtEl>
                                      </p:cBhvr>
                                    </p:animEffect>
                                  </p:childTnLst>
                                </p:cTn>
                              </p:par>
                              <p:par>
                                <p:cTn id="59" presetID="53" presetClass="entr" presetSubtype="16" fill="hold" nodeType="withEffect">
                                  <p:stCondLst>
                                    <p:cond delay="500"/>
                                  </p:stCondLst>
                                  <p:childTnLst>
                                    <p:set>
                                      <p:cBhvr>
                                        <p:cTn id="55" dur="1" fill="hold">
                                          <p:stCondLst>
                                            <p:cond delay="0"/>
                                          </p:stCondLst>
                                        </p:cTn>
                                        <p:tgtEl>
                                          <p:spTgt spid="17"/>
                                        </p:tgtEl>
                                        <p:attrNameLst>
                                          <p:attrName>style.visibility</p:attrName>
                                        </p:attrNameLst>
                                      </p:cBhvr>
                                      <p:to>
                                        <p:strVal val="visible"/>
                                      </p:to>
                                    </p:set>
                                    <p:anim calcmode="lin" valueType="num">
                                      <p:cBhvr>
                                        <p:cTn id="56" dur="500" fill="hold"/>
                                        <p:tgtEl>
                                          <p:spTgt spid="17"/>
                                        </p:tgtEl>
                                        <p:attrNameLst>
                                          <p:attrName>ppt_w</p:attrName>
                                        </p:attrNameLst>
                                      </p:cBhvr>
                                      <p:tavLst>
                                        <p:tav tm="0">
                                          <p:val>
                                            <p:fltVal val="0"/>
                                          </p:val>
                                        </p:tav>
                                        <p:tav tm="100000">
                                          <p:val>
                                            <p:strVal val="#ppt_w"/>
                                          </p:val>
                                        </p:tav>
                                      </p:tavLst>
                                    </p:anim>
                                    <p:anim calcmode="lin" valueType="num">
                                      <p:cBhvr>
                                        <p:cTn id="57" dur="500" fill="hold"/>
                                        <p:tgtEl>
                                          <p:spTgt spid="17"/>
                                        </p:tgtEl>
                                        <p:attrNameLst>
                                          <p:attrName>ppt_h</p:attrName>
                                        </p:attrNameLst>
                                      </p:cBhvr>
                                      <p:tavLst>
                                        <p:tav tm="0">
                                          <p:val>
                                            <p:fltVal val="0"/>
                                          </p:val>
                                        </p:tav>
                                        <p:tav tm="100000">
                                          <p:val>
                                            <p:strVal val="#ppt_h"/>
                                          </p:val>
                                        </p:tav>
                                      </p:tavLst>
                                    </p:anim>
                                    <p:animEffect transition="in" filter="fade">
                                      <p:cBhvr>
                                        <p:cTn id="58" dur="500"/>
                                        <p:tgtEl>
                                          <p:spTgt spid="17"/>
                                        </p:tgtEl>
                                      </p:cBhvr>
                                    </p:animEffect>
                                  </p:childTnLst>
                                </p:cTn>
                              </p:par>
                              <p:par>
                                <p:cTn id="64" presetID="53" presetClass="entr" presetSubtype="16" fill="hold" nodeType="withEffect">
                                  <p:stCondLst>
                                    <p:cond delay="500"/>
                                  </p:stCondLst>
                                  <p:childTnLst>
                                    <p:set>
                                      <p:cBhvr>
                                        <p:cTn id="60" dur="1" fill="hold">
                                          <p:stCondLst>
                                            <p:cond delay="0"/>
                                          </p:stCondLst>
                                        </p:cTn>
                                        <p:tgtEl>
                                          <p:spTgt spid="18"/>
                                        </p:tgtEl>
                                        <p:attrNameLst>
                                          <p:attrName>style.visibility</p:attrName>
                                        </p:attrNameLst>
                                      </p:cBhvr>
                                      <p:to>
                                        <p:strVal val="visible"/>
                                      </p:to>
                                    </p:set>
                                    <p:anim calcmode="lin" valueType="num">
                                      <p:cBhvr>
                                        <p:cTn id="61" dur="500" fill="hold"/>
                                        <p:tgtEl>
                                          <p:spTgt spid="18"/>
                                        </p:tgtEl>
                                        <p:attrNameLst>
                                          <p:attrName>ppt_w</p:attrName>
                                        </p:attrNameLst>
                                      </p:cBhvr>
                                      <p:tavLst>
                                        <p:tav tm="0">
                                          <p:val>
                                            <p:fltVal val="0"/>
                                          </p:val>
                                        </p:tav>
                                        <p:tav tm="100000">
                                          <p:val>
                                            <p:strVal val="#ppt_w"/>
                                          </p:val>
                                        </p:tav>
                                      </p:tavLst>
                                    </p:anim>
                                    <p:anim calcmode="lin" valueType="num">
                                      <p:cBhvr>
                                        <p:cTn id="62" dur="500" fill="hold"/>
                                        <p:tgtEl>
                                          <p:spTgt spid="18"/>
                                        </p:tgtEl>
                                        <p:attrNameLst>
                                          <p:attrName>ppt_h</p:attrName>
                                        </p:attrNameLst>
                                      </p:cBhvr>
                                      <p:tavLst>
                                        <p:tav tm="0">
                                          <p:val>
                                            <p:fltVal val="0"/>
                                          </p:val>
                                        </p:tav>
                                        <p:tav tm="100000">
                                          <p:val>
                                            <p:strVal val="#ppt_h"/>
                                          </p:val>
                                        </p:tav>
                                      </p:tavLst>
                                    </p:anim>
                                    <p:animEffect transition="in" filter="fade">
                                      <p:cBhvr>
                                        <p:cTn id="6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5_title" descr="الربط بالمهن المستقبلية">    </p:cNvPr>
          <p:cNvPicPr>
            <a:picLocks noChangeAspect="1"/>
          </p:cNvPicPr>
          <p:nvPr/>
        </p:nvPicPr>
        <p:blipFill>
          <a:blip r:embed="rId2"/>
          <a:stretch>
            <a:fillRect/>
          </a:stretch>
        </p:blipFill>
        <p:spPr>
          <a:xfrm>
            <a:off x="3196959" y="109728"/>
            <a:ext cx="5797777" cy="1024128"/>
          </a:xfrm>
          <a:prstGeom prst="rect">
            <a:avLst/>
          </a:prstGeom>
        </p:spPr>
      </p:pic>
      <p:sp>
        <p:nvSpPr>
          <p:cNvPr id="3" name="s15_txt_1"/>
          <p:cNvSpPr txBox="1"/>
          <p:nvPr/>
        </p:nvSpPr>
        <p:spPr>
          <a:xfrm>
            <a:off x="594360" y="1371600"/>
            <a:ext cx="4480560" cy="868680"/>
          </a:xfrm>
          <a:prstGeom prst="rect">
            <a:avLst/>
          </a:prstGeom>
          <a:solidFill>
            <a:srgbClr val="FFFFFF"/>
          </a:solidFill>
          <a:ln w="38100">
            <a:solidFill>
              <a:srgbClr val="BFE6FB"/>
            </a:solidFill>
          </a:ln>
          <a:effectLst>
            <a:outerShdw sx="100000" sy="100000" kx="0" ky="0" algn="bl" rotWithShape="0" blurRad="127000" dist="50800" dir="5400000">
              <a:srgbClr val="5B3E8E">
                <a:alpha val="20000"/>
              </a:srgbClr>
            </a:outerShdw>
          </a:effectLst>
        </p:spPr>
        <p:txBody>
          <a:bodyPr wrap="square" lIns="762" tIns="762" rIns="762" bIns="762" rtlCol="0" anchor="ctr"/>
          <a:lstStyle/>
          <a:p>
            <a:pPr rtl="1" algn="ctr" indent="0" marL="0">
              <a:lnSpc>
                <a:spcPct val="105000"/>
              </a:lnSpc>
              <a:buNone/>
            </a:pPr>
            <a:r>
              <a:rPr lang="ar-SA" altLang="en-US" sz="2400" b="1" dirty="0">
                <a:solidFill>
                  <a:srgbClr val="2F96D0"/>
                </a:solidFill>
                <a:latin typeface="Tahoma" pitchFamily="34" charset="0"/>
                <a:ea typeface="Tahoma" pitchFamily="34" charset="-122"/>
                <a:cs typeface="Tahoma" pitchFamily="34" charset="-120"/>
              </a:rPr>
              <a:t>ما المهنة التي تحلمين بها؟</a:t>
            </a:r>
            <a:endParaRPr lang="ar-SA" sz="2400" dirty="0"/>
          </a:p>
        </p:txBody>
      </p:sp>
      <p:sp>
        <p:nvSpPr>
          <p:cNvPr id="4" name="s15_circ_2"/>
          <p:cNvSpPr/>
          <p:nvPr/>
        </p:nvSpPr>
        <p:spPr>
          <a:xfrm>
            <a:off x="868680" y="2514600"/>
            <a:ext cx="3291840" cy="3291840"/>
          </a:xfrm>
          <a:prstGeom prst="ellipse">
            <a:avLst/>
          </a:prstGeom>
          <a:solidFill>
            <a:srgbClr val="FFFFFF">
              <a:alpha val="75000"/>
            </a:srgbClr>
          </a:solidFill>
          <a:ln/>
          <a:effectLst>
            <a:outerShdw sx="100000" sy="100000" kx="0" ky="0" algn="bl" rotWithShape="0" blurRad="127000" dist="50800" dir="5400000">
              <a:srgbClr val="5B3E8E">
                <a:alpha val="20000"/>
              </a:srgbClr>
            </a:outerShdw>
          </a:effectLst>
        </p:spPr>
      </p:sp>
      <p:pic>
        <p:nvPicPr>
          <p:cNvPr id="5" name="s15_emo_3" descr="طبيبة صغيرة">    </p:cNvPr>
          <p:cNvPicPr>
            <a:picLocks noChangeAspect="1"/>
          </p:cNvPicPr>
          <p:nvPr/>
        </p:nvPicPr>
        <p:blipFill>
          <a:blip r:embed="rId3"/>
          <a:stretch>
            <a:fillRect/>
          </a:stretch>
        </p:blipFill>
        <p:spPr>
          <a:xfrm>
            <a:off x="1005840" y="2651760"/>
            <a:ext cx="3017520" cy="3017520"/>
          </a:xfrm>
          <a:prstGeom prst="rect">
            <a:avLst/>
          </a:prstGeom>
        </p:spPr>
      </p:pic>
      <p:pic>
        <p:nvPicPr>
          <p:cNvPr id="6" name="s15_emo_4" descr="سماعة طبية">    </p:cNvPr>
          <p:cNvPicPr>
            <a:picLocks noChangeAspect="1"/>
          </p:cNvPicPr>
          <p:nvPr/>
        </p:nvPicPr>
        <p:blipFill>
          <a:blip r:embed="rId4"/>
          <a:stretch>
            <a:fillRect/>
          </a:stretch>
        </p:blipFill>
        <p:spPr>
          <a:xfrm>
            <a:off x="3886200" y="4663440"/>
            <a:ext cx="960120" cy="960120"/>
          </a:xfrm>
          <a:prstGeom prst="rect">
            <a:avLst/>
          </a:prstGeom>
        </p:spPr>
      </p:pic>
      <p:pic>
        <p:nvPicPr>
          <p:cNvPr id="7" name="s15_emo_5" descr="مجهر">    </p:cNvPr>
          <p:cNvPicPr>
            <a:picLocks noChangeAspect="1"/>
          </p:cNvPicPr>
          <p:nvPr/>
        </p:nvPicPr>
        <p:blipFill>
          <a:blip r:embed="rId5"/>
          <a:stretch>
            <a:fillRect/>
          </a:stretch>
        </p:blipFill>
        <p:spPr>
          <a:xfrm>
            <a:off x="502920" y="4892040"/>
            <a:ext cx="914400" cy="914400"/>
          </a:xfrm>
          <a:prstGeom prst="rect">
            <a:avLst/>
          </a:prstGeom>
        </p:spPr>
      </p:pic>
      <p:sp>
        <p:nvSpPr>
          <p:cNvPr id="8" name="s15_card_6"/>
          <p:cNvSpPr/>
          <p:nvPr/>
        </p:nvSpPr>
        <p:spPr>
          <a:xfrm>
            <a:off x="5486400" y="1371600"/>
            <a:ext cx="6217920" cy="1417320"/>
          </a:xfrm>
          <a:prstGeom prst="roundRect">
            <a:avLst>
              <a:gd name="adj" fmla="val 18065"/>
            </a:avLst>
          </a:prstGeom>
          <a:solidFill>
            <a:srgbClr val="FFE3EE"/>
          </a:solidFill>
          <a:ln w="50800">
            <a:solidFill>
              <a:srgbClr val="FFFFFF"/>
            </a:solidFill>
            <a:prstDash val="solid"/>
          </a:ln>
          <a:effectLst>
            <a:outerShdw sx="100000" sy="100000" kx="0" ky="0" algn="bl" rotWithShape="0" blurRad="127000" dist="50800" dir="5400000">
              <a:srgbClr val="5B3E8E">
                <a:alpha val="20000"/>
              </a:srgbClr>
            </a:outerShdw>
          </a:effectLst>
        </p:spPr>
      </p:sp>
      <p:sp>
        <p:nvSpPr>
          <p:cNvPr id="9" name="s15_circ_7"/>
          <p:cNvSpPr/>
          <p:nvPr/>
        </p:nvSpPr>
        <p:spPr>
          <a:xfrm>
            <a:off x="10469880" y="1527048"/>
            <a:ext cx="1097280" cy="1097280"/>
          </a:xfrm>
          <a:prstGeom prst="ellipse">
            <a:avLst/>
          </a:prstGeom>
          <a:solidFill>
            <a:srgbClr val="FFFFFF"/>
          </a:solidFill>
          <a:ln/>
          <a:effectLst>
            <a:outerShdw sx="100000" sy="100000" kx="0" ky="0" algn="bl" rotWithShape="0" blurRad="127000" dist="50800" dir="5400000">
              <a:srgbClr val="5B3E8E">
                <a:alpha val="20000"/>
              </a:srgbClr>
            </a:outerShdw>
          </a:effectLst>
        </p:spPr>
      </p:sp>
      <p:pic>
        <p:nvPicPr>
          <p:cNvPr id="10" name="s15_emo_8" descr="طبيبة الجهاز الهضمي">    </p:cNvPr>
          <p:cNvPicPr>
            <a:picLocks noChangeAspect="1"/>
          </p:cNvPicPr>
          <p:nvPr/>
        </p:nvPicPr>
        <p:blipFill>
          <a:blip r:embed="rId6"/>
          <a:stretch>
            <a:fillRect/>
          </a:stretch>
        </p:blipFill>
        <p:spPr>
          <a:xfrm>
            <a:off x="10579608" y="1636776"/>
            <a:ext cx="877824" cy="877824"/>
          </a:xfrm>
          <a:prstGeom prst="rect">
            <a:avLst/>
          </a:prstGeom>
        </p:spPr>
      </p:pic>
      <p:sp>
        <p:nvSpPr>
          <p:cNvPr id="11" name="s15_txt_9"/>
          <p:cNvSpPr txBox="1"/>
          <p:nvPr/>
        </p:nvSpPr>
        <p:spPr>
          <a:xfrm>
            <a:off x="5669280" y="1481328"/>
            <a:ext cx="4663440" cy="548640"/>
          </a:xfrm>
          <a:prstGeom prst="rect">
            <a:avLst/>
          </a:prstGeom>
          <a:noFill/>
          <a:ln/>
        </p:spPr>
        <p:txBody>
          <a:bodyPr wrap="square" lIns="762" tIns="762" rIns="762" bIns="762" rtlCol="0" anchor="ctr"/>
          <a:lstStyle/>
          <a:p>
            <a:pPr rtl="1" algn="r" indent="0" marL="0">
              <a:lnSpc>
                <a:spcPct val="105000"/>
              </a:lnSpc>
              <a:buNone/>
            </a:pPr>
            <a:r>
              <a:rPr lang="ar-SA" altLang="en-US" sz="2300" b="1" dirty="0">
                <a:solidFill>
                  <a:srgbClr val="E85D9A"/>
                </a:solidFill>
                <a:latin typeface="Tahoma" pitchFamily="34" charset="0"/>
                <a:ea typeface="Tahoma" pitchFamily="34" charset="-122"/>
                <a:cs typeface="Tahoma" pitchFamily="34" charset="-120"/>
              </a:rPr>
              <a:t>طبيبة الجهاز الهضمي</a:t>
            </a:r>
            <a:endParaRPr lang="ar-SA" sz="2300" dirty="0"/>
          </a:p>
        </p:txBody>
      </p:sp>
      <p:sp>
        <p:nvSpPr>
          <p:cNvPr id="12" name="s15_txt_10"/>
          <p:cNvSpPr txBox="1"/>
          <p:nvPr/>
        </p:nvSpPr>
        <p:spPr>
          <a:xfrm>
            <a:off x="5669280" y="2029968"/>
            <a:ext cx="4663440" cy="640080"/>
          </a:xfrm>
          <a:prstGeom prst="rect">
            <a:avLst/>
          </a:prstGeom>
          <a:noFill/>
          <a:ln/>
        </p:spPr>
        <p:txBody>
          <a:bodyPr wrap="square" lIns="762" tIns="762" rIns="762" bIns="762" rtlCol="0" anchor="ctr"/>
          <a:lstStyle/>
          <a:p>
            <a:pPr rtl="1" algn="r" indent="0" marL="0">
              <a:lnSpc>
                <a:spcPct val="105000"/>
              </a:lnSpc>
              <a:buNone/>
            </a:pPr>
            <a:r>
              <a:rPr lang="ar-SA" altLang="en-US" sz="1900" dirty="0">
                <a:solidFill>
                  <a:srgbClr val="3B2A5A"/>
                </a:solidFill>
                <a:latin typeface="Tahoma" pitchFamily="34" charset="0"/>
                <a:ea typeface="Tahoma" pitchFamily="34" charset="-122"/>
                <a:cs typeface="Tahoma" pitchFamily="34" charset="-120"/>
              </a:rPr>
              <a:t>تشخّص أمراض المعدة والأمعاء وتعالجها.</a:t>
            </a:r>
            <a:endParaRPr lang="ar-SA" sz="1900" dirty="0"/>
          </a:p>
        </p:txBody>
      </p:sp>
      <p:sp>
        <p:nvSpPr>
          <p:cNvPr id="13" name="s15_card_11"/>
          <p:cNvSpPr/>
          <p:nvPr/>
        </p:nvSpPr>
        <p:spPr>
          <a:xfrm>
            <a:off x="5486400" y="2944368"/>
            <a:ext cx="6217920" cy="1417320"/>
          </a:xfrm>
          <a:prstGeom prst="roundRect">
            <a:avLst>
              <a:gd name="adj" fmla="val 18065"/>
            </a:avLst>
          </a:prstGeom>
          <a:solidFill>
            <a:srgbClr val="DDF8EC"/>
          </a:solidFill>
          <a:ln w="50800">
            <a:solidFill>
              <a:srgbClr val="FFFFFF"/>
            </a:solidFill>
            <a:prstDash val="solid"/>
          </a:ln>
          <a:effectLst>
            <a:outerShdw sx="100000" sy="100000" kx="0" ky="0" algn="bl" rotWithShape="0" blurRad="127000" dist="50800" dir="5400000">
              <a:srgbClr val="5B3E8E">
                <a:alpha val="20000"/>
              </a:srgbClr>
            </a:outerShdw>
          </a:effectLst>
        </p:spPr>
      </p:sp>
      <p:sp>
        <p:nvSpPr>
          <p:cNvPr id="14" name="s15_circ_12"/>
          <p:cNvSpPr/>
          <p:nvPr/>
        </p:nvSpPr>
        <p:spPr>
          <a:xfrm>
            <a:off x="10469880" y="3099816"/>
            <a:ext cx="1097280" cy="1097280"/>
          </a:xfrm>
          <a:prstGeom prst="ellipse">
            <a:avLst/>
          </a:prstGeom>
          <a:solidFill>
            <a:srgbClr val="FFFFFF"/>
          </a:solidFill>
          <a:ln/>
          <a:effectLst>
            <a:outerShdw sx="100000" sy="100000" kx="0" ky="0" algn="bl" rotWithShape="0" blurRad="127000" dist="50800" dir="5400000">
              <a:srgbClr val="5B3E8E">
                <a:alpha val="20000"/>
              </a:srgbClr>
            </a:outerShdw>
          </a:effectLst>
        </p:spPr>
      </p:sp>
      <p:pic>
        <p:nvPicPr>
          <p:cNvPr id="15" name="s15_emo_13" descr="أخصائية التغذية">    </p:cNvPr>
          <p:cNvPicPr>
            <a:picLocks noChangeAspect="1"/>
          </p:cNvPicPr>
          <p:nvPr/>
        </p:nvPicPr>
        <p:blipFill>
          <a:blip r:embed="rId7"/>
          <a:stretch>
            <a:fillRect/>
          </a:stretch>
        </p:blipFill>
        <p:spPr>
          <a:xfrm>
            <a:off x="10579608" y="3209544"/>
            <a:ext cx="877824" cy="877824"/>
          </a:xfrm>
          <a:prstGeom prst="rect">
            <a:avLst/>
          </a:prstGeom>
        </p:spPr>
      </p:pic>
      <p:sp>
        <p:nvSpPr>
          <p:cNvPr id="16" name="s15_txt_14"/>
          <p:cNvSpPr txBox="1"/>
          <p:nvPr/>
        </p:nvSpPr>
        <p:spPr>
          <a:xfrm>
            <a:off x="5669280" y="3054096"/>
            <a:ext cx="4663440" cy="548640"/>
          </a:xfrm>
          <a:prstGeom prst="rect">
            <a:avLst/>
          </a:prstGeom>
          <a:noFill/>
          <a:ln/>
        </p:spPr>
        <p:txBody>
          <a:bodyPr wrap="square" lIns="762" tIns="762" rIns="762" bIns="762" rtlCol="0" anchor="ctr"/>
          <a:lstStyle/>
          <a:p>
            <a:pPr rtl="1" algn="r" indent="0" marL="0">
              <a:lnSpc>
                <a:spcPct val="105000"/>
              </a:lnSpc>
              <a:buNone/>
            </a:pPr>
            <a:r>
              <a:rPr lang="ar-SA" altLang="en-US" sz="2300" b="1" dirty="0">
                <a:solidFill>
                  <a:srgbClr val="1FA477"/>
                </a:solidFill>
                <a:latin typeface="Tahoma" pitchFamily="34" charset="0"/>
                <a:ea typeface="Tahoma" pitchFamily="34" charset="-122"/>
                <a:cs typeface="Tahoma" pitchFamily="34" charset="-120"/>
              </a:rPr>
              <a:t>أخصائية التغذية</a:t>
            </a:r>
            <a:endParaRPr lang="ar-SA" sz="2300" dirty="0"/>
          </a:p>
        </p:txBody>
      </p:sp>
      <p:sp>
        <p:nvSpPr>
          <p:cNvPr id="17" name="s15_txt_15"/>
          <p:cNvSpPr txBox="1"/>
          <p:nvPr/>
        </p:nvSpPr>
        <p:spPr>
          <a:xfrm>
            <a:off x="5669280" y="3602736"/>
            <a:ext cx="4663440" cy="640080"/>
          </a:xfrm>
          <a:prstGeom prst="rect">
            <a:avLst/>
          </a:prstGeom>
          <a:noFill/>
          <a:ln/>
        </p:spPr>
        <p:txBody>
          <a:bodyPr wrap="square" lIns="762" tIns="762" rIns="762" bIns="762" rtlCol="0" anchor="ctr"/>
          <a:lstStyle/>
          <a:p>
            <a:pPr rtl="1" algn="r" indent="0" marL="0">
              <a:lnSpc>
                <a:spcPct val="105000"/>
              </a:lnSpc>
              <a:buNone/>
            </a:pPr>
            <a:r>
              <a:rPr lang="ar-SA" altLang="en-US" sz="1900" dirty="0">
                <a:solidFill>
                  <a:srgbClr val="3B2A5A"/>
                </a:solidFill>
                <a:latin typeface="Tahoma" pitchFamily="34" charset="0"/>
                <a:ea typeface="Tahoma" pitchFamily="34" charset="-122"/>
                <a:cs typeface="Tahoma" pitchFamily="34" charset="-120"/>
              </a:rPr>
              <a:t>تصمّم وجبات صحية تناسب احتياجات الجسم.</a:t>
            </a:r>
            <a:endParaRPr lang="ar-SA" sz="1900" dirty="0"/>
          </a:p>
        </p:txBody>
      </p:sp>
      <p:sp>
        <p:nvSpPr>
          <p:cNvPr id="18" name="s15_card_16"/>
          <p:cNvSpPr/>
          <p:nvPr/>
        </p:nvSpPr>
        <p:spPr>
          <a:xfrm>
            <a:off x="5486400" y="4517136"/>
            <a:ext cx="6217920" cy="1417320"/>
          </a:xfrm>
          <a:prstGeom prst="roundRect">
            <a:avLst>
              <a:gd name="adj" fmla="val 18065"/>
            </a:avLst>
          </a:prstGeom>
          <a:solidFill>
            <a:srgbClr val="EFE6FF"/>
          </a:solidFill>
          <a:ln w="50800">
            <a:solidFill>
              <a:srgbClr val="FFFFFF"/>
            </a:solidFill>
            <a:prstDash val="solid"/>
          </a:ln>
          <a:effectLst>
            <a:outerShdw sx="100000" sy="100000" kx="0" ky="0" algn="bl" rotWithShape="0" blurRad="127000" dist="50800" dir="5400000">
              <a:srgbClr val="5B3E8E">
                <a:alpha val="20000"/>
              </a:srgbClr>
            </a:outerShdw>
          </a:effectLst>
        </p:spPr>
      </p:sp>
      <p:sp>
        <p:nvSpPr>
          <p:cNvPr id="19" name="s15_circ_17"/>
          <p:cNvSpPr/>
          <p:nvPr/>
        </p:nvSpPr>
        <p:spPr>
          <a:xfrm>
            <a:off x="10469880" y="4672584"/>
            <a:ext cx="1097280" cy="1097280"/>
          </a:xfrm>
          <a:prstGeom prst="ellipse">
            <a:avLst/>
          </a:prstGeom>
          <a:solidFill>
            <a:srgbClr val="FFFFFF"/>
          </a:solidFill>
          <a:ln/>
          <a:effectLst>
            <a:outerShdw sx="100000" sy="100000" kx="0" ky="0" algn="bl" rotWithShape="0" blurRad="127000" dist="50800" dir="5400000">
              <a:srgbClr val="5B3E8E">
                <a:alpha val="20000"/>
              </a:srgbClr>
            </a:outerShdw>
          </a:effectLst>
        </p:spPr>
      </p:sp>
      <p:pic>
        <p:nvPicPr>
          <p:cNvPr id="20" name="s15_emo_18" descr="باحثة في وظائف أعضاء الجسم">    </p:cNvPr>
          <p:cNvPicPr>
            <a:picLocks noChangeAspect="1"/>
          </p:cNvPicPr>
          <p:nvPr/>
        </p:nvPicPr>
        <p:blipFill>
          <a:blip r:embed="rId8"/>
          <a:stretch>
            <a:fillRect/>
          </a:stretch>
        </p:blipFill>
        <p:spPr>
          <a:xfrm>
            <a:off x="10579608" y="4782312"/>
            <a:ext cx="877824" cy="877824"/>
          </a:xfrm>
          <a:prstGeom prst="rect">
            <a:avLst/>
          </a:prstGeom>
        </p:spPr>
      </p:pic>
      <p:sp>
        <p:nvSpPr>
          <p:cNvPr id="21" name="s15_txt_19"/>
          <p:cNvSpPr txBox="1"/>
          <p:nvPr/>
        </p:nvSpPr>
        <p:spPr>
          <a:xfrm>
            <a:off x="5669280" y="4626864"/>
            <a:ext cx="4663440" cy="548640"/>
          </a:xfrm>
          <a:prstGeom prst="rect">
            <a:avLst/>
          </a:prstGeom>
          <a:noFill/>
          <a:ln/>
        </p:spPr>
        <p:txBody>
          <a:bodyPr wrap="square" lIns="762" tIns="762" rIns="762" bIns="762" rtlCol="0" anchor="ctr"/>
          <a:lstStyle/>
          <a:p>
            <a:pPr rtl="1" algn="r" indent="0" marL="0">
              <a:lnSpc>
                <a:spcPct val="105000"/>
              </a:lnSpc>
              <a:buNone/>
            </a:pPr>
            <a:r>
              <a:rPr lang="ar-SA" altLang="en-US" sz="2300" b="1" dirty="0">
                <a:solidFill>
                  <a:srgbClr val="7F5CD0"/>
                </a:solidFill>
                <a:latin typeface="Tahoma" pitchFamily="34" charset="0"/>
                <a:ea typeface="Tahoma" pitchFamily="34" charset="-122"/>
                <a:cs typeface="Tahoma" pitchFamily="34" charset="-120"/>
              </a:rPr>
              <a:t>باحثة في وظائف أعضاء الجسم</a:t>
            </a:r>
            <a:endParaRPr lang="ar-SA" sz="2300" dirty="0"/>
          </a:p>
        </p:txBody>
      </p:sp>
      <p:sp>
        <p:nvSpPr>
          <p:cNvPr id="22" name="s15_txt_20"/>
          <p:cNvSpPr txBox="1"/>
          <p:nvPr/>
        </p:nvSpPr>
        <p:spPr>
          <a:xfrm>
            <a:off x="5669280" y="5175504"/>
            <a:ext cx="4663440" cy="640080"/>
          </a:xfrm>
          <a:prstGeom prst="rect">
            <a:avLst/>
          </a:prstGeom>
          <a:noFill/>
          <a:ln/>
        </p:spPr>
        <p:txBody>
          <a:bodyPr wrap="square" lIns="762" tIns="762" rIns="762" bIns="762" rtlCol="0" anchor="ctr"/>
          <a:lstStyle/>
          <a:p>
            <a:pPr rtl="1" algn="r" indent="0" marL="0">
              <a:lnSpc>
                <a:spcPct val="105000"/>
              </a:lnSpc>
              <a:buNone/>
            </a:pPr>
            <a:r>
              <a:rPr lang="ar-SA" altLang="en-US" sz="1900" dirty="0">
                <a:solidFill>
                  <a:srgbClr val="3B2A5A"/>
                </a:solidFill>
                <a:latin typeface="Tahoma" pitchFamily="34" charset="0"/>
                <a:ea typeface="Tahoma" pitchFamily="34" charset="-122"/>
                <a:cs typeface="Tahoma" pitchFamily="34" charset="-120"/>
              </a:rPr>
              <a:t>تدرس كيف تعمل أجهزة الجسم وتكتشف الجديد.</a:t>
            </a:r>
            <a:endParaRPr lang="ar-SA" sz="19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nodeType="clickEffect">
                                  <p:stCondLst>
                                    <p:cond delay="0"/>
                                  </p:stCondLst>
                                  <p:childTnLst>
                                    <p:set>
                                      <p:cBhvr>
                                        <p:cTn id="5" dur="1" fill="hold">
                                          <p:stCondLst>
                                            <p:cond delay="0"/>
                                          </p:stCondLst>
                                        </p:cTn>
                                        <p:tgtEl>
                                          <p:spTgt spid="8"/>
                                        </p:tgtEl>
                                        <p:attrNameLst>
                                          <p:attrName>style.visibility</p:attrName>
                                        </p:attrNameLst>
                                      </p:cBhvr>
                                      <p:to>
                                        <p:strVal val="visible"/>
                                      </p:to>
                                    </p:set>
                                    <p:anim calcmode="lin" valueType="num">
                                      <p:cBhvr>
                                        <p:cTn id="6" dur="500" fill="hold"/>
                                        <p:tgtEl>
                                          <p:spTgt spid="8"/>
                                        </p:tgtEl>
                                        <p:attrNameLst>
                                          <p:attrName>ppt_w</p:attrName>
                                        </p:attrNameLst>
                                      </p:cBhvr>
                                      <p:tavLst>
                                        <p:tav tm="0">
                                          <p:val>
                                            <p:fltVal val="0"/>
                                          </p:val>
                                        </p:tav>
                                        <p:tav tm="100000">
                                          <p:val>
                                            <p:strVal val="#ppt_w"/>
                                          </p:val>
                                        </p:tav>
                                      </p:tavLst>
                                    </p:anim>
                                    <p:anim calcmode="lin" valueType="num">
                                      <p:cBhvr>
                                        <p:cTn id="7" dur="500" fill="hold"/>
                                        <p:tgtEl>
                                          <p:spTgt spid="8"/>
                                        </p:tgtEl>
                                        <p:attrNameLst>
                                          <p:attrName>ppt_h</p:attrName>
                                        </p:attrNameLst>
                                      </p:cBhvr>
                                      <p:tavLst>
                                        <p:tav tm="0">
                                          <p:val>
                                            <p:fltVal val="0"/>
                                          </p:val>
                                        </p:tav>
                                        <p:tav tm="100000">
                                          <p:val>
                                            <p:strVal val="#ppt_h"/>
                                          </p:val>
                                        </p:tav>
                                      </p:tavLst>
                                    </p:anim>
                                    <p:animEffect transition="in" filter="fade">
                                      <p:cBhvr>
                                        <p:cTn id="8" dur="500"/>
                                        <p:tgtEl>
                                          <p:spTgt spid="8"/>
                                        </p:tgtEl>
                                      </p:cBhvr>
                                    </p:animEffect>
                                  </p:childTnLst>
                                </p:cTn>
                              </p:par>
                              <p:par>
                                <p:cTn id="14" presetID="53" presetClass="entr" presetSubtype="16"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Effect transition="in" filter="fade">
                                      <p:cBhvr>
                                        <p:cTn id="13" dur="500"/>
                                        <p:tgtEl>
                                          <p:spTgt spid="9"/>
                                        </p:tgtEl>
                                      </p:cBhvr>
                                    </p:animEffect>
                                  </p:childTnLst>
                                </p:cTn>
                              </p:par>
                              <p:par>
                                <p:cTn id="19" presetID="53" presetClass="entr" presetSubtype="16"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p:cTn id="16" dur="500" fill="hold"/>
                                        <p:tgtEl>
                                          <p:spTgt spid="10"/>
                                        </p:tgtEl>
                                        <p:attrNameLst>
                                          <p:attrName>ppt_w</p:attrName>
                                        </p:attrNameLst>
                                      </p:cBhvr>
                                      <p:tavLst>
                                        <p:tav tm="0">
                                          <p:val>
                                            <p:fltVal val="0"/>
                                          </p:val>
                                        </p:tav>
                                        <p:tav tm="100000">
                                          <p:val>
                                            <p:strVal val="#ppt_w"/>
                                          </p:val>
                                        </p:tav>
                                      </p:tavLst>
                                    </p:anim>
                                    <p:anim calcmode="lin" valueType="num">
                                      <p:cBhvr>
                                        <p:cTn id="17" dur="500" fill="hold"/>
                                        <p:tgtEl>
                                          <p:spTgt spid="10"/>
                                        </p:tgtEl>
                                        <p:attrNameLst>
                                          <p:attrName>ppt_h</p:attrName>
                                        </p:attrNameLst>
                                      </p:cBhvr>
                                      <p:tavLst>
                                        <p:tav tm="0">
                                          <p:val>
                                            <p:fltVal val="0"/>
                                          </p:val>
                                        </p:tav>
                                        <p:tav tm="100000">
                                          <p:val>
                                            <p:strVal val="#ppt_h"/>
                                          </p:val>
                                        </p:tav>
                                      </p:tavLst>
                                    </p:anim>
                                    <p:animEffect transition="in" filter="fade">
                                      <p:cBhvr>
                                        <p:cTn id="18" dur="500"/>
                                        <p:tgtEl>
                                          <p:spTgt spid="10"/>
                                        </p:tgtEl>
                                      </p:cBhvr>
                                    </p:animEffect>
                                  </p:childTnLst>
                                </p:cTn>
                              </p:par>
                              <p:par>
                                <p:cTn id="24" presetID="53" presetClass="entr" presetSubtype="16"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Effect transition="in" filter="fade">
                                      <p:cBhvr>
                                        <p:cTn id="23" dur="500"/>
                                        <p:tgtEl>
                                          <p:spTgt spid="11"/>
                                        </p:tgtEl>
                                      </p:cBhvr>
                                    </p:animEffect>
                                  </p:childTnLst>
                                </p:cTn>
                              </p:par>
                              <p:par>
                                <p:cTn id="29" presetID="53" presetClass="entr" presetSubtype="16"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fltVal val="0"/>
                                          </p:val>
                                        </p:tav>
                                        <p:tav tm="100000">
                                          <p:val>
                                            <p:strVal val="#ppt_w"/>
                                          </p:val>
                                        </p:tav>
                                      </p:tavLst>
                                    </p:anim>
                                    <p:anim calcmode="lin" valueType="num">
                                      <p:cBhvr>
                                        <p:cTn id="27" dur="500" fill="hold"/>
                                        <p:tgtEl>
                                          <p:spTgt spid="12"/>
                                        </p:tgtEl>
                                        <p:attrNameLst>
                                          <p:attrName>ppt_h</p:attrName>
                                        </p:attrNameLst>
                                      </p:cBhvr>
                                      <p:tavLst>
                                        <p:tav tm="0">
                                          <p:val>
                                            <p:fltVal val="0"/>
                                          </p:val>
                                        </p:tav>
                                        <p:tav tm="100000">
                                          <p:val>
                                            <p:strVal val="#ppt_h"/>
                                          </p:val>
                                        </p:tav>
                                      </p:tavLst>
                                    </p:anim>
                                    <p:animEffect transition="in" filter="fade">
                                      <p:cBhvr>
                                        <p:cTn id="28"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6" presetID="53" presetClass="entr" presetSubtype="16"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par>
                                <p:cTn id="41" presetID="53" presetClass="entr" presetSubtype="16"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p:cTn id="38" dur="500" fill="hold"/>
                                        <p:tgtEl>
                                          <p:spTgt spid="14"/>
                                        </p:tgtEl>
                                        <p:attrNameLst>
                                          <p:attrName>ppt_w</p:attrName>
                                        </p:attrNameLst>
                                      </p:cBhvr>
                                      <p:tavLst>
                                        <p:tav tm="0">
                                          <p:val>
                                            <p:fltVal val="0"/>
                                          </p:val>
                                        </p:tav>
                                        <p:tav tm="100000">
                                          <p:val>
                                            <p:strVal val="#ppt_w"/>
                                          </p:val>
                                        </p:tav>
                                      </p:tavLst>
                                    </p:anim>
                                    <p:anim calcmode="lin" valueType="num">
                                      <p:cBhvr>
                                        <p:cTn id="39" dur="500" fill="hold"/>
                                        <p:tgtEl>
                                          <p:spTgt spid="14"/>
                                        </p:tgtEl>
                                        <p:attrNameLst>
                                          <p:attrName>ppt_h</p:attrName>
                                        </p:attrNameLst>
                                      </p:cBhvr>
                                      <p:tavLst>
                                        <p:tav tm="0">
                                          <p:val>
                                            <p:fltVal val="0"/>
                                          </p:val>
                                        </p:tav>
                                        <p:tav tm="100000">
                                          <p:val>
                                            <p:strVal val="#ppt_h"/>
                                          </p:val>
                                        </p:tav>
                                      </p:tavLst>
                                    </p:anim>
                                    <p:animEffect transition="in" filter="fade">
                                      <p:cBhvr>
                                        <p:cTn id="40" dur="500"/>
                                        <p:tgtEl>
                                          <p:spTgt spid="14"/>
                                        </p:tgtEl>
                                      </p:cBhvr>
                                    </p:animEffect>
                                  </p:childTnLst>
                                </p:cTn>
                              </p:par>
                              <p:par>
                                <p:cTn id="46" presetID="53" presetClass="entr" presetSubtype="16"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p:cTn id="43" dur="500" fill="hold"/>
                                        <p:tgtEl>
                                          <p:spTgt spid="15"/>
                                        </p:tgtEl>
                                        <p:attrNameLst>
                                          <p:attrName>ppt_w</p:attrName>
                                        </p:attrNameLst>
                                      </p:cBhvr>
                                      <p:tavLst>
                                        <p:tav tm="0">
                                          <p:val>
                                            <p:fltVal val="0"/>
                                          </p:val>
                                        </p:tav>
                                        <p:tav tm="100000">
                                          <p:val>
                                            <p:strVal val="#ppt_w"/>
                                          </p:val>
                                        </p:tav>
                                      </p:tavLst>
                                    </p:anim>
                                    <p:anim calcmode="lin" valueType="num">
                                      <p:cBhvr>
                                        <p:cTn id="44" dur="500" fill="hold"/>
                                        <p:tgtEl>
                                          <p:spTgt spid="15"/>
                                        </p:tgtEl>
                                        <p:attrNameLst>
                                          <p:attrName>ppt_h</p:attrName>
                                        </p:attrNameLst>
                                      </p:cBhvr>
                                      <p:tavLst>
                                        <p:tav tm="0">
                                          <p:val>
                                            <p:fltVal val="0"/>
                                          </p:val>
                                        </p:tav>
                                        <p:tav tm="100000">
                                          <p:val>
                                            <p:strVal val="#ppt_h"/>
                                          </p:val>
                                        </p:tav>
                                      </p:tavLst>
                                    </p:anim>
                                    <p:animEffect transition="in" filter="fade">
                                      <p:cBhvr>
                                        <p:cTn id="45" dur="500"/>
                                        <p:tgtEl>
                                          <p:spTgt spid="15"/>
                                        </p:tgtEl>
                                      </p:cBhvr>
                                    </p:animEffect>
                                  </p:childTnLst>
                                </p:cTn>
                              </p:par>
                              <p:par>
                                <p:cTn id="51" presetID="53" presetClass="entr" presetSubtype="16"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anim calcmode="lin" valueType="num">
                                      <p:cBhvr>
                                        <p:cTn id="48" dur="500" fill="hold"/>
                                        <p:tgtEl>
                                          <p:spTgt spid="16"/>
                                        </p:tgtEl>
                                        <p:attrNameLst>
                                          <p:attrName>ppt_w</p:attrName>
                                        </p:attrNameLst>
                                      </p:cBhvr>
                                      <p:tavLst>
                                        <p:tav tm="0">
                                          <p:val>
                                            <p:fltVal val="0"/>
                                          </p:val>
                                        </p:tav>
                                        <p:tav tm="100000">
                                          <p:val>
                                            <p:strVal val="#ppt_w"/>
                                          </p:val>
                                        </p:tav>
                                      </p:tavLst>
                                    </p:anim>
                                    <p:anim calcmode="lin" valueType="num">
                                      <p:cBhvr>
                                        <p:cTn id="49" dur="500" fill="hold"/>
                                        <p:tgtEl>
                                          <p:spTgt spid="16"/>
                                        </p:tgtEl>
                                        <p:attrNameLst>
                                          <p:attrName>ppt_h</p:attrName>
                                        </p:attrNameLst>
                                      </p:cBhvr>
                                      <p:tavLst>
                                        <p:tav tm="0">
                                          <p:val>
                                            <p:fltVal val="0"/>
                                          </p:val>
                                        </p:tav>
                                        <p:tav tm="100000">
                                          <p:val>
                                            <p:strVal val="#ppt_h"/>
                                          </p:val>
                                        </p:tav>
                                      </p:tavLst>
                                    </p:anim>
                                    <p:animEffect transition="in" filter="fade">
                                      <p:cBhvr>
                                        <p:cTn id="50" dur="500"/>
                                        <p:tgtEl>
                                          <p:spTgt spid="16"/>
                                        </p:tgtEl>
                                      </p:cBhvr>
                                    </p:animEffect>
                                  </p:childTnLst>
                                </p:cTn>
                              </p:par>
                              <p:par>
                                <p:cTn id="56" presetID="53" presetClass="entr" presetSubtype="16"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fltVal val="0"/>
                                          </p:val>
                                        </p:tav>
                                        <p:tav tm="100000">
                                          <p:val>
                                            <p:strVal val="#ppt_h"/>
                                          </p:val>
                                        </p:tav>
                                      </p:tavLst>
                                    </p:anim>
                                    <p:animEffect transition="in" filter="fade">
                                      <p:cBhvr>
                                        <p:cTn id="55" dur="500"/>
                                        <p:tgtEl>
                                          <p:spTgt spid="17"/>
                                        </p:tgtEl>
                                      </p:cBhvr>
                                    </p:animEffect>
                                  </p:childTnLst>
                                </p:cTn>
                              </p:par>
                            </p:childTnLst>
                          </p:cTn>
                        </p:par>
                      </p:childTnLst>
                    </p:cTn>
                  </p:par>
                  <p:par>
                    <p:cTn id="57" fill="hold">
                      <p:stCondLst>
                        <p:cond delay="indefinite"/>
                      </p:stCondLst>
                      <p:childTnLst>
                        <p:par>
                          <p:cTn id="58" fill="hold">
                            <p:stCondLst>
                              <p:cond delay="0"/>
                            </p:stCondLst>
                            <p:childTnLst>
                              <p:par>
                                <p:cTn id="63" presetID="53" presetClass="entr" presetSubtype="16" fill="hold" nodeType="click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fltVal val="0"/>
                                          </p:val>
                                        </p:tav>
                                        <p:tav tm="100000">
                                          <p:val>
                                            <p:strVal val="#ppt_h"/>
                                          </p:val>
                                        </p:tav>
                                      </p:tavLst>
                                    </p:anim>
                                    <p:animEffect transition="in" filter="fade">
                                      <p:cBhvr>
                                        <p:cTn id="62" dur="500"/>
                                        <p:tgtEl>
                                          <p:spTgt spid="18"/>
                                        </p:tgtEl>
                                      </p:cBhvr>
                                    </p:animEffect>
                                  </p:childTnLst>
                                </p:cTn>
                              </p:par>
                              <p:par>
                                <p:cTn id="68" presetID="53" presetClass="entr" presetSubtype="16" fill="hold" nodeType="withEffect">
                                  <p:stCondLst>
                                    <p:cond delay="0"/>
                                  </p:stCondLst>
                                  <p:childTnLst>
                                    <p:set>
                                      <p:cBhvr>
                                        <p:cTn id="64" dur="1" fill="hold">
                                          <p:stCondLst>
                                            <p:cond delay="0"/>
                                          </p:stCondLst>
                                        </p:cTn>
                                        <p:tgtEl>
                                          <p:spTgt spid="19"/>
                                        </p:tgtEl>
                                        <p:attrNameLst>
                                          <p:attrName>style.visibility</p:attrName>
                                        </p:attrNameLst>
                                      </p:cBhvr>
                                      <p:to>
                                        <p:strVal val="visible"/>
                                      </p:to>
                                    </p:set>
                                    <p:anim calcmode="lin" valueType="num">
                                      <p:cBhvr>
                                        <p:cTn id="65" dur="500" fill="hold"/>
                                        <p:tgtEl>
                                          <p:spTgt spid="19"/>
                                        </p:tgtEl>
                                        <p:attrNameLst>
                                          <p:attrName>ppt_w</p:attrName>
                                        </p:attrNameLst>
                                      </p:cBhvr>
                                      <p:tavLst>
                                        <p:tav tm="0">
                                          <p:val>
                                            <p:fltVal val="0"/>
                                          </p:val>
                                        </p:tav>
                                        <p:tav tm="100000">
                                          <p:val>
                                            <p:strVal val="#ppt_w"/>
                                          </p:val>
                                        </p:tav>
                                      </p:tavLst>
                                    </p:anim>
                                    <p:anim calcmode="lin" valueType="num">
                                      <p:cBhvr>
                                        <p:cTn id="66" dur="500" fill="hold"/>
                                        <p:tgtEl>
                                          <p:spTgt spid="19"/>
                                        </p:tgtEl>
                                        <p:attrNameLst>
                                          <p:attrName>ppt_h</p:attrName>
                                        </p:attrNameLst>
                                      </p:cBhvr>
                                      <p:tavLst>
                                        <p:tav tm="0">
                                          <p:val>
                                            <p:fltVal val="0"/>
                                          </p:val>
                                        </p:tav>
                                        <p:tav tm="100000">
                                          <p:val>
                                            <p:strVal val="#ppt_h"/>
                                          </p:val>
                                        </p:tav>
                                      </p:tavLst>
                                    </p:anim>
                                    <p:animEffect transition="in" filter="fade">
                                      <p:cBhvr>
                                        <p:cTn id="67" dur="500"/>
                                        <p:tgtEl>
                                          <p:spTgt spid="19"/>
                                        </p:tgtEl>
                                      </p:cBhvr>
                                    </p:animEffect>
                                  </p:childTnLst>
                                </p:cTn>
                              </p:par>
                              <p:par>
                                <p:cTn id="73" presetID="53" presetClass="entr" presetSubtype="16" fill="hold" nodeType="withEffect">
                                  <p:stCondLst>
                                    <p:cond delay="0"/>
                                  </p:stCondLst>
                                  <p:childTnLst>
                                    <p:set>
                                      <p:cBhvr>
                                        <p:cTn id="69" dur="1" fill="hold">
                                          <p:stCondLst>
                                            <p:cond delay="0"/>
                                          </p:stCondLst>
                                        </p:cTn>
                                        <p:tgtEl>
                                          <p:spTgt spid="20"/>
                                        </p:tgtEl>
                                        <p:attrNameLst>
                                          <p:attrName>style.visibility</p:attrName>
                                        </p:attrNameLst>
                                      </p:cBhvr>
                                      <p:to>
                                        <p:strVal val="visible"/>
                                      </p:to>
                                    </p:set>
                                    <p:anim calcmode="lin" valueType="num">
                                      <p:cBhvr>
                                        <p:cTn id="70" dur="500" fill="hold"/>
                                        <p:tgtEl>
                                          <p:spTgt spid="20"/>
                                        </p:tgtEl>
                                        <p:attrNameLst>
                                          <p:attrName>ppt_w</p:attrName>
                                        </p:attrNameLst>
                                      </p:cBhvr>
                                      <p:tavLst>
                                        <p:tav tm="0">
                                          <p:val>
                                            <p:fltVal val="0"/>
                                          </p:val>
                                        </p:tav>
                                        <p:tav tm="100000">
                                          <p:val>
                                            <p:strVal val="#ppt_w"/>
                                          </p:val>
                                        </p:tav>
                                      </p:tavLst>
                                    </p:anim>
                                    <p:anim calcmode="lin" valueType="num">
                                      <p:cBhvr>
                                        <p:cTn id="71" dur="500" fill="hold"/>
                                        <p:tgtEl>
                                          <p:spTgt spid="20"/>
                                        </p:tgtEl>
                                        <p:attrNameLst>
                                          <p:attrName>ppt_h</p:attrName>
                                        </p:attrNameLst>
                                      </p:cBhvr>
                                      <p:tavLst>
                                        <p:tav tm="0">
                                          <p:val>
                                            <p:fltVal val="0"/>
                                          </p:val>
                                        </p:tav>
                                        <p:tav tm="100000">
                                          <p:val>
                                            <p:strVal val="#ppt_h"/>
                                          </p:val>
                                        </p:tav>
                                      </p:tavLst>
                                    </p:anim>
                                    <p:animEffect transition="in" filter="fade">
                                      <p:cBhvr>
                                        <p:cTn id="72" dur="500"/>
                                        <p:tgtEl>
                                          <p:spTgt spid="20"/>
                                        </p:tgtEl>
                                      </p:cBhvr>
                                    </p:animEffect>
                                  </p:childTnLst>
                                </p:cTn>
                              </p:par>
                              <p:par>
                                <p:cTn id="78" presetID="53" presetClass="entr" presetSubtype="16" fill="hold" nodeType="with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p:cTn id="75" dur="500" fill="hold"/>
                                        <p:tgtEl>
                                          <p:spTgt spid="21"/>
                                        </p:tgtEl>
                                        <p:attrNameLst>
                                          <p:attrName>ppt_w</p:attrName>
                                        </p:attrNameLst>
                                      </p:cBhvr>
                                      <p:tavLst>
                                        <p:tav tm="0">
                                          <p:val>
                                            <p:fltVal val="0"/>
                                          </p:val>
                                        </p:tav>
                                        <p:tav tm="100000">
                                          <p:val>
                                            <p:strVal val="#ppt_w"/>
                                          </p:val>
                                        </p:tav>
                                      </p:tavLst>
                                    </p:anim>
                                    <p:anim calcmode="lin" valueType="num">
                                      <p:cBhvr>
                                        <p:cTn id="76" dur="500" fill="hold"/>
                                        <p:tgtEl>
                                          <p:spTgt spid="21"/>
                                        </p:tgtEl>
                                        <p:attrNameLst>
                                          <p:attrName>ppt_h</p:attrName>
                                        </p:attrNameLst>
                                      </p:cBhvr>
                                      <p:tavLst>
                                        <p:tav tm="0">
                                          <p:val>
                                            <p:fltVal val="0"/>
                                          </p:val>
                                        </p:tav>
                                        <p:tav tm="100000">
                                          <p:val>
                                            <p:strVal val="#ppt_h"/>
                                          </p:val>
                                        </p:tav>
                                      </p:tavLst>
                                    </p:anim>
                                    <p:animEffect transition="in" filter="fade">
                                      <p:cBhvr>
                                        <p:cTn id="77" dur="500"/>
                                        <p:tgtEl>
                                          <p:spTgt spid="21"/>
                                        </p:tgtEl>
                                      </p:cBhvr>
                                    </p:animEffect>
                                  </p:childTnLst>
                                </p:cTn>
                              </p:par>
                              <p:par>
                                <p:cTn id="83" presetID="53" presetClass="entr" presetSubtype="16" fill="hold" nodeType="withEffect">
                                  <p:stCondLst>
                                    <p:cond delay="0"/>
                                  </p:stCondLst>
                                  <p:childTnLst>
                                    <p:set>
                                      <p:cBhvr>
                                        <p:cTn id="79" dur="1" fill="hold">
                                          <p:stCondLst>
                                            <p:cond delay="0"/>
                                          </p:stCondLst>
                                        </p:cTn>
                                        <p:tgtEl>
                                          <p:spTgt spid="22"/>
                                        </p:tgtEl>
                                        <p:attrNameLst>
                                          <p:attrName>style.visibility</p:attrName>
                                        </p:attrNameLst>
                                      </p:cBhvr>
                                      <p:to>
                                        <p:strVal val="visible"/>
                                      </p:to>
                                    </p:set>
                                    <p:anim calcmode="lin" valueType="num">
                                      <p:cBhvr>
                                        <p:cTn id="80" dur="500" fill="hold"/>
                                        <p:tgtEl>
                                          <p:spTgt spid="22"/>
                                        </p:tgtEl>
                                        <p:attrNameLst>
                                          <p:attrName>ppt_w</p:attrName>
                                        </p:attrNameLst>
                                      </p:cBhvr>
                                      <p:tavLst>
                                        <p:tav tm="0">
                                          <p:val>
                                            <p:fltVal val="0"/>
                                          </p:val>
                                        </p:tav>
                                        <p:tav tm="100000">
                                          <p:val>
                                            <p:strVal val="#ppt_w"/>
                                          </p:val>
                                        </p:tav>
                                      </p:tavLst>
                                    </p:anim>
                                    <p:anim calcmode="lin" valueType="num">
                                      <p:cBhvr>
                                        <p:cTn id="81" dur="500" fill="hold"/>
                                        <p:tgtEl>
                                          <p:spTgt spid="22"/>
                                        </p:tgtEl>
                                        <p:attrNameLst>
                                          <p:attrName>ppt_h</p:attrName>
                                        </p:attrNameLst>
                                      </p:cBhvr>
                                      <p:tavLst>
                                        <p:tav tm="0">
                                          <p:val>
                                            <p:fltVal val="0"/>
                                          </p:val>
                                        </p:tav>
                                        <p:tav tm="100000">
                                          <p:val>
                                            <p:strVal val="#ppt_h"/>
                                          </p:val>
                                        </p:tav>
                                      </p:tavLst>
                                    </p:anim>
                                    <p:animEffect transition="in" filter="fade">
                                      <p:cBhvr>
                                        <p:cTn id="8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6_title" descr="الربط بالهوية الوطنية">    </p:cNvPr>
          <p:cNvPicPr>
            <a:picLocks noChangeAspect="1"/>
          </p:cNvPicPr>
          <p:nvPr/>
        </p:nvPicPr>
        <p:blipFill>
          <a:blip r:embed="rId2"/>
          <a:stretch>
            <a:fillRect/>
          </a:stretch>
        </p:blipFill>
        <p:spPr>
          <a:xfrm>
            <a:off x="3486679" y="109728"/>
            <a:ext cx="5218336" cy="1024128"/>
          </a:xfrm>
          <a:prstGeom prst="rect">
            <a:avLst/>
          </a:prstGeom>
        </p:spPr>
      </p:pic>
      <p:sp>
        <p:nvSpPr>
          <p:cNvPr id="3" name="s16_txt_1"/>
          <p:cNvSpPr txBox="1"/>
          <p:nvPr/>
        </p:nvSpPr>
        <p:spPr>
          <a:xfrm>
            <a:off x="457200" y="1280160"/>
            <a:ext cx="11274552" cy="548640"/>
          </a:xfrm>
          <a:prstGeom prst="rect">
            <a:avLst/>
          </a:prstGeom>
          <a:noFill/>
          <a:ln/>
        </p:spPr>
        <p:txBody>
          <a:bodyPr wrap="square" lIns="762" tIns="762" rIns="762" bIns="762" rtlCol="0" anchor="ctr"/>
          <a:lstStyle/>
          <a:p>
            <a:pPr rtl="1" algn="ctr" indent="0" marL="0">
              <a:lnSpc>
                <a:spcPct val="105000"/>
              </a:lnSpc>
              <a:buNone/>
            </a:pPr>
            <a:r>
              <a:rPr lang="ar-SA" altLang="en-US" sz="2000" b="1" dirty="0">
                <a:solidFill>
                  <a:srgbClr val="17805A"/>
                </a:solidFill>
                <a:latin typeface="Tahoma" pitchFamily="34" charset="0"/>
                <a:ea typeface="Tahoma" pitchFamily="34" charset="-122"/>
                <a:cs typeface="Tahoma" pitchFamily="34" charset="-120"/>
              </a:rPr>
              <a:t>جهود المملكة العربية السعودية في التوعية بصحة الجهاز الهضمي والتغذية السليمة</a:t>
            </a:r>
            <a:endParaRPr lang="ar-SA" sz="2000" dirty="0"/>
          </a:p>
        </p:txBody>
      </p:sp>
      <p:sp>
        <p:nvSpPr>
          <p:cNvPr id="4" name="s16_card_2"/>
          <p:cNvSpPr/>
          <p:nvPr/>
        </p:nvSpPr>
        <p:spPr>
          <a:xfrm>
            <a:off x="6172200" y="2011680"/>
            <a:ext cx="4526280" cy="1828800"/>
          </a:xfrm>
          <a:prstGeom prst="roundRect">
            <a:avLst>
              <a:gd name="adj" fmla="val 14000"/>
            </a:avLst>
          </a:prstGeom>
          <a:solidFill>
            <a:srgbClr val="DDF8EC"/>
          </a:solidFill>
          <a:ln w="50800">
            <a:solidFill>
              <a:srgbClr val="FFFFFF"/>
            </a:solidFill>
            <a:prstDash val="solid"/>
          </a:ln>
          <a:effectLst>
            <a:outerShdw sx="100000" sy="100000" kx="0" ky="0" algn="bl" rotWithShape="0" blurRad="127000" dist="50800" dir="5400000">
              <a:srgbClr val="5B3E8E">
                <a:alpha val="20000"/>
              </a:srgbClr>
            </a:outerShdw>
          </a:effectLst>
        </p:spPr>
      </p:sp>
      <p:sp>
        <p:nvSpPr>
          <p:cNvPr id="5" name="s16_circ_3"/>
          <p:cNvSpPr/>
          <p:nvPr/>
        </p:nvSpPr>
        <p:spPr>
          <a:xfrm>
            <a:off x="9646920" y="2148840"/>
            <a:ext cx="914400" cy="914400"/>
          </a:xfrm>
          <a:prstGeom prst="ellipse">
            <a:avLst/>
          </a:prstGeom>
          <a:solidFill>
            <a:srgbClr val="FFFFFF"/>
          </a:solidFill>
          <a:ln/>
          <a:effectLst>
            <a:outerShdw sx="100000" sy="100000" kx="0" ky="0" algn="bl" rotWithShape="0" blurRad="127000" dist="50800" dir="5400000">
              <a:srgbClr val="5B3E8E">
                <a:alpha val="20000"/>
              </a:srgbClr>
            </a:outerShdw>
          </a:effectLst>
        </p:spPr>
      </p:sp>
      <p:pic>
        <p:nvPicPr>
          <p:cNvPr id="6" name="s16_emo_4" descr="وزارة الصحة">    </p:cNvPr>
          <p:cNvPicPr>
            <a:picLocks noChangeAspect="1"/>
          </p:cNvPicPr>
          <p:nvPr/>
        </p:nvPicPr>
        <p:blipFill>
          <a:blip r:embed="rId3"/>
          <a:stretch>
            <a:fillRect/>
          </a:stretch>
        </p:blipFill>
        <p:spPr>
          <a:xfrm>
            <a:off x="9738360" y="2240280"/>
            <a:ext cx="731520" cy="731520"/>
          </a:xfrm>
          <a:prstGeom prst="rect">
            <a:avLst/>
          </a:prstGeom>
        </p:spPr>
      </p:pic>
      <p:sp>
        <p:nvSpPr>
          <p:cNvPr id="7" name="s16_txt_5"/>
          <p:cNvSpPr txBox="1"/>
          <p:nvPr/>
        </p:nvSpPr>
        <p:spPr>
          <a:xfrm>
            <a:off x="6309360" y="2121408"/>
            <a:ext cx="3246120" cy="868680"/>
          </a:xfrm>
          <a:prstGeom prst="rect">
            <a:avLst/>
          </a:prstGeom>
          <a:noFill/>
          <a:ln/>
        </p:spPr>
        <p:txBody>
          <a:bodyPr wrap="square" lIns="762" tIns="762" rIns="762" bIns="762" rtlCol="0" anchor="ctr"/>
          <a:lstStyle/>
          <a:p>
            <a:pPr rtl="1" algn="r" indent="0" marL="0">
              <a:lnSpc>
                <a:spcPct val="105000"/>
              </a:lnSpc>
              <a:buNone/>
            </a:pPr>
            <a:r>
              <a:rPr lang="ar-SA" altLang="en-US" sz="1900" b="1" dirty="0">
                <a:solidFill>
                  <a:srgbClr val="17805A"/>
                </a:solidFill>
                <a:latin typeface="Tahoma" pitchFamily="34" charset="0"/>
                <a:ea typeface="Tahoma" pitchFamily="34" charset="-122"/>
                <a:cs typeface="Tahoma" pitchFamily="34" charset="-120"/>
              </a:rPr>
              <a:t>وزارة الصحة</a:t>
            </a:r>
            <a:endParaRPr lang="ar-SA" sz="1900" dirty="0"/>
          </a:p>
        </p:txBody>
      </p:sp>
      <p:sp>
        <p:nvSpPr>
          <p:cNvPr id="8" name="s16_txt_6"/>
          <p:cNvSpPr txBox="1"/>
          <p:nvPr/>
        </p:nvSpPr>
        <p:spPr>
          <a:xfrm>
            <a:off x="6355080" y="3081528"/>
            <a:ext cx="4160520" cy="731520"/>
          </a:xfrm>
          <a:prstGeom prst="rect">
            <a:avLst/>
          </a:prstGeom>
          <a:noFill/>
          <a:ln/>
        </p:spPr>
        <p:txBody>
          <a:bodyPr wrap="square" lIns="762" tIns="762" rIns="762" bIns="762" rtlCol="0" anchor="t"/>
          <a:lstStyle/>
          <a:p>
            <a:pPr rtl="1" algn="r" indent="0" marL="0">
              <a:lnSpc>
                <a:spcPct val="105000"/>
              </a:lnSpc>
              <a:buNone/>
            </a:pPr>
            <a:r>
              <a:rPr lang="ar-SA" altLang="en-US" sz="1700" dirty="0">
                <a:solidFill>
                  <a:srgbClr val="3B2A5A"/>
                </a:solidFill>
                <a:latin typeface="Tahoma" pitchFamily="34" charset="0"/>
                <a:ea typeface="Tahoma" pitchFamily="34" charset="-122"/>
                <a:cs typeface="Tahoma" pitchFamily="34" charset="-120"/>
              </a:rPr>
              <a:t>تنشر حملات توعوية عن الغذاء الصحي، وتقدّم الاستشارات الصحية عبر الرقم ٩٣٧.</a:t>
            </a:r>
            <a:endParaRPr lang="ar-SA" sz="1700" dirty="0"/>
          </a:p>
        </p:txBody>
      </p:sp>
      <p:sp>
        <p:nvSpPr>
          <p:cNvPr id="9" name="s16_card_7"/>
          <p:cNvSpPr/>
          <p:nvPr/>
        </p:nvSpPr>
        <p:spPr>
          <a:xfrm>
            <a:off x="1463040" y="2011680"/>
            <a:ext cx="4526280" cy="1828800"/>
          </a:xfrm>
          <a:prstGeom prst="roundRect">
            <a:avLst>
              <a:gd name="adj" fmla="val 14000"/>
            </a:avLst>
          </a:prstGeom>
          <a:solidFill>
            <a:srgbClr val="FFF6CF"/>
          </a:solidFill>
          <a:ln w="50800">
            <a:solidFill>
              <a:srgbClr val="FFFFFF"/>
            </a:solidFill>
            <a:prstDash val="solid"/>
          </a:ln>
          <a:effectLst>
            <a:outerShdw sx="100000" sy="100000" kx="0" ky="0" algn="bl" rotWithShape="0" blurRad="127000" dist="50800" dir="5400000">
              <a:srgbClr val="5B3E8E">
                <a:alpha val="20000"/>
              </a:srgbClr>
            </a:outerShdw>
          </a:effectLst>
        </p:spPr>
      </p:sp>
      <p:sp>
        <p:nvSpPr>
          <p:cNvPr id="10" name="s16_circ_8"/>
          <p:cNvSpPr/>
          <p:nvPr/>
        </p:nvSpPr>
        <p:spPr>
          <a:xfrm>
            <a:off x="4937760" y="2148840"/>
            <a:ext cx="914400" cy="914400"/>
          </a:xfrm>
          <a:prstGeom prst="ellipse">
            <a:avLst/>
          </a:prstGeom>
          <a:solidFill>
            <a:srgbClr val="FFFFFF"/>
          </a:solidFill>
          <a:ln/>
          <a:effectLst>
            <a:outerShdw sx="100000" sy="100000" kx="0" ky="0" algn="bl" rotWithShape="0" blurRad="127000" dist="50800" dir="5400000">
              <a:srgbClr val="5B3E8E">
                <a:alpha val="20000"/>
              </a:srgbClr>
            </a:outerShdw>
          </a:effectLst>
        </p:spPr>
      </p:sp>
      <p:pic>
        <p:nvPicPr>
          <p:cNvPr id="11" name="s16_emo_9" descr="الدليل الغذائي «النخلة الصحية»">    </p:cNvPr>
          <p:cNvPicPr>
            <a:picLocks noChangeAspect="1"/>
          </p:cNvPicPr>
          <p:nvPr/>
        </p:nvPicPr>
        <p:blipFill>
          <a:blip r:embed="rId4"/>
          <a:stretch>
            <a:fillRect/>
          </a:stretch>
        </p:blipFill>
        <p:spPr>
          <a:xfrm>
            <a:off x="5029200" y="2240280"/>
            <a:ext cx="731520" cy="731520"/>
          </a:xfrm>
          <a:prstGeom prst="rect">
            <a:avLst/>
          </a:prstGeom>
        </p:spPr>
      </p:pic>
      <p:sp>
        <p:nvSpPr>
          <p:cNvPr id="12" name="s16_txt_10"/>
          <p:cNvSpPr txBox="1"/>
          <p:nvPr/>
        </p:nvSpPr>
        <p:spPr>
          <a:xfrm>
            <a:off x="1600200" y="2121408"/>
            <a:ext cx="3246120" cy="868680"/>
          </a:xfrm>
          <a:prstGeom prst="rect">
            <a:avLst/>
          </a:prstGeom>
          <a:noFill/>
          <a:ln/>
        </p:spPr>
        <p:txBody>
          <a:bodyPr wrap="square" lIns="762" tIns="762" rIns="762" bIns="762" rtlCol="0" anchor="ctr"/>
          <a:lstStyle/>
          <a:p>
            <a:pPr rtl="1" algn="r" indent="0" marL="0">
              <a:lnSpc>
                <a:spcPct val="105000"/>
              </a:lnSpc>
              <a:buNone/>
            </a:pPr>
            <a:r>
              <a:rPr lang="ar-SA" altLang="en-US" sz="1900" b="1" dirty="0">
                <a:solidFill>
                  <a:srgbClr val="17805A"/>
                </a:solidFill>
                <a:latin typeface="Tahoma" pitchFamily="34" charset="0"/>
                <a:ea typeface="Tahoma" pitchFamily="34" charset="-122"/>
                <a:cs typeface="Tahoma" pitchFamily="34" charset="-120"/>
              </a:rPr>
              <a:t>الدليل الغذائي «النخلة الصحية»</a:t>
            </a:r>
            <a:endParaRPr lang="ar-SA" sz="1900" dirty="0"/>
          </a:p>
        </p:txBody>
      </p:sp>
      <p:sp>
        <p:nvSpPr>
          <p:cNvPr id="13" name="s16_txt_11"/>
          <p:cNvSpPr txBox="1"/>
          <p:nvPr/>
        </p:nvSpPr>
        <p:spPr>
          <a:xfrm>
            <a:off x="1645920" y="3081528"/>
            <a:ext cx="4160520" cy="731520"/>
          </a:xfrm>
          <a:prstGeom prst="rect">
            <a:avLst/>
          </a:prstGeom>
          <a:noFill/>
          <a:ln/>
        </p:spPr>
        <p:txBody>
          <a:bodyPr wrap="square" lIns="762" tIns="762" rIns="762" bIns="762" rtlCol="0" anchor="t"/>
          <a:lstStyle/>
          <a:p>
            <a:pPr rtl="1" algn="r" indent="0" marL="0">
              <a:lnSpc>
                <a:spcPct val="105000"/>
              </a:lnSpc>
              <a:buNone/>
            </a:pPr>
            <a:r>
              <a:rPr lang="ar-SA" altLang="en-US" sz="1700" dirty="0">
                <a:solidFill>
                  <a:srgbClr val="3B2A5A"/>
                </a:solidFill>
                <a:latin typeface="Tahoma" pitchFamily="34" charset="0"/>
                <a:ea typeface="Tahoma" pitchFamily="34" charset="-122"/>
                <a:cs typeface="Tahoma" pitchFamily="34" charset="-120"/>
              </a:rPr>
              <a:t>دليل غذائي سعودي يوضح المجموعات الغذائية والكميات المناسبة يوميًا.</a:t>
            </a:r>
            <a:endParaRPr lang="ar-SA" sz="1700" dirty="0"/>
          </a:p>
        </p:txBody>
      </p:sp>
      <p:sp>
        <p:nvSpPr>
          <p:cNvPr id="14" name="s16_card_12"/>
          <p:cNvSpPr/>
          <p:nvPr/>
        </p:nvSpPr>
        <p:spPr>
          <a:xfrm>
            <a:off x="6172200" y="4023360"/>
            <a:ext cx="4526280" cy="1828800"/>
          </a:xfrm>
          <a:prstGeom prst="roundRect">
            <a:avLst>
              <a:gd name="adj" fmla="val 14000"/>
            </a:avLst>
          </a:prstGeom>
          <a:solidFill>
            <a:srgbClr val="FFE3EE"/>
          </a:solidFill>
          <a:ln w="50800">
            <a:solidFill>
              <a:srgbClr val="FFFFFF"/>
            </a:solidFill>
            <a:prstDash val="solid"/>
          </a:ln>
          <a:effectLst>
            <a:outerShdw sx="100000" sy="100000" kx="0" ky="0" algn="bl" rotWithShape="0" blurRad="127000" dist="50800" dir="5400000">
              <a:srgbClr val="5B3E8E">
                <a:alpha val="20000"/>
              </a:srgbClr>
            </a:outerShdw>
          </a:effectLst>
        </p:spPr>
      </p:sp>
      <p:sp>
        <p:nvSpPr>
          <p:cNvPr id="15" name="s16_circ_13"/>
          <p:cNvSpPr/>
          <p:nvPr/>
        </p:nvSpPr>
        <p:spPr>
          <a:xfrm>
            <a:off x="9646920" y="4160520"/>
            <a:ext cx="914400" cy="914400"/>
          </a:xfrm>
          <a:prstGeom prst="ellipse">
            <a:avLst/>
          </a:prstGeom>
          <a:solidFill>
            <a:srgbClr val="FFFFFF"/>
          </a:solidFill>
          <a:ln/>
          <a:effectLst>
            <a:outerShdw sx="100000" sy="100000" kx="0" ky="0" algn="bl" rotWithShape="0" blurRad="127000" dist="50800" dir="5400000">
              <a:srgbClr val="5B3E8E">
                <a:alpha val="20000"/>
              </a:srgbClr>
            </a:outerShdw>
          </a:effectLst>
        </p:spPr>
      </p:sp>
      <p:pic>
        <p:nvPicPr>
          <p:cNvPr id="16" name="s16_emo_14" descr="الهيئة العامة للغذاء والدواء">    </p:cNvPr>
          <p:cNvPicPr>
            <a:picLocks noChangeAspect="1"/>
          </p:cNvPicPr>
          <p:nvPr/>
        </p:nvPicPr>
        <p:blipFill>
          <a:blip r:embed="rId5"/>
          <a:stretch>
            <a:fillRect/>
          </a:stretch>
        </p:blipFill>
        <p:spPr>
          <a:xfrm>
            <a:off x="9738360" y="4251960"/>
            <a:ext cx="731520" cy="731520"/>
          </a:xfrm>
          <a:prstGeom prst="rect">
            <a:avLst/>
          </a:prstGeom>
        </p:spPr>
      </p:pic>
      <p:sp>
        <p:nvSpPr>
          <p:cNvPr id="17" name="s16_txt_15"/>
          <p:cNvSpPr txBox="1"/>
          <p:nvPr/>
        </p:nvSpPr>
        <p:spPr>
          <a:xfrm>
            <a:off x="6309360" y="4133088"/>
            <a:ext cx="3246120" cy="868680"/>
          </a:xfrm>
          <a:prstGeom prst="rect">
            <a:avLst/>
          </a:prstGeom>
          <a:noFill/>
          <a:ln/>
        </p:spPr>
        <p:txBody>
          <a:bodyPr wrap="square" lIns="762" tIns="762" rIns="762" bIns="762" rtlCol="0" anchor="ctr"/>
          <a:lstStyle/>
          <a:p>
            <a:pPr rtl="1" algn="r" indent="0" marL="0">
              <a:lnSpc>
                <a:spcPct val="105000"/>
              </a:lnSpc>
              <a:buNone/>
            </a:pPr>
            <a:r>
              <a:rPr lang="ar-SA" altLang="en-US" sz="1900" b="1" dirty="0">
                <a:solidFill>
                  <a:srgbClr val="17805A"/>
                </a:solidFill>
                <a:latin typeface="Tahoma" pitchFamily="34" charset="0"/>
                <a:ea typeface="Tahoma" pitchFamily="34" charset="-122"/>
                <a:cs typeface="Tahoma" pitchFamily="34" charset="-120"/>
              </a:rPr>
              <a:t>الهيئة العامة للغذاء والدواء</a:t>
            </a:r>
            <a:endParaRPr lang="ar-SA" sz="1900" dirty="0"/>
          </a:p>
        </p:txBody>
      </p:sp>
      <p:sp>
        <p:nvSpPr>
          <p:cNvPr id="18" name="s16_txt_16"/>
          <p:cNvSpPr txBox="1"/>
          <p:nvPr/>
        </p:nvSpPr>
        <p:spPr>
          <a:xfrm>
            <a:off x="6355080" y="5093208"/>
            <a:ext cx="4160520" cy="731520"/>
          </a:xfrm>
          <a:prstGeom prst="rect">
            <a:avLst/>
          </a:prstGeom>
          <a:noFill/>
          <a:ln/>
        </p:spPr>
        <p:txBody>
          <a:bodyPr wrap="square" lIns="762" tIns="762" rIns="762" bIns="762" rtlCol="0" anchor="t"/>
          <a:lstStyle/>
          <a:p>
            <a:pPr rtl="1" algn="r" indent="0" marL="0">
              <a:lnSpc>
                <a:spcPct val="105000"/>
              </a:lnSpc>
              <a:buNone/>
            </a:pPr>
            <a:r>
              <a:rPr lang="ar-SA" altLang="en-US" sz="1700" dirty="0">
                <a:solidFill>
                  <a:srgbClr val="3B2A5A"/>
                </a:solidFill>
                <a:latin typeface="Tahoma" pitchFamily="34" charset="0"/>
                <a:ea typeface="Tahoma" pitchFamily="34" charset="-122"/>
                <a:cs typeface="Tahoma" pitchFamily="34" charset="-120"/>
              </a:rPr>
              <a:t>تُلزم المطاعم بإظهار السعرات الحرارية في قوائم الطعام لنختار الأفضل.</a:t>
            </a:r>
            <a:endParaRPr lang="ar-SA" sz="1700" dirty="0"/>
          </a:p>
        </p:txBody>
      </p:sp>
      <p:sp>
        <p:nvSpPr>
          <p:cNvPr id="19" name="s16_card_17"/>
          <p:cNvSpPr/>
          <p:nvPr/>
        </p:nvSpPr>
        <p:spPr>
          <a:xfrm>
            <a:off x="1463040" y="4023360"/>
            <a:ext cx="4526280" cy="1828800"/>
          </a:xfrm>
          <a:prstGeom prst="roundRect">
            <a:avLst>
              <a:gd name="adj" fmla="val 14000"/>
            </a:avLst>
          </a:prstGeom>
          <a:solidFill>
            <a:srgbClr val="E2F4FF"/>
          </a:solidFill>
          <a:ln w="50800">
            <a:solidFill>
              <a:srgbClr val="FFFFFF"/>
            </a:solidFill>
            <a:prstDash val="solid"/>
          </a:ln>
          <a:effectLst>
            <a:outerShdw sx="100000" sy="100000" kx="0" ky="0" algn="bl" rotWithShape="0" blurRad="127000" dist="50800" dir="5400000">
              <a:srgbClr val="5B3E8E">
                <a:alpha val="20000"/>
              </a:srgbClr>
            </a:outerShdw>
          </a:effectLst>
        </p:spPr>
      </p:sp>
      <p:sp>
        <p:nvSpPr>
          <p:cNvPr id="20" name="s16_circ_18"/>
          <p:cNvSpPr/>
          <p:nvPr/>
        </p:nvSpPr>
        <p:spPr>
          <a:xfrm>
            <a:off x="4937760" y="4160520"/>
            <a:ext cx="914400" cy="914400"/>
          </a:xfrm>
          <a:prstGeom prst="ellipse">
            <a:avLst/>
          </a:prstGeom>
          <a:solidFill>
            <a:srgbClr val="FFFFFF"/>
          </a:solidFill>
          <a:ln/>
          <a:effectLst>
            <a:outerShdw sx="100000" sy="100000" kx="0" ky="0" algn="bl" rotWithShape="0" blurRad="127000" dist="50800" dir="5400000">
              <a:srgbClr val="5B3E8E">
                <a:alpha val="20000"/>
              </a:srgbClr>
            </a:outerShdw>
          </a:effectLst>
        </p:spPr>
      </p:sp>
      <p:pic>
        <p:nvPicPr>
          <p:cNvPr id="21" name="s16_emo_19" descr="رؤية المملكة ٢٠٣٠">    </p:cNvPr>
          <p:cNvPicPr>
            <a:picLocks noChangeAspect="1"/>
          </p:cNvPicPr>
          <p:nvPr/>
        </p:nvPicPr>
        <p:blipFill>
          <a:blip r:embed="rId6"/>
          <a:stretch>
            <a:fillRect/>
          </a:stretch>
        </p:blipFill>
        <p:spPr>
          <a:xfrm>
            <a:off x="5029200" y="4251960"/>
            <a:ext cx="731520" cy="731520"/>
          </a:xfrm>
          <a:prstGeom prst="rect">
            <a:avLst/>
          </a:prstGeom>
        </p:spPr>
      </p:pic>
      <p:sp>
        <p:nvSpPr>
          <p:cNvPr id="22" name="s16_txt_20"/>
          <p:cNvSpPr txBox="1"/>
          <p:nvPr/>
        </p:nvSpPr>
        <p:spPr>
          <a:xfrm>
            <a:off x="1600200" y="4133088"/>
            <a:ext cx="3246120" cy="868680"/>
          </a:xfrm>
          <a:prstGeom prst="rect">
            <a:avLst/>
          </a:prstGeom>
          <a:noFill/>
          <a:ln/>
        </p:spPr>
        <p:txBody>
          <a:bodyPr wrap="square" lIns="762" tIns="762" rIns="762" bIns="762" rtlCol="0" anchor="ctr"/>
          <a:lstStyle/>
          <a:p>
            <a:pPr rtl="1" algn="r" indent="0" marL="0">
              <a:lnSpc>
                <a:spcPct val="105000"/>
              </a:lnSpc>
              <a:buNone/>
            </a:pPr>
            <a:r>
              <a:rPr lang="ar-SA" altLang="en-US" sz="1900" b="1" dirty="0">
                <a:solidFill>
                  <a:srgbClr val="17805A"/>
                </a:solidFill>
                <a:latin typeface="Tahoma" pitchFamily="34" charset="0"/>
                <a:ea typeface="Tahoma" pitchFamily="34" charset="-122"/>
                <a:cs typeface="Tahoma" pitchFamily="34" charset="-120"/>
              </a:rPr>
              <a:t>رؤية المملكة ٢٠٣٠</a:t>
            </a:r>
            <a:endParaRPr lang="ar-SA" sz="1900" dirty="0"/>
          </a:p>
        </p:txBody>
      </p:sp>
      <p:sp>
        <p:nvSpPr>
          <p:cNvPr id="23" name="s16_txt_21"/>
          <p:cNvSpPr txBox="1"/>
          <p:nvPr/>
        </p:nvSpPr>
        <p:spPr>
          <a:xfrm>
            <a:off x="1645920" y="5093208"/>
            <a:ext cx="4160520" cy="731520"/>
          </a:xfrm>
          <a:prstGeom prst="rect">
            <a:avLst/>
          </a:prstGeom>
          <a:noFill/>
          <a:ln/>
        </p:spPr>
        <p:txBody>
          <a:bodyPr wrap="square" lIns="762" tIns="762" rIns="762" bIns="762" rtlCol="0" anchor="t"/>
          <a:lstStyle/>
          <a:p>
            <a:pPr rtl="1" algn="r" indent="0" marL="0">
              <a:lnSpc>
                <a:spcPct val="105000"/>
              </a:lnSpc>
              <a:buNone/>
            </a:pPr>
            <a:r>
              <a:rPr lang="ar-SA" altLang="en-US" sz="1700" dirty="0">
                <a:solidFill>
                  <a:srgbClr val="3B2A5A"/>
                </a:solidFill>
                <a:latin typeface="Tahoma" pitchFamily="34" charset="0"/>
                <a:ea typeface="Tahoma" pitchFamily="34" charset="-122"/>
                <a:cs typeface="Tahoma" pitchFamily="34" charset="-120"/>
              </a:rPr>
              <a:t>يعزّز برنامج تحوّل القطاع الصحي الوقاية ونمط الحياة الصحي.</a:t>
            </a:r>
            <a:endParaRPr lang="ar-SA" sz="17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nodeType="clickEffect">
                                  <p:stCondLst>
                                    <p:cond delay="0"/>
                                  </p:stCondLst>
                                  <p:childTnLst>
                                    <p:set>
                                      <p:cBhvr>
                                        <p:cTn id="5" dur="1" fill="hold">
                                          <p:stCondLst>
                                            <p:cond delay="0"/>
                                          </p:stCondLst>
                                        </p:cTn>
                                        <p:tgtEl>
                                          <p:spTgt spid="4"/>
                                        </p:tgtEl>
                                        <p:attrNameLst>
                                          <p:attrName>style.visibility</p:attrName>
                                        </p:attrNameLst>
                                      </p:cBhvr>
                                      <p:to>
                                        <p:strVal val="visible"/>
                                      </p:to>
                                    </p:set>
                                    <p:anim calcmode="lin" valueType="num">
                                      <p:cBhvr>
                                        <p:cTn id="6" dur="500" fill="hold"/>
                                        <p:tgtEl>
                                          <p:spTgt spid="4"/>
                                        </p:tgtEl>
                                        <p:attrNameLst>
                                          <p:attrName>ppt_w</p:attrName>
                                        </p:attrNameLst>
                                      </p:cBhvr>
                                      <p:tavLst>
                                        <p:tav tm="0">
                                          <p:val>
                                            <p:fltVal val="0"/>
                                          </p:val>
                                        </p:tav>
                                        <p:tav tm="100000">
                                          <p:val>
                                            <p:strVal val="#ppt_w"/>
                                          </p:val>
                                        </p:tav>
                                      </p:tavLst>
                                    </p:anim>
                                    <p:anim calcmode="lin" valueType="num">
                                      <p:cBhvr>
                                        <p:cTn id="7" dur="500" fill="hold"/>
                                        <p:tgtEl>
                                          <p:spTgt spid="4"/>
                                        </p:tgtEl>
                                        <p:attrNameLst>
                                          <p:attrName>ppt_h</p:attrName>
                                        </p:attrNameLst>
                                      </p:cBhvr>
                                      <p:tavLst>
                                        <p:tav tm="0">
                                          <p:val>
                                            <p:fltVal val="0"/>
                                          </p:val>
                                        </p:tav>
                                        <p:tav tm="100000">
                                          <p:val>
                                            <p:strVal val="#ppt_h"/>
                                          </p:val>
                                        </p:tav>
                                      </p:tavLst>
                                    </p:anim>
                                    <p:animEffect transition="in" filter="fade">
                                      <p:cBhvr>
                                        <p:cTn id="8" dur="500"/>
                                        <p:tgtEl>
                                          <p:spTgt spid="4"/>
                                        </p:tgtEl>
                                      </p:cBhvr>
                                    </p:animEffect>
                                  </p:childTnLst>
                                </p:cTn>
                              </p:par>
                              <p:par>
                                <p:cTn id="14" presetID="53" presetClass="entr" presetSubtype="16"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par>
                                <p:cTn id="19" presetID="53" presetClass="entr" presetSubtype="16"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par>
                                <p:cTn id="24" presetID="53" presetClass="entr" presetSubtype="16"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par>
                                <p:cTn id="29" presetID="53" presetClass="entr" presetSubtype="16"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6" presetID="53" presetClass="entr" presetSubtype="16"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fltVal val="0"/>
                                          </p:val>
                                        </p:tav>
                                        <p:tav tm="100000">
                                          <p:val>
                                            <p:strVal val="#ppt_h"/>
                                          </p:val>
                                        </p:tav>
                                      </p:tavLst>
                                    </p:anim>
                                    <p:animEffect transition="in" filter="fade">
                                      <p:cBhvr>
                                        <p:cTn id="35" dur="500"/>
                                        <p:tgtEl>
                                          <p:spTgt spid="9"/>
                                        </p:tgtEl>
                                      </p:cBhvr>
                                    </p:animEffect>
                                  </p:childTnLst>
                                </p:cTn>
                              </p:par>
                              <p:par>
                                <p:cTn id="41" presetID="53" presetClass="entr" presetSubtype="16" fill="hold" nodeType="with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ppt_w</p:attrName>
                                        </p:attrNameLst>
                                      </p:cBhvr>
                                      <p:tavLst>
                                        <p:tav tm="0">
                                          <p:val>
                                            <p:fltVal val="0"/>
                                          </p:val>
                                        </p:tav>
                                        <p:tav tm="100000">
                                          <p:val>
                                            <p:strVal val="#ppt_w"/>
                                          </p:val>
                                        </p:tav>
                                      </p:tavLst>
                                    </p:anim>
                                    <p:anim calcmode="lin" valueType="num">
                                      <p:cBhvr>
                                        <p:cTn id="39" dur="500" fill="hold"/>
                                        <p:tgtEl>
                                          <p:spTgt spid="10"/>
                                        </p:tgtEl>
                                        <p:attrNameLst>
                                          <p:attrName>ppt_h</p:attrName>
                                        </p:attrNameLst>
                                      </p:cBhvr>
                                      <p:tavLst>
                                        <p:tav tm="0">
                                          <p:val>
                                            <p:fltVal val="0"/>
                                          </p:val>
                                        </p:tav>
                                        <p:tav tm="100000">
                                          <p:val>
                                            <p:strVal val="#ppt_h"/>
                                          </p:val>
                                        </p:tav>
                                      </p:tavLst>
                                    </p:anim>
                                    <p:animEffect transition="in" filter="fade">
                                      <p:cBhvr>
                                        <p:cTn id="40" dur="500"/>
                                        <p:tgtEl>
                                          <p:spTgt spid="10"/>
                                        </p:tgtEl>
                                      </p:cBhvr>
                                    </p:animEffect>
                                  </p:childTnLst>
                                </p:cTn>
                              </p:par>
                              <p:par>
                                <p:cTn id="46" presetID="53" presetClass="entr" presetSubtype="16"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p:cTn id="43" dur="500" fill="hold"/>
                                        <p:tgtEl>
                                          <p:spTgt spid="11"/>
                                        </p:tgtEl>
                                        <p:attrNameLst>
                                          <p:attrName>ppt_w</p:attrName>
                                        </p:attrNameLst>
                                      </p:cBhvr>
                                      <p:tavLst>
                                        <p:tav tm="0">
                                          <p:val>
                                            <p:fltVal val="0"/>
                                          </p:val>
                                        </p:tav>
                                        <p:tav tm="100000">
                                          <p:val>
                                            <p:strVal val="#ppt_w"/>
                                          </p:val>
                                        </p:tav>
                                      </p:tavLst>
                                    </p:anim>
                                    <p:anim calcmode="lin" valueType="num">
                                      <p:cBhvr>
                                        <p:cTn id="44" dur="500" fill="hold"/>
                                        <p:tgtEl>
                                          <p:spTgt spid="11"/>
                                        </p:tgtEl>
                                        <p:attrNameLst>
                                          <p:attrName>ppt_h</p:attrName>
                                        </p:attrNameLst>
                                      </p:cBhvr>
                                      <p:tavLst>
                                        <p:tav tm="0">
                                          <p:val>
                                            <p:fltVal val="0"/>
                                          </p:val>
                                        </p:tav>
                                        <p:tav tm="100000">
                                          <p:val>
                                            <p:strVal val="#ppt_h"/>
                                          </p:val>
                                        </p:tav>
                                      </p:tavLst>
                                    </p:anim>
                                    <p:animEffect transition="in" filter="fade">
                                      <p:cBhvr>
                                        <p:cTn id="45" dur="500"/>
                                        <p:tgtEl>
                                          <p:spTgt spid="11"/>
                                        </p:tgtEl>
                                      </p:cBhvr>
                                    </p:animEffect>
                                  </p:childTnLst>
                                </p:cTn>
                              </p:par>
                              <p:par>
                                <p:cTn id="51" presetID="53" presetClass="entr" presetSubtype="16" fill="hold" nodeType="with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p:cTn id="48" dur="500" fill="hold"/>
                                        <p:tgtEl>
                                          <p:spTgt spid="12"/>
                                        </p:tgtEl>
                                        <p:attrNameLst>
                                          <p:attrName>ppt_w</p:attrName>
                                        </p:attrNameLst>
                                      </p:cBhvr>
                                      <p:tavLst>
                                        <p:tav tm="0">
                                          <p:val>
                                            <p:fltVal val="0"/>
                                          </p:val>
                                        </p:tav>
                                        <p:tav tm="100000">
                                          <p:val>
                                            <p:strVal val="#ppt_w"/>
                                          </p:val>
                                        </p:tav>
                                      </p:tavLst>
                                    </p:anim>
                                    <p:anim calcmode="lin" valueType="num">
                                      <p:cBhvr>
                                        <p:cTn id="49" dur="500" fill="hold"/>
                                        <p:tgtEl>
                                          <p:spTgt spid="12"/>
                                        </p:tgtEl>
                                        <p:attrNameLst>
                                          <p:attrName>ppt_h</p:attrName>
                                        </p:attrNameLst>
                                      </p:cBhvr>
                                      <p:tavLst>
                                        <p:tav tm="0">
                                          <p:val>
                                            <p:fltVal val="0"/>
                                          </p:val>
                                        </p:tav>
                                        <p:tav tm="100000">
                                          <p:val>
                                            <p:strVal val="#ppt_h"/>
                                          </p:val>
                                        </p:tav>
                                      </p:tavLst>
                                    </p:anim>
                                    <p:animEffect transition="in" filter="fade">
                                      <p:cBhvr>
                                        <p:cTn id="50" dur="500"/>
                                        <p:tgtEl>
                                          <p:spTgt spid="12"/>
                                        </p:tgtEl>
                                      </p:cBhvr>
                                    </p:animEffect>
                                  </p:childTnLst>
                                </p:cTn>
                              </p:par>
                              <p:par>
                                <p:cTn id="56" presetID="53" presetClass="entr" presetSubtype="16" fill="hold" nodeType="with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p:cTn id="53" dur="500" fill="hold"/>
                                        <p:tgtEl>
                                          <p:spTgt spid="13"/>
                                        </p:tgtEl>
                                        <p:attrNameLst>
                                          <p:attrName>ppt_w</p:attrName>
                                        </p:attrNameLst>
                                      </p:cBhvr>
                                      <p:tavLst>
                                        <p:tav tm="0">
                                          <p:val>
                                            <p:fltVal val="0"/>
                                          </p:val>
                                        </p:tav>
                                        <p:tav tm="100000">
                                          <p:val>
                                            <p:strVal val="#ppt_w"/>
                                          </p:val>
                                        </p:tav>
                                      </p:tavLst>
                                    </p:anim>
                                    <p:anim calcmode="lin" valueType="num">
                                      <p:cBhvr>
                                        <p:cTn id="54" dur="500" fill="hold"/>
                                        <p:tgtEl>
                                          <p:spTgt spid="13"/>
                                        </p:tgtEl>
                                        <p:attrNameLst>
                                          <p:attrName>ppt_h</p:attrName>
                                        </p:attrNameLst>
                                      </p:cBhvr>
                                      <p:tavLst>
                                        <p:tav tm="0">
                                          <p:val>
                                            <p:fltVal val="0"/>
                                          </p:val>
                                        </p:tav>
                                        <p:tav tm="100000">
                                          <p:val>
                                            <p:strVal val="#ppt_h"/>
                                          </p:val>
                                        </p:tav>
                                      </p:tavLst>
                                    </p:anim>
                                    <p:animEffect transition="in" filter="fade">
                                      <p:cBhvr>
                                        <p:cTn id="55" dur="500"/>
                                        <p:tgtEl>
                                          <p:spTgt spid="13"/>
                                        </p:tgtEl>
                                      </p:cBhvr>
                                    </p:animEffect>
                                  </p:childTnLst>
                                </p:cTn>
                              </p:par>
                            </p:childTnLst>
                          </p:cTn>
                        </p:par>
                      </p:childTnLst>
                    </p:cTn>
                  </p:par>
                  <p:par>
                    <p:cTn id="57" fill="hold">
                      <p:stCondLst>
                        <p:cond delay="indefinite"/>
                      </p:stCondLst>
                      <p:childTnLst>
                        <p:par>
                          <p:cTn id="58" fill="hold">
                            <p:stCondLst>
                              <p:cond delay="0"/>
                            </p:stCondLst>
                            <p:childTnLst>
                              <p:par>
                                <p:cTn id="63" presetID="53" presetClass="entr" presetSubtype="16" fill="hold" nodeType="click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p:cTn id="60" dur="500" fill="hold"/>
                                        <p:tgtEl>
                                          <p:spTgt spid="14"/>
                                        </p:tgtEl>
                                        <p:attrNameLst>
                                          <p:attrName>ppt_w</p:attrName>
                                        </p:attrNameLst>
                                      </p:cBhvr>
                                      <p:tavLst>
                                        <p:tav tm="0">
                                          <p:val>
                                            <p:fltVal val="0"/>
                                          </p:val>
                                        </p:tav>
                                        <p:tav tm="100000">
                                          <p:val>
                                            <p:strVal val="#ppt_w"/>
                                          </p:val>
                                        </p:tav>
                                      </p:tavLst>
                                    </p:anim>
                                    <p:anim calcmode="lin" valueType="num">
                                      <p:cBhvr>
                                        <p:cTn id="61" dur="500" fill="hold"/>
                                        <p:tgtEl>
                                          <p:spTgt spid="14"/>
                                        </p:tgtEl>
                                        <p:attrNameLst>
                                          <p:attrName>ppt_h</p:attrName>
                                        </p:attrNameLst>
                                      </p:cBhvr>
                                      <p:tavLst>
                                        <p:tav tm="0">
                                          <p:val>
                                            <p:fltVal val="0"/>
                                          </p:val>
                                        </p:tav>
                                        <p:tav tm="100000">
                                          <p:val>
                                            <p:strVal val="#ppt_h"/>
                                          </p:val>
                                        </p:tav>
                                      </p:tavLst>
                                    </p:anim>
                                    <p:animEffect transition="in" filter="fade">
                                      <p:cBhvr>
                                        <p:cTn id="62" dur="500"/>
                                        <p:tgtEl>
                                          <p:spTgt spid="14"/>
                                        </p:tgtEl>
                                      </p:cBhvr>
                                    </p:animEffect>
                                  </p:childTnLst>
                                </p:cTn>
                              </p:par>
                              <p:par>
                                <p:cTn id="68" presetID="53" presetClass="entr" presetSubtype="16"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p:cTn id="65" dur="500" fill="hold"/>
                                        <p:tgtEl>
                                          <p:spTgt spid="15"/>
                                        </p:tgtEl>
                                        <p:attrNameLst>
                                          <p:attrName>ppt_w</p:attrName>
                                        </p:attrNameLst>
                                      </p:cBhvr>
                                      <p:tavLst>
                                        <p:tav tm="0">
                                          <p:val>
                                            <p:fltVal val="0"/>
                                          </p:val>
                                        </p:tav>
                                        <p:tav tm="100000">
                                          <p:val>
                                            <p:strVal val="#ppt_w"/>
                                          </p:val>
                                        </p:tav>
                                      </p:tavLst>
                                    </p:anim>
                                    <p:anim calcmode="lin" valueType="num">
                                      <p:cBhvr>
                                        <p:cTn id="66" dur="500" fill="hold"/>
                                        <p:tgtEl>
                                          <p:spTgt spid="15"/>
                                        </p:tgtEl>
                                        <p:attrNameLst>
                                          <p:attrName>ppt_h</p:attrName>
                                        </p:attrNameLst>
                                      </p:cBhvr>
                                      <p:tavLst>
                                        <p:tav tm="0">
                                          <p:val>
                                            <p:fltVal val="0"/>
                                          </p:val>
                                        </p:tav>
                                        <p:tav tm="100000">
                                          <p:val>
                                            <p:strVal val="#ppt_h"/>
                                          </p:val>
                                        </p:tav>
                                      </p:tavLst>
                                    </p:anim>
                                    <p:animEffect transition="in" filter="fade">
                                      <p:cBhvr>
                                        <p:cTn id="67" dur="500"/>
                                        <p:tgtEl>
                                          <p:spTgt spid="15"/>
                                        </p:tgtEl>
                                      </p:cBhvr>
                                    </p:animEffect>
                                  </p:childTnLst>
                                </p:cTn>
                              </p:par>
                              <p:par>
                                <p:cTn id="73" presetID="53" presetClass="entr" presetSubtype="16" fill="hold" nodeType="withEffect">
                                  <p:stCondLst>
                                    <p:cond delay="0"/>
                                  </p:stCondLst>
                                  <p:childTnLst>
                                    <p:set>
                                      <p:cBhvr>
                                        <p:cTn id="69" dur="1" fill="hold">
                                          <p:stCondLst>
                                            <p:cond delay="0"/>
                                          </p:stCondLst>
                                        </p:cTn>
                                        <p:tgtEl>
                                          <p:spTgt spid="16"/>
                                        </p:tgtEl>
                                        <p:attrNameLst>
                                          <p:attrName>style.visibility</p:attrName>
                                        </p:attrNameLst>
                                      </p:cBhvr>
                                      <p:to>
                                        <p:strVal val="visible"/>
                                      </p:to>
                                    </p:set>
                                    <p:anim calcmode="lin" valueType="num">
                                      <p:cBhvr>
                                        <p:cTn id="70" dur="500" fill="hold"/>
                                        <p:tgtEl>
                                          <p:spTgt spid="16"/>
                                        </p:tgtEl>
                                        <p:attrNameLst>
                                          <p:attrName>ppt_w</p:attrName>
                                        </p:attrNameLst>
                                      </p:cBhvr>
                                      <p:tavLst>
                                        <p:tav tm="0">
                                          <p:val>
                                            <p:fltVal val="0"/>
                                          </p:val>
                                        </p:tav>
                                        <p:tav tm="100000">
                                          <p:val>
                                            <p:strVal val="#ppt_w"/>
                                          </p:val>
                                        </p:tav>
                                      </p:tavLst>
                                    </p:anim>
                                    <p:anim calcmode="lin" valueType="num">
                                      <p:cBhvr>
                                        <p:cTn id="71" dur="500" fill="hold"/>
                                        <p:tgtEl>
                                          <p:spTgt spid="16"/>
                                        </p:tgtEl>
                                        <p:attrNameLst>
                                          <p:attrName>ppt_h</p:attrName>
                                        </p:attrNameLst>
                                      </p:cBhvr>
                                      <p:tavLst>
                                        <p:tav tm="0">
                                          <p:val>
                                            <p:fltVal val="0"/>
                                          </p:val>
                                        </p:tav>
                                        <p:tav tm="100000">
                                          <p:val>
                                            <p:strVal val="#ppt_h"/>
                                          </p:val>
                                        </p:tav>
                                      </p:tavLst>
                                    </p:anim>
                                    <p:animEffect transition="in" filter="fade">
                                      <p:cBhvr>
                                        <p:cTn id="72" dur="500"/>
                                        <p:tgtEl>
                                          <p:spTgt spid="16"/>
                                        </p:tgtEl>
                                      </p:cBhvr>
                                    </p:animEffect>
                                  </p:childTnLst>
                                </p:cTn>
                              </p:par>
                              <p:par>
                                <p:cTn id="78" presetID="53" presetClass="entr" presetSubtype="16" fill="hold" nodeType="withEffect">
                                  <p:stCondLst>
                                    <p:cond delay="0"/>
                                  </p:stCondLst>
                                  <p:childTnLst>
                                    <p:set>
                                      <p:cBhvr>
                                        <p:cTn id="74" dur="1" fill="hold">
                                          <p:stCondLst>
                                            <p:cond delay="0"/>
                                          </p:stCondLst>
                                        </p:cTn>
                                        <p:tgtEl>
                                          <p:spTgt spid="17"/>
                                        </p:tgtEl>
                                        <p:attrNameLst>
                                          <p:attrName>style.visibility</p:attrName>
                                        </p:attrNameLst>
                                      </p:cBhvr>
                                      <p:to>
                                        <p:strVal val="visible"/>
                                      </p:to>
                                    </p:set>
                                    <p:anim calcmode="lin" valueType="num">
                                      <p:cBhvr>
                                        <p:cTn id="75" dur="500" fill="hold"/>
                                        <p:tgtEl>
                                          <p:spTgt spid="17"/>
                                        </p:tgtEl>
                                        <p:attrNameLst>
                                          <p:attrName>ppt_w</p:attrName>
                                        </p:attrNameLst>
                                      </p:cBhvr>
                                      <p:tavLst>
                                        <p:tav tm="0">
                                          <p:val>
                                            <p:fltVal val="0"/>
                                          </p:val>
                                        </p:tav>
                                        <p:tav tm="100000">
                                          <p:val>
                                            <p:strVal val="#ppt_w"/>
                                          </p:val>
                                        </p:tav>
                                      </p:tavLst>
                                    </p:anim>
                                    <p:anim calcmode="lin" valueType="num">
                                      <p:cBhvr>
                                        <p:cTn id="76" dur="500" fill="hold"/>
                                        <p:tgtEl>
                                          <p:spTgt spid="17"/>
                                        </p:tgtEl>
                                        <p:attrNameLst>
                                          <p:attrName>ppt_h</p:attrName>
                                        </p:attrNameLst>
                                      </p:cBhvr>
                                      <p:tavLst>
                                        <p:tav tm="0">
                                          <p:val>
                                            <p:fltVal val="0"/>
                                          </p:val>
                                        </p:tav>
                                        <p:tav tm="100000">
                                          <p:val>
                                            <p:strVal val="#ppt_h"/>
                                          </p:val>
                                        </p:tav>
                                      </p:tavLst>
                                    </p:anim>
                                    <p:animEffect transition="in" filter="fade">
                                      <p:cBhvr>
                                        <p:cTn id="77" dur="500"/>
                                        <p:tgtEl>
                                          <p:spTgt spid="17"/>
                                        </p:tgtEl>
                                      </p:cBhvr>
                                    </p:animEffect>
                                  </p:childTnLst>
                                </p:cTn>
                              </p:par>
                              <p:par>
                                <p:cTn id="83" presetID="53" presetClass="entr" presetSubtype="16" fill="hold" nodeType="withEffect">
                                  <p:stCondLst>
                                    <p:cond delay="0"/>
                                  </p:stCondLst>
                                  <p:childTnLst>
                                    <p:set>
                                      <p:cBhvr>
                                        <p:cTn id="79" dur="1" fill="hold">
                                          <p:stCondLst>
                                            <p:cond delay="0"/>
                                          </p:stCondLst>
                                        </p:cTn>
                                        <p:tgtEl>
                                          <p:spTgt spid="18"/>
                                        </p:tgtEl>
                                        <p:attrNameLst>
                                          <p:attrName>style.visibility</p:attrName>
                                        </p:attrNameLst>
                                      </p:cBhvr>
                                      <p:to>
                                        <p:strVal val="visible"/>
                                      </p:to>
                                    </p:set>
                                    <p:anim calcmode="lin" valueType="num">
                                      <p:cBhvr>
                                        <p:cTn id="80" dur="500" fill="hold"/>
                                        <p:tgtEl>
                                          <p:spTgt spid="18"/>
                                        </p:tgtEl>
                                        <p:attrNameLst>
                                          <p:attrName>ppt_w</p:attrName>
                                        </p:attrNameLst>
                                      </p:cBhvr>
                                      <p:tavLst>
                                        <p:tav tm="0">
                                          <p:val>
                                            <p:fltVal val="0"/>
                                          </p:val>
                                        </p:tav>
                                        <p:tav tm="100000">
                                          <p:val>
                                            <p:strVal val="#ppt_w"/>
                                          </p:val>
                                        </p:tav>
                                      </p:tavLst>
                                    </p:anim>
                                    <p:anim calcmode="lin" valueType="num">
                                      <p:cBhvr>
                                        <p:cTn id="81" dur="500" fill="hold"/>
                                        <p:tgtEl>
                                          <p:spTgt spid="18"/>
                                        </p:tgtEl>
                                        <p:attrNameLst>
                                          <p:attrName>ppt_h</p:attrName>
                                        </p:attrNameLst>
                                      </p:cBhvr>
                                      <p:tavLst>
                                        <p:tav tm="0">
                                          <p:val>
                                            <p:fltVal val="0"/>
                                          </p:val>
                                        </p:tav>
                                        <p:tav tm="100000">
                                          <p:val>
                                            <p:strVal val="#ppt_h"/>
                                          </p:val>
                                        </p:tav>
                                      </p:tavLst>
                                    </p:anim>
                                    <p:animEffect transition="in" filter="fade">
                                      <p:cBhvr>
                                        <p:cTn id="82" dur="500"/>
                                        <p:tgtEl>
                                          <p:spTgt spid="18"/>
                                        </p:tgtEl>
                                      </p:cBhvr>
                                    </p:animEffect>
                                  </p:childTnLst>
                                </p:cTn>
                              </p:par>
                            </p:childTnLst>
                          </p:cTn>
                        </p:par>
                      </p:childTnLst>
                    </p:cTn>
                  </p:par>
                  <p:par>
                    <p:cTn id="84" fill="hold">
                      <p:stCondLst>
                        <p:cond delay="indefinite"/>
                      </p:stCondLst>
                      <p:childTnLst>
                        <p:par>
                          <p:cTn id="85" fill="hold">
                            <p:stCondLst>
                              <p:cond delay="0"/>
                            </p:stCondLst>
                            <p:childTnLst>
                              <p:par>
                                <p:cTn id="90" presetID="53" presetClass="entr" presetSubtype="16" fill="hold" nodeType="clickEffect">
                                  <p:stCondLst>
                                    <p:cond delay="0"/>
                                  </p:stCondLst>
                                  <p:childTnLst>
                                    <p:set>
                                      <p:cBhvr>
                                        <p:cTn id="86" dur="1" fill="hold">
                                          <p:stCondLst>
                                            <p:cond delay="0"/>
                                          </p:stCondLst>
                                        </p:cTn>
                                        <p:tgtEl>
                                          <p:spTgt spid="19"/>
                                        </p:tgtEl>
                                        <p:attrNameLst>
                                          <p:attrName>style.visibility</p:attrName>
                                        </p:attrNameLst>
                                      </p:cBhvr>
                                      <p:to>
                                        <p:strVal val="visible"/>
                                      </p:to>
                                    </p:set>
                                    <p:anim calcmode="lin" valueType="num">
                                      <p:cBhvr>
                                        <p:cTn id="87" dur="500" fill="hold"/>
                                        <p:tgtEl>
                                          <p:spTgt spid="19"/>
                                        </p:tgtEl>
                                        <p:attrNameLst>
                                          <p:attrName>ppt_w</p:attrName>
                                        </p:attrNameLst>
                                      </p:cBhvr>
                                      <p:tavLst>
                                        <p:tav tm="0">
                                          <p:val>
                                            <p:fltVal val="0"/>
                                          </p:val>
                                        </p:tav>
                                        <p:tav tm="100000">
                                          <p:val>
                                            <p:strVal val="#ppt_w"/>
                                          </p:val>
                                        </p:tav>
                                      </p:tavLst>
                                    </p:anim>
                                    <p:anim calcmode="lin" valueType="num">
                                      <p:cBhvr>
                                        <p:cTn id="88" dur="500" fill="hold"/>
                                        <p:tgtEl>
                                          <p:spTgt spid="19"/>
                                        </p:tgtEl>
                                        <p:attrNameLst>
                                          <p:attrName>ppt_h</p:attrName>
                                        </p:attrNameLst>
                                      </p:cBhvr>
                                      <p:tavLst>
                                        <p:tav tm="0">
                                          <p:val>
                                            <p:fltVal val="0"/>
                                          </p:val>
                                        </p:tav>
                                        <p:tav tm="100000">
                                          <p:val>
                                            <p:strVal val="#ppt_h"/>
                                          </p:val>
                                        </p:tav>
                                      </p:tavLst>
                                    </p:anim>
                                    <p:animEffect transition="in" filter="fade">
                                      <p:cBhvr>
                                        <p:cTn id="89" dur="500"/>
                                        <p:tgtEl>
                                          <p:spTgt spid="19"/>
                                        </p:tgtEl>
                                      </p:cBhvr>
                                    </p:animEffect>
                                  </p:childTnLst>
                                </p:cTn>
                              </p:par>
                              <p:par>
                                <p:cTn id="95" presetID="53" presetClass="entr" presetSubtype="16" fill="hold" nodeType="withEffect">
                                  <p:stCondLst>
                                    <p:cond delay="0"/>
                                  </p:stCondLst>
                                  <p:childTnLst>
                                    <p:set>
                                      <p:cBhvr>
                                        <p:cTn id="91" dur="1" fill="hold">
                                          <p:stCondLst>
                                            <p:cond delay="0"/>
                                          </p:stCondLst>
                                        </p:cTn>
                                        <p:tgtEl>
                                          <p:spTgt spid="20"/>
                                        </p:tgtEl>
                                        <p:attrNameLst>
                                          <p:attrName>style.visibility</p:attrName>
                                        </p:attrNameLst>
                                      </p:cBhvr>
                                      <p:to>
                                        <p:strVal val="visible"/>
                                      </p:to>
                                    </p:set>
                                    <p:anim calcmode="lin" valueType="num">
                                      <p:cBhvr>
                                        <p:cTn id="92" dur="500" fill="hold"/>
                                        <p:tgtEl>
                                          <p:spTgt spid="20"/>
                                        </p:tgtEl>
                                        <p:attrNameLst>
                                          <p:attrName>ppt_w</p:attrName>
                                        </p:attrNameLst>
                                      </p:cBhvr>
                                      <p:tavLst>
                                        <p:tav tm="0">
                                          <p:val>
                                            <p:fltVal val="0"/>
                                          </p:val>
                                        </p:tav>
                                        <p:tav tm="100000">
                                          <p:val>
                                            <p:strVal val="#ppt_w"/>
                                          </p:val>
                                        </p:tav>
                                      </p:tavLst>
                                    </p:anim>
                                    <p:anim calcmode="lin" valueType="num">
                                      <p:cBhvr>
                                        <p:cTn id="93" dur="500" fill="hold"/>
                                        <p:tgtEl>
                                          <p:spTgt spid="20"/>
                                        </p:tgtEl>
                                        <p:attrNameLst>
                                          <p:attrName>ppt_h</p:attrName>
                                        </p:attrNameLst>
                                      </p:cBhvr>
                                      <p:tavLst>
                                        <p:tav tm="0">
                                          <p:val>
                                            <p:fltVal val="0"/>
                                          </p:val>
                                        </p:tav>
                                        <p:tav tm="100000">
                                          <p:val>
                                            <p:strVal val="#ppt_h"/>
                                          </p:val>
                                        </p:tav>
                                      </p:tavLst>
                                    </p:anim>
                                    <p:animEffect transition="in" filter="fade">
                                      <p:cBhvr>
                                        <p:cTn id="94" dur="500"/>
                                        <p:tgtEl>
                                          <p:spTgt spid="20"/>
                                        </p:tgtEl>
                                      </p:cBhvr>
                                    </p:animEffect>
                                  </p:childTnLst>
                                </p:cTn>
                              </p:par>
                              <p:par>
                                <p:cTn id="100" presetID="53" presetClass="entr" presetSubtype="16" fill="hold" nodeType="withEffect">
                                  <p:stCondLst>
                                    <p:cond delay="0"/>
                                  </p:stCondLst>
                                  <p:childTnLst>
                                    <p:set>
                                      <p:cBhvr>
                                        <p:cTn id="96" dur="1" fill="hold">
                                          <p:stCondLst>
                                            <p:cond delay="0"/>
                                          </p:stCondLst>
                                        </p:cTn>
                                        <p:tgtEl>
                                          <p:spTgt spid="21"/>
                                        </p:tgtEl>
                                        <p:attrNameLst>
                                          <p:attrName>style.visibility</p:attrName>
                                        </p:attrNameLst>
                                      </p:cBhvr>
                                      <p:to>
                                        <p:strVal val="visible"/>
                                      </p:to>
                                    </p:set>
                                    <p:anim calcmode="lin" valueType="num">
                                      <p:cBhvr>
                                        <p:cTn id="97" dur="500" fill="hold"/>
                                        <p:tgtEl>
                                          <p:spTgt spid="21"/>
                                        </p:tgtEl>
                                        <p:attrNameLst>
                                          <p:attrName>ppt_w</p:attrName>
                                        </p:attrNameLst>
                                      </p:cBhvr>
                                      <p:tavLst>
                                        <p:tav tm="0">
                                          <p:val>
                                            <p:fltVal val="0"/>
                                          </p:val>
                                        </p:tav>
                                        <p:tav tm="100000">
                                          <p:val>
                                            <p:strVal val="#ppt_w"/>
                                          </p:val>
                                        </p:tav>
                                      </p:tavLst>
                                    </p:anim>
                                    <p:anim calcmode="lin" valueType="num">
                                      <p:cBhvr>
                                        <p:cTn id="98" dur="500" fill="hold"/>
                                        <p:tgtEl>
                                          <p:spTgt spid="21"/>
                                        </p:tgtEl>
                                        <p:attrNameLst>
                                          <p:attrName>ppt_h</p:attrName>
                                        </p:attrNameLst>
                                      </p:cBhvr>
                                      <p:tavLst>
                                        <p:tav tm="0">
                                          <p:val>
                                            <p:fltVal val="0"/>
                                          </p:val>
                                        </p:tav>
                                        <p:tav tm="100000">
                                          <p:val>
                                            <p:strVal val="#ppt_h"/>
                                          </p:val>
                                        </p:tav>
                                      </p:tavLst>
                                    </p:anim>
                                    <p:animEffect transition="in" filter="fade">
                                      <p:cBhvr>
                                        <p:cTn id="99" dur="500"/>
                                        <p:tgtEl>
                                          <p:spTgt spid="21"/>
                                        </p:tgtEl>
                                      </p:cBhvr>
                                    </p:animEffect>
                                  </p:childTnLst>
                                </p:cTn>
                              </p:par>
                              <p:par>
                                <p:cTn id="105" presetID="53" presetClass="entr" presetSubtype="16" fill="hold" nodeType="withEffect">
                                  <p:stCondLst>
                                    <p:cond delay="0"/>
                                  </p:stCondLst>
                                  <p:childTnLst>
                                    <p:set>
                                      <p:cBhvr>
                                        <p:cTn id="101" dur="1" fill="hold">
                                          <p:stCondLst>
                                            <p:cond delay="0"/>
                                          </p:stCondLst>
                                        </p:cTn>
                                        <p:tgtEl>
                                          <p:spTgt spid="22"/>
                                        </p:tgtEl>
                                        <p:attrNameLst>
                                          <p:attrName>style.visibility</p:attrName>
                                        </p:attrNameLst>
                                      </p:cBhvr>
                                      <p:to>
                                        <p:strVal val="visible"/>
                                      </p:to>
                                    </p:set>
                                    <p:anim calcmode="lin" valueType="num">
                                      <p:cBhvr>
                                        <p:cTn id="102" dur="500" fill="hold"/>
                                        <p:tgtEl>
                                          <p:spTgt spid="22"/>
                                        </p:tgtEl>
                                        <p:attrNameLst>
                                          <p:attrName>ppt_w</p:attrName>
                                        </p:attrNameLst>
                                      </p:cBhvr>
                                      <p:tavLst>
                                        <p:tav tm="0">
                                          <p:val>
                                            <p:fltVal val="0"/>
                                          </p:val>
                                        </p:tav>
                                        <p:tav tm="100000">
                                          <p:val>
                                            <p:strVal val="#ppt_w"/>
                                          </p:val>
                                        </p:tav>
                                      </p:tavLst>
                                    </p:anim>
                                    <p:anim calcmode="lin" valueType="num">
                                      <p:cBhvr>
                                        <p:cTn id="103" dur="500" fill="hold"/>
                                        <p:tgtEl>
                                          <p:spTgt spid="22"/>
                                        </p:tgtEl>
                                        <p:attrNameLst>
                                          <p:attrName>ppt_h</p:attrName>
                                        </p:attrNameLst>
                                      </p:cBhvr>
                                      <p:tavLst>
                                        <p:tav tm="0">
                                          <p:val>
                                            <p:fltVal val="0"/>
                                          </p:val>
                                        </p:tav>
                                        <p:tav tm="100000">
                                          <p:val>
                                            <p:strVal val="#ppt_h"/>
                                          </p:val>
                                        </p:tav>
                                      </p:tavLst>
                                    </p:anim>
                                    <p:animEffect transition="in" filter="fade">
                                      <p:cBhvr>
                                        <p:cTn id="104" dur="500"/>
                                        <p:tgtEl>
                                          <p:spTgt spid="22"/>
                                        </p:tgtEl>
                                      </p:cBhvr>
                                    </p:animEffect>
                                  </p:childTnLst>
                                </p:cTn>
                              </p:par>
                              <p:par>
                                <p:cTn id="110" presetID="53" presetClass="entr" presetSubtype="16" fill="hold" nodeType="withEffect">
                                  <p:stCondLst>
                                    <p:cond delay="0"/>
                                  </p:stCondLst>
                                  <p:childTnLst>
                                    <p:set>
                                      <p:cBhvr>
                                        <p:cTn id="106" dur="1" fill="hold">
                                          <p:stCondLst>
                                            <p:cond delay="0"/>
                                          </p:stCondLst>
                                        </p:cTn>
                                        <p:tgtEl>
                                          <p:spTgt spid="23"/>
                                        </p:tgtEl>
                                        <p:attrNameLst>
                                          <p:attrName>style.visibility</p:attrName>
                                        </p:attrNameLst>
                                      </p:cBhvr>
                                      <p:to>
                                        <p:strVal val="visible"/>
                                      </p:to>
                                    </p:set>
                                    <p:anim calcmode="lin" valueType="num">
                                      <p:cBhvr>
                                        <p:cTn id="107" dur="500" fill="hold"/>
                                        <p:tgtEl>
                                          <p:spTgt spid="23"/>
                                        </p:tgtEl>
                                        <p:attrNameLst>
                                          <p:attrName>ppt_w</p:attrName>
                                        </p:attrNameLst>
                                      </p:cBhvr>
                                      <p:tavLst>
                                        <p:tav tm="0">
                                          <p:val>
                                            <p:fltVal val="0"/>
                                          </p:val>
                                        </p:tav>
                                        <p:tav tm="100000">
                                          <p:val>
                                            <p:strVal val="#ppt_w"/>
                                          </p:val>
                                        </p:tav>
                                      </p:tavLst>
                                    </p:anim>
                                    <p:anim calcmode="lin" valueType="num">
                                      <p:cBhvr>
                                        <p:cTn id="108" dur="500" fill="hold"/>
                                        <p:tgtEl>
                                          <p:spTgt spid="23"/>
                                        </p:tgtEl>
                                        <p:attrNameLst>
                                          <p:attrName>ppt_h</p:attrName>
                                        </p:attrNameLst>
                                      </p:cBhvr>
                                      <p:tavLst>
                                        <p:tav tm="0">
                                          <p:val>
                                            <p:fltVal val="0"/>
                                          </p:val>
                                        </p:tav>
                                        <p:tav tm="100000">
                                          <p:val>
                                            <p:strVal val="#ppt_h"/>
                                          </p:val>
                                        </p:tav>
                                      </p:tavLst>
                                    </p:anim>
                                    <p:animEffect transition="in" filter="fade">
                                      <p:cBhvr>
                                        <p:cTn id="10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7_title" descr="الربط بالقرآن الكريم">    </p:cNvPr>
          <p:cNvPicPr>
            <a:picLocks noChangeAspect="1"/>
          </p:cNvPicPr>
          <p:nvPr/>
        </p:nvPicPr>
        <p:blipFill>
          <a:blip r:embed="rId2"/>
          <a:stretch>
            <a:fillRect/>
          </a:stretch>
        </p:blipFill>
        <p:spPr>
          <a:xfrm>
            <a:off x="3515315" y="109728"/>
            <a:ext cx="5161066" cy="1024128"/>
          </a:xfrm>
          <a:prstGeom prst="rect">
            <a:avLst/>
          </a:prstGeom>
        </p:spPr>
      </p:pic>
      <p:pic>
        <p:nvPicPr>
          <p:cNvPr id="3" name="s17_img_1" descr="قال تعالى: فلينظر الإنسان إلى طعامه">    </p:cNvPr>
          <p:cNvPicPr>
            <a:picLocks noChangeAspect="1"/>
          </p:cNvPicPr>
          <p:nvPr/>
        </p:nvPicPr>
        <p:blipFill>
          <a:blip r:embed="rId3"/>
          <a:stretch>
            <a:fillRect/>
          </a:stretch>
        </p:blipFill>
        <p:spPr>
          <a:xfrm>
            <a:off x="2621128" y="1463040"/>
            <a:ext cx="6949440" cy="1525574"/>
          </a:xfrm>
          <a:prstGeom prst="rect">
            <a:avLst/>
          </a:prstGeom>
        </p:spPr>
      </p:pic>
      <p:sp>
        <p:nvSpPr>
          <p:cNvPr id="4" name="s17_txt_2"/>
          <p:cNvSpPr txBox="1"/>
          <p:nvPr/>
        </p:nvSpPr>
        <p:spPr>
          <a:xfrm>
            <a:off x="4270248" y="1234440"/>
            <a:ext cx="3657600" cy="457200"/>
          </a:xfrm>
          <a:prstGeom prst="rect">
            <a:avLst/>
          </a:prstGeom>
          <a:noFill/>
          <a:ln/>
        </p:spPr>
        <p:txBody>
          <a:bodyPr wrap="square" lIns="762" tIns="762" rIns="762" bIns="762" rtlCol="0" anchor="ctr"/>
          <a:lstStyle/>
          <a:p>
            <a:pPr rtl="1" algn="ctr" indent="0" marL="0">
              <a:lnSpc>
                <a:spcPct val="105000"/>
              </a:lnSpc>
              <a:buNone/>
            </a:pPr>
            <a:r>
              <a:rPr lang="ar-SA" altLang="en-US" sz="2200" b="1" dirty="0">
                <a:solidFill>
                  <a:srgbClr val="2E7D5B"/>
                </a:solidFill>
                <a:latin typeface="Tahoma" pitchFamily="34" charset="0"/>
                <a:ea typeface="Tahoma" pitchFamily="34" charset="-122"/>
                <a:cs typeface="Tahoma" pitchFamily="34" charset="-120"/>
              </a:rPr>
              <a:t>قال تعالى:</a:t>
            </a:r>
            <a:endParaRPr lang="ar-SA" sz="2200" dirty="0"/>
          </a:p>
        </p:txBody>
      </p:sp>
      <p:sp>
        <p:nvSpPr>
          <p:cNvPr id="5" name="s17_txt_3"/>
          <p:cNvSpPr txBox="1"/>
          <p:nvPr/>
        </p:nvSpPr>
        <p:spPr>
          <a:xfrm>
            <a:off x="4727448" y="2714294"/>
            <a:ext cx="2743200" cy="411480"/>
          </a:xfrm>
          <a:prstGeom prst="rect">
            <a:avLst/>
          </a:prstGeom>
          <a:noFill/>
          <a:ln/>
        </p:spPr>
        <p:txBody>
          <a:bodyPr wrap="square" lIns="762" tIns="762" rIns="762" bIns="762" rtlCol="0" anchor="ctr"/>
          <a:lstStyle/>
          <a:p>
            <a:pPr rtl="1" algn="ctr" indent="0" marL="0">
              <a:lnSpc>
                <a:spcPct val="105000"/>
              </a:lnSpc>
              <a:buNone/>
            </a:pPr>
            <a:r>
              <a:rPr lang="ar-SA" altLang="en-US" sz="1900" b="1" dirty="0">
                <a:solidFill>
                  <a:srgbClr val="B08A2E"/>
                </a:solidFill>
                <a:latin typeface="Tahoma" pitchFamily="34" charset="0"/>
                <a:ea typeface="Tahoma" pitchFamily="34" charset="-122"/>
                <a:cs typeface="Tahoma" pitchFamily="34" charset="-120"/>
              </a:rPr>
              <a:t>[عبس: ٢٤]</a:t>
            </a:r>
            <a:endParaRPr lang="ar-SA" sz="1900" dirty="0"/>
          </a:p>
        </p:txBody>
      </p:sp>
      <p:sp>
        <p:nvSpPr>
          <p:cNvPr id="6" name="s17_card_4"/>
          <p:cNvSpPr/>
          <p:nvPr/>
        </p:nvSpPr>
        <p:spPr>
          <a:xfrm>
            <a:off x="2194560" y="3246120"/>
            <a:ext cx="7799832" cy="1143000"/>
          </a:xfrm>
          <a:prstGeom prst="roundRect">
            <a:avLst>
              <a:gd name="adj" fmla="val 22400"/>
            </a:avLst>
          </a:prstGeom>
          <a:solidFill>
            <a:srgbClr val="FFFFFF">
              <a:alpha val="90000"/>
            </a:srgbClr>
          </a:solidFill>
          <a:ln w="38100">
            <a:solidFill>
              <a:srgbClr val="E8CF8C"/>
            </a:solidFill>
            <a:prstDash val="solid"/>
          </a:ln>
          <a:effectLst>
            <a:outerShdw sx="100000" sy="100000" kx="0" ky="0" algn="bl" rotWithShape="0" blurRad="127000" dist="50800" dir="5400000">
              <a:srgbClr val="5B3E8E">
                <a:alpha val="20000"/>
              </a:srgbClr>
            </a:outerShdw>
          </a:effectLst>
        </p:spPr>
      </p:sp>
      <p:sp>
        <p:nvSpPr>
          <p:cNvPr id="7" name="s17_txt_5"/>
          <p:cNvSpPr txBox="1"/>
          <p:nvPr/>
        </p:nvSpPr>
        <p:spPr>
          <a:xfrm>
            <a:off x="2377440" y="3273552"/>
            <a:ext cx="7434072" cy="1097280"/>
          </a:xfrm>
          <a:prstGeom prst="rect">
            <a:avLst/>
          </a:prstGeom>
          <a:noFill/>
          <a:ln/>
        </p:spPr>
        <p:txBody>
          <a:bodyPr wrap="square" lIns="762" tIns="762" rIns="762" bIns="762" rtlCol="0" anchor="ctr"/>
          <a:lstStyle/>
          <a:p>
            <a:pPr rtl="1" algn="ctr" indent="0" marL="0">
              <a:lnSpc>
                <a:spcPct val="105000"/>
              </a:lnSpc>
              <a:buNone/>
            </a:pPr>
            <a:r>
              <a:rPr lang="ar-SA" altLang="en-US" sz="2000" b="1" dirty="0">
                <a:solidFill>
                  <a:srgbClr val="2E7D5B"/>
                </a:solidFill>
                <a:latin typeface="Tahoma" pitchFamily="34" charset="0"/>
                <a:ea typeface="Tahoma" pitchFamily="34" charset="-122"/>
                <a:cs typeface="Tahoma" pitchFamily="34" charset="-120"/>
              </a:rPr>
              <a:t>أتأمّل: </a:t>
            </a:r>
            <a:pPr rtl="1" algn="ctr" indent="0" marL="0">
              <a:lnSpc>
                <a:spcPct val="105000"/>
              </a:lnSpc>
              <a:buNone/>
            </a:pPr>
            <a:r>
              <a:rPr lang="ar-SA" altLang="en-US" sz="2000" dirty="0">
                <a:solidFill>
                  <a:srgbClr val="3B2A5A"/>
                </a:solidFill>
                <a:latin typeface="Tahoma" pitchFamily="34" charset="0"/>
                <a:ea typeface="Tahoma" pitchFamily="34" charset="-122"/>
                <a:cs typeface="Tahoma" pitchFamily="34" charset="-120"/>
              </a:rPr>
              <a:t>يدعونا الله تعالى إلى التفكر في طعامنا: كيف خلقه، وكيف يتحول داخل أجسامنا إلى طاقة ونمو.</a:t>
            </a:r>
            <a:endParaRPr lang="ar-SA" sz="2000" dirty="0"/>
          </a:p>
        </p:txBody>
      </p:sp>
      <p:pic>
        <p:nvPicPr>
          <p:cNvPr id="8" name="s17_img_6" descr="قال تعالى: وكلوا واشربوا ولا تسرفوا إنه لا يحب المسرفين">    </p:cNvPr>
          <p:cNvPicPr>
            <a:picLocks noChangeAspect="1"/>
          </p:cNvPicPr>
          <p:nvPr/>
        </p:nvPicPr>
        <p:blipFill>
          <a:blip r:embed="rId4"/>
          <a:stretch>
            <a:fillRect/>
          </a:stretch>
        </p:blipFill>
        <p:spPr>
          <a:xfrm>
            <a:off x="3078328" y="4343400"/>
            <a:ext cx="6035040" cy="1112844"/>
          </a:xfrm>
          <a:prstGeom prst="rect">
            <a:avLst/>
          </a:prstGeom>
        </p:spPr>
      </p:pic>
      <p:sp>
        <p:nvSpPr>
          <p:cNvPr id="9" name="s17_txt_7"/>
          <p:cNvSpPr txBox="1"/>
          <p:nvPr/>
        </p:nvSpPr>
        <p:spPr>
          <a:xfrm>
            <a:off x="4727448" y="5255076"/>
            <a:ext cx="2743200" cy="384048"/>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B08A2E"/>
                </a:solidFill>
                <a:latin typeface="Tahoma" pitchFamily="34" charset="0"/>
                <a:ea typeface="Tahoma" pitchFamily="34" charset="-122"/>
                <a:cs typeface="Tahoma" pitchFamily="34" charset="-120"/>
              </a:rPr>
              <a:t>[الأعراف: ٣١]</a:t>
            </a:r>
            <a:endParaRPr lang="ar-SA" sz="1800" dirty="0"/>
          </a:p>
        </p:txBody>
      </p:sp>
      <p:sp>
        <p:nvSpPr>
          <p:cNvPr id="10" name="s17_txt_8"/>
          <p:cNvSpPr txBox="1"/>
          <p:nvPr/>
        </p:nvSpPr>
        <p:spPr>
          <a:xfrm>
            <a:off x="2898648" y="5669280"/>
            <a:ext cx="6400800" cy="457200"/>
          </a:xfrm>
          <a:prstGeom prst="roundRect">
            <a:avLst>
              <a:gd name="adj" fmla="val 50000"/>
            </a:avLst>
          </a:prstGeom>
          <a:solidFill>
            <a:srgbClr val="FFFFFF"/>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1800" b="1" dirty="0">
                <a:solidFill>
                  <a:srgbClr val="2E7D5B"/>
                </a:solidFill>
                <a:latin typeface="Tahoma" pitchFamily="34" charset="0"/>
                <a:ea typeface="Tahoma" pitchFamily="34" charset="-122"/>
                <a:cs typeface="Tahoma" pitchFamily="34" charset="-120"/>
              </a:rPr>
              <a:t>الاعتدال في الطعام يحافظ على صحة الجهاز الهضمي</a:t>
            </a:r>
            <a:endParaRPr lang="ar-SA" sz="18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tgtEl>
                                          <p:spTgt spid="6"/>
                                        </p:tgtEl>
                                      </p:cBhvr>
                                    </p:animEffect>
                                  </p:childTnLst>
                                </p:cTn>
                              </p:par>
                              <p:par>
                                <p:cTn id="10" presetID="10"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8" presetID="10"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3"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8_title" descr="الربط بالرياضيات والتقنية">    </p:cNvPr>
          <p:cNvPicPr>
            <a:picLocks noChangeAspect="1"/>
          </p:cNvPicPr>
          <p:nvPr/>
        </p:nvPicPr>
        <p:blipFill>
          <a:blip r:embed="rId2"/>
          <a:stretch>
            <a:fillRect/>
          </a:stretch>
        </p:blipFill>
        <p:spPr>
          <a:xfrm>
            <a:off x="3106000" y="109728"/>
            <a:ext cx="5979695" cy="1024128"/>
          </a:xfrm>
          <a:prstGeom prst="rect">
            <a:avLst/>
          </a:prstGeom>
        </p:spPr>
      </p:pic>
      <p:sp>
        <p:nvSpPr>
          <p:cNvPr id="3" name="s18_card_1"/>
          <p:cNvSpPr/>
          <p:nvPr/>
        </p:nvSpPr>
        <p:spPr>
          <a:xfrm>
            <a:off x="502920" y="1371600"/>
            <a:ext cx="6309360" cy="2240280"/>
          </a:xfrm>
          <a:prstGeom prst="roundRect">
            <a:avLst>
              <a:gd name="adj" fmla="val 11429"/>
            </a:avLst>
          </a:prstGeom>
          <a:solidFill>
            <a:srgbClr val="FFFFFF"/>
          </a:solidFill>
          <a:ln w="38100">
            <a:solidFill>
              <a:srgbClr val="C9B4F3"/>
            </a:solidFill>
            <a:prstDash val="solid"/>
          </a:ln>
          <a:effectLst>
            <a:outerShdw sx="100000" sy="100000" kx="0" ky="0" algn="bl" rotWithShape="0" blurRad="127000" dist="50800" dir="5400000">
              <a:srgbClr val="5B3E8E">
                <a:alpha val="20000"/>
              </a:srgbClr>
            </a:outerShdw>
          </a:effectLst>
        </p:spPr>
      </p:sp>
      <p:sp>
        <p:nvSpPr>
          <p:cNvPr id="4" name="s18_txt_2"/>
          <p:cNvSpPr txBox="1"/>
          <p:nvPr/>
        </p:nvSpPr>
        <p:spPr>
          <a:xfrm>
            <a:off x="685800" y="1417320"/>
            <a:ext cx="5943600" cy="457200"/>
          </a:xfrm>
          <a:prstGeom prst="rect">
            <a:avLst/>
          </a:prstGeom>
          <a:noFill/>
          <a:ln/>
        </p:spPr>
        <p:txBody>
          <a:bodyPr wrap="square" lIns="762" tIns="762" rIns="762" bIns="762" rtlCol="0" anchor="ctr"/>
          <a:lstStyle/>
          <a:p>
            <a:pPr rtl="1" algn="r" indent="0" marL="0">
              <a:lnSpc>
                <a:spcPct val="105000"/>
              </a:lnSpc>
              <a:buNone/>
            </a:pPr>
            <a:r>
              <a:rPr lang="ar-SA" altLang="en-US" sz="2000" b="1" dirty="0">
                <a:solidFill>
                  <a:srgbClr val="7F5CD0"/>
                </a:solidFill>
                <a:latin typeface="Tahoma" pitchFamily="34" charset="0"/>
                <a:ea typeface="Tahoma" pitchFamily="34" charset="-122"/>
                <a:cs typeface="Tahoma" pitchFamily="34" charset="-120"/>
              </a:rPr>
              <a:t>📏 أسجّل قياسات التجربة في جدول</a:t>
            </a:r>
            <a:endParaRPr lang="ar-SA" sz="2000" dirty="0"/>
          </a:p>
        </p:txBody>
      </p:sp>
      <p:graphicFrame>
        <p:nvGraphicFramePr>
          <p:cNvPr id="19" name="s18_table"/>
          <p:cNvGraphicFramePr>
            <a:graphicFrameLocks noGrp="1"/>
          </p:cNvGraphicFramePr>
          <p:nvPr>
            <p:extLst>
              <p:ext uri="{D42A27DB-BD31-4B8C-83A1-F6EECF244321}">
                <p14:modId xmlns:p14="http://schemas.microsoft.com/office/powerpoint/2010/main" val="1579011935"/>
              </p:ext>
            </p:extLst>
          </p:nvPr>
        </p:nvGraphicFramePr>
        <p:xfrm>
          <a:off x="685800" y="1920240"/>
          <a:ext cx="5943600" cy="914400"/>
        </p:xfrm>
        <a:graphic>
          <a:graphicData uri="http://schemas.openxmlformats.org/drawingml/2006/table">
            <a:tbl>
              <a:tblPr/>
              <a:tblGrid>
                <a:gridCol w="1600200"/>
                <a:gridCol w="1600200"/>
                <a:gridCol w="1600200"/>
                <a:gridCol w="1143000"/>
              </a:tblGrid>
              <a:tr h="502920">
                <a:tc>
                  <a:txBody>
                    <a:bodyPr/>
                    <a:lstStyle/>
                    <a:p>
                      <a:pPr rtl="1" algn="ctr" indent="0" marL="0">
                        <a:buNone/>
                      </a:pPr>
                      <a:r>
                        <a:rPr lang="en-US" sz="1600" b="1" dirty="0">
                          <a:solidFill>
                            <a:srgbClr val="FFFFFF"/>
                          </a:solidFill>
                          <a:latin typeface="Tahoma" pitchFamily="34" charset="0"/>
                          <a:ea typeface="Tahoma" pitchFamily="34" charset="-122"/>
                          <a:cs typeface="Tahoma" pitchFamily="34" charset="-120"/>
                        </a:rPr>
                        <a:t>الماء الممتص (مل)</a:t>
                      </a:r>
                      <a:endParaRPr lang="en-US" sz="1600" dirty="0">
                        <a:latin typeface="Tahoma" charset="0"/>
                        <a:ea typeface="Tahoma" charset="0"/>
                        <a:cs typeface="Tahoma" charset="0"/>
                      </a:endParaRPr>
                    </a:p>
                  </a:txBody>
                  <a:tcPr marL="91440" marR="91440" marT="45720" marB="45720" anchor="ctr">
                    <a:lnL w="19050" cap="flat" cmpd="sng" algn="ctr">
                      <a:solidFill>
                        <a:srgbClr val="D7C6F7"/>
                      </a:solidFill>
                      <a:prstDash val="solid"/>
                      <a:round/>
                      <a:headEnd type="none" w="med" len="med"/>
                      <a:tailEnd type="none" w="med" len="med"/>
                    </a:lnL>
                    <a:lnR w="19050" cap="flat" cmpd="sng" algn="ctr">
                      <a:solidFill>
                        <a:srgbClr val="D7C6F7"/>
                      </a:solidFill>
                      <a:prstDash val="solid"/>
                      <a:round/>
                      <a:headEnd type="none" w="med" len="med"/>
                      <a:tailEnd type="none" w="med" len="med"/>
                    </a:lnR>
                    <a:lnT w="19050" cap="flat" cmpd="sng" algn="ctr">
                      <a:solidFill>
                        <a:srgbClr val="D7C6F7"/>
                      </a:solidFill>
                      <a:prstDash val="solid"/>
                      <a:round/>
                      <a:headEnd type="none" w="med" len="med"/>
                      <a:tailEnd type="none" w="med" len="med"/>
                    </a:lnT>
                    <a:lnB w="19050" cap="flat" cmpd="sng" algn="ctr">
                      <a:solidFill>
                        <a:srgbClr val="D7C6F7"/>
                      </a:solidFill>
                      <a:prstDash val="solid"/>
                      <a:round/>
                      <a:headEnd type="none" w="med" len="med"/>
                      <a:tailEnd type="none" w="med" len="med"/>
                    </a:lnB>
                    <a:solidFill>
                      <a:srgbClr val="A98BEA"/>
                    </a:solidFill>
                  </a:tcPr>
                </a:tc>
                <a:tc>
                  <a:txBody>
                    <a:bodyPr/>
                    <a:lstStyle/>
                    <a:p>
                      <a:pPr rtl="1" algn="ctr" indent="0" marL="0">
                        <a:buNone/>
                      </a:pPr>
                      <a:r>
                        <a:rPr lang="en-US" sz="1600" b="1" dirty="0">
                          <a:solidFill>
                            <a:srgbClr val="FFFFFF"/>
                          </a:solidFill>
                          <a:latin typeface="Tahoma" pitchFamily="34" charset="0"/>
                          <a:ea typeface="Tahoma" pitchFamily="34" charset="-122"/>
                          <a:cs typeface="Tahoma" pitchFamily="34" charset="-120"/>
                        </a:rPr>
                        <a:t>الماء المتجمّع (مل)</a:t>
                      </a:r>
                      <a:endParaRPr lang="en-US" sz="1600" dirty="0">
                        <a:latin typeface="Tahoma" charset="0"/>
                        <a:ea typeface="Tahoma" charset="0"/>
                        <a:cs typeface="Tahoma" charset="0"/>
                      </a:endParaRPr>
                    </a:p>
                  </a:txBody>
                  <a:tcPr marL="91440" marR="91440" marT="45720" marB="45720" anchor="ctr">
                    <a:lnL w="19050" cap="flat" cmpd="sng" algn="ctr">
                      <a:solidFill>
                        <a:srgbClr val="D7C6F7"/>
                      </a:solidFill>
                      <a:prstDash val="solid"/>
                      <a:round/>
                      <a:headEnd type="none" w="med" len="med"/>
                      <a:tailEnd type="none" w="med" len="med"/>
                    </a:lnL>
                    <a:lnR w="19050" cap="flat" cmpd="sng" algn="ctr">
                      <a:solidFill>
                        <a:srgbClr val="D7C6F7"/>
                      </a:solidFill>
                      <a:prstDash val="solid"/>
                      <a:round/>
                      <a:headEnd type="none" w="med" len="med"/>
                      <a:tailEnd type="none" w="med" len="med"/>
                    </a:lnR>
                    <a:lnT w="19050" cap="flat" cmpd="sng" algn="ctr">
                      <a:solidFill>
                        <a:srgbClr val="D7C6F7"/>
                      </a:solidFill>
                      <a:prstDash val="solid"/>
                      <a:round/>
                      <a:headEnd type="none" w="med" len="med"/>
                      <a:tailEnd type="none" w="med" len="med"/>
                    </a:lnT>
                    <a:lnB w="19050" cap="flat" cmpd="sng" algn="ctr">
                      <a:solidFill>
                        <a:srgbClr val="D7C6F7"/>
                      </a:solidFill>
                      <a:prstDash val="solid"/>
                      <a:round/>
                      <a:headEnd type="none" w="med" len="med"/>
                      <a:tailEnd type="none" w="med" len="med"/>
                    </a:lnB>
                    <a:solidFill>
                      <a:srgbClr val="A98BEA"/>
                    </a:solidFill>
                  </a:tcPr>
                </a:tc>
                <a:tc>
                  <a:txBody>
                    <a:bodyPr/>
                    <a:lstStyle/>
                    <a:p>
                      <a:pPr rtl="1" algn="ctr" indent="0" marL="0">
                        <a:buNone/>
                      </a:pPr>
                      <a:r>
                        <a:rPr lang="en-US" sz="1600" b="1" dirty="0">
                          <a:solidFill>
                            <a:srgbClr val="FFFFFF"/>
                          </a:solidFill>
                          <a:latin typeface="Tahoma" pitchFamily="34" charset="0"/>
                          <a:ea typeface="Tahoma" pitchFamily="34" charset="-122"/>
                          <a:cs typeface="Tahoma" pitchFamily="34" charset="-120"/>
                        </a:rPr>
                        <a:t>الماء المسكوب (مل)</a:t>
                      </a:r>
                      <a:endParaRPr lang="en-US" sz="1600" dirty="0">
                        <a:latin typeface="Tahoma" charset="0"/>
                        <a:ea typeface="Tahoma" charset="0"/>
                        <a:cs typeface="Tahoma" charset="0"/>
                      </a:endParaRPr>
                    </a:p>
                  </a:txBody>
                  <a:tcPr marL="91440" marR="91440" marT="45720" marB="45720" anchor="ctr">
                    <a:lnL w="19050" cap="flat" cmpd="sng" algn="ctr">
                      <a:solidFill>
                        <a:srgbClr val="D7C6F7"/>
                      </a:solidFill>
                      <a:prstDash val="solid"/>
                      <a:round/>
                      <a:headEnd type="none" w="med" len="med"/>
                      <a:tailEnd type="none" w="med" len="med"/>
                    </a:lnL>
                    <a:lnR w="19050" cap="flat" cmpd="sng" algn="ctr">
                      <a:solidFill>
                        <a:srgbClr val="D7C6F7"/>
                      </a:solidFill>
                      <a:prstDash val="solid"/>
                      <a:round/>
                      <a:headEnd type="none" w="med" len="med"/>
                      <a:tailEnd type="none" w="med" len="med"/>
                    </a:lnR>
                    <a:lnT w="19050" cap="flat" cmpd="sng" algn="ctr">
                      <a:solidFill>
                        <a:srgbClr val="D7C6F7"/>
                      </a:solidFill>
                      <a:prstDash val="solid"/>
                      <a:round/>
                      <a:headEnd type="none" w="med" len="med"/>
                      <a:tailEnd type="none" w="med" len="med"/>
                    </a:lnT>
                    <a:lnB w="19050" cap="flat" cmpd="sng" algn="ctr">
                      <a:solidFill>
                        <a:srgbClr val="D7C6F7"/>
                      </a:solidFill>
                      <a:prstDash val="solid"/>
                      <a:round/>
                      <a:headEnd type="none" w="med" len="med"/>
                      <a:tailEnd type="none" w="med" len="med"/>
                    </a:lnB>
                    <a:solidFill>
                      <a:srgbClr val="A98BEA"/>
                    </a:solidFill>
                  </a:tcPr>
                </a:tc>
                <a:tc>
                  <a:txBody>
                    <a:bodyPr/>
                    <a:lstStyle/>
                    <a:p>
                      <a:pPr rtl="1" algn="ctr" indent="0" marL="0">
                        <a:buNone/>
                      </a:pPr>
                      <a:endParaRPr lang="en-US" sz="1600" dirty="0">
                        <a:latin typeface="Tahoma" charset="0"/>
                        <a:ea typeface="Tahoma" charset="0"/>
                        <a:cs typeface="Tahoma" charset="0"/>
                      </a:endParaRPr>
                    </a:p>
                  </a:txBody>
                  <a:tcPr marL="91440" marR="91440" marT="45720" marB="45720" anchor="ctr">
                    <a:lnL w="19050" cap="flat" cmpd="sng" algn="ctr">
                      <a:solidFill>
                        <a:srgbClr val="D7C6F7"/>
                      </a:solidFill>
                      <a:prstDash val="solid"/>
                      <a:round/>
                      <a:headEnd type="none" w="med" len="med"/>
                      <a:tailEnd type="none" w="med" len="med"/>
                    </a:lnL>
                    <a:lnR w="19050" cap="flat" cmpd="sng" algn="ctr">
                      <a:solidFill>
                        <a:srgbClr val="D7C6F7"/>
                      </a:solidFill>
                      <a:prstDash val="solid"/>
                      <a:round/>
                      <a:headEnd type="none" w="med" len="med"/>
                      <a:tailEnd type="none" w="med" len="med"/>
                    </a:lnR>
                    <a:lnT w="19050" cap="flat" cmpd="sng" algn="ctr">
                      <a:solidFill>
                        <a:srgbClr val="D7C6F7"/>
                      </a:solidFill>
                      <a:prstDash val="solid"/>
                      <a:round/>
                      <a:headEnd type="none" w="med" len="med"/>
                      <a:tailEnd type="none" w="med" len="med"/>
                    </a:lnT>
                    <a:lnB w="19050" cap="flat" cmpd="sng" algn="ctr">
                      <a:solidFill>
                        <a:srgbClr val="D7C6F7"/>
                      </a:solidFill>
                      <a:prstDash val="solid"/>
                      <a:round/>
                      <a:headEnd type="none" w="med" len="med"/>
                      <a:tailEnd type="none" w="med" len="med"/>
                    </a:lnB>
                    <a:solidFill>
                      <a:srgbClr val="A98BEA"/>
                    </a:solidFill>
                  </a:tcPr>
                </a:tc>
              </a:tr>
              <a:tr h="502920">
                <a:tc>
                  <a:txBody>
                    <a:bodyPr/>
                    <a:lstStyle/>
                    <a:p>
                      <a:pPr rtl="1" algn="ctr" indent="0" marL="0">
                        <a:buNone/>
                      </a:pPr>
                      <a:r>
                        <a:rPr lang="en-US" sz="1800" b="1" dirty="0">
                          <a:solidFill>
                            <a:srgbClr val="E85D9A"/>
                          </a:solidFill>
                          <a:latin typeface="Tahoma" pitchFamily="34" charset="0"/>
                          <a:ea typeface="Tahoma" pitchFamily="34" charset="-122"/>
                          <a:cs typeface="Tahoma" pitchFamily="34" charset="-120"/>
                        </a:rPr>
                        <a:t>؟</a:t>
                      </a:r>
                      <a:endParaRPr lang="en-US" sz="1800" dirty="0">
                        <a:latin typeface="Tahoma" charset="0"/>
                        <a:ea typeface="Tahoma" charset="0"/>
                        <a:cs typeface="Tahoma" charset="0"/>
                      </a:endParaRPr>
                    </a:p>
                  </a:txBody>
                  <a:tcPr marL="91440" marR="91440" marT="45720" marB="45720" anchor="ctr">
                    <a:lnL w="19050" cap="flat" cmpd="sng" algn="ctr">
                      <a:solidFill>
                        <a:srgbClr val="D7C6F7"/>
                      </a:solidFill>
                      <a:prstDash val="solid"/>
                      <a:round/>
                      <a:headEnd type="none" w="med" len="med"/>
                      <a:tailEnd type="none" w="med" len="med"/>
                    </a:lnL>
                    <a:lnR w="19050" cap="flat" cmpd="sng" algn="ctr">
                      <a:solidFill>
                        <a:srgbClr val="D7C6F7"/>
                      </a:solidFill>
                      <a:prstDash val="solid"/>
                      <a:round/>
                      <a:headEnd type="none" w="med" len="med"/>
                      <a:tailEnd type="none" w="med" len="med"/>
                    </a:lnR>
                    <a:lnT w="19050" cap="flat" cmpd="sng" algn="ctr">
                      <a:solidFill>
                        <a:srgbClr val="D7C6F7"/>
                      </a:solidFill>
                      <a:prstDash val="solid"/>
                      <a:round/>
                      <a:headEnd type="none" w="med" len="med"/>
                      <a:tailEnd type="none" w="med" len="med"/>
                    </a:lnT>
                    <a:lnB w="19050" cap="flat" cmpd="sng" algn="ctr">
                      <a:solidFill>
                        <a:srgbClr val="D7C6F7"/>
                      </a:solidFill>
                      <a:prstDash val="solid"/>
                      <a:round/>
                      <a:headEnd type="none" w="med" len="med"/>
                      <a:tailEnd type="none" w="med" len="med"/>
                    </a:lnB>
                    <a:solidFill>
                      <a:srgbClr val="FBF8FF"/>
                    </a:solidFill>
                  </a:tcPr>
                </a:tc>
                <a:tc>
                  <a:txBody>
                    <a:bodyPr/>
                    <a:lstStyle/>
                    <a:p>
                      <a:pPr rtl="1" algn="ctr" indent="0" marL="0">
                        <a:buNone/>
                      </a:pPr>
                      <a:r>
                        <a:rPr lang="en-US" sz="1800" dirty="0">
                          <a:solidFill>
                            <a:srgbClr val="3B2A5A"/>
                          </a:solidFill>
                          <a:latin typeface="Tahoma" pitchFamily="34" charset="0"/>
                          <a:ea typeface="Tahoma" pitchFamily="34" charset="-122"/>
                          <a:cs typeface="Tahoma" pitchFamily="34" charset="-120"/>
                        </a:rPr>
                        <a:t>٦٠</a:t>
                      </a:r>
                      <a:endParaRPr lang="en-US" sz="1800" dirty="0">
                        <a:latin typeface="Tahoma" charset="0"/>
                        <a:ea typeface="Tahoma" charset="0"/>
                        <a:cs typeface="Tahoma" charset="0"/>
                      </a:endParaRPr>
                    </a:p>
                  </a:txBody>
                  <a:tcPr marL="91440" marR="91440" marT="45720" marB="45720" anchor="ctr">
                    <a:lnL w="19050" cap="flat" cmpd="sng" algn="ctr">
                      <a:solidFill>
                        <a:srgbClr val="D7C6F7"/>
                      </a:solidFill>
                      <a:prstDash val="solid"/>
                      <a:round/>
                      <a:headEnd type="none" w="med" len="med"/>
                      <a:tailEnd type="none" w="med" len="med"/>
                    </a:lnL>
                    <a:lnR w="19050" cap="flat" cmpd="sng" algn="ctr">
                      <a:solidFill>
                        <a:srgbClr val="D7C6F7"/>
                      </a:solidFill>
                      <a:prstDash val="solid"/>
                      <a:round/>
                      <a:headEnd type="none" w="med" len="med"/>
                      <a:tailEnd type="none" w="med" len="med"/>
                    </a:lnR>
                    <a:lnT w="19050" cap="flat" cmpd="sng" algn="ctr">
                      <a:solidFill>
                        <a:srgbClr val="D7C6F7"/>
                      </a:solidFill>
                      <a:prstDash val="solid"/>
                      <a:round/>
                      <a:headEnd type="none" w="med" len="med"/>
                      <a:tailEnd type="none" w="med" len="med"/>
                    </a:lnT>
                    <a:lnB w="19050" cap="flat" cmpd="sng" algn="ctr">
                      <a:solidFill>
                        <a:srgbClr val="D7C6F7"/>
                      </a:solidFill>
                      <a:prstDash val="solid"/>
                      <a:round/>
                      <a:headEnd type="none" w="med" len="med"/>
                      <a:tailEnd type="none" w="med" len="med"/>
                    </a:lnB>
                    <a:solidFill>
                      <a:srgbClr val="FBF8FF"/>
                    </a:solidFill>
                  </a:tcPr>
                </a:tc>
                <a:tc>
                  <a:txBody>
                    <a:bodyPr/>
                    <a:lstStyle/>
                    <a:p>
                      <a:pPr rtl="1" algn="ctr" indent="0" marL="0">
                        <a:buNone/>
                      </a:pPr>
                      <a:r>
                        <a:rPr lang="en-US" sz="1800" dirty="0">
                          <a:solidFill>
                            <a:srgbClr val="3B2A5A"/>
                          </a:solidFill>
                          <a:latin typeface="Tahoma" pitchFamily="34" charset="0"/>
                          <a:ea typeface="Tahoma" pitchFamily="34" charset="-122"/>
                          <a:cs typeface="Tahoma" pitchFamily="34" charset="-120"/>
                        </a:rPr>
                        <a:t>١٠٠</a:t>
                      </a:r>
                      <a:endParaRPr lang="en-US" sz="1800" dirty="0">
                        <a:latin typeface="Tahoma" charset="0"/>
                        <a:ea typeface="Tahoma" charset="0"/>
                        <a:cs typeface="Tahoma" charset="0"/>
                      </a:endParaRPr>
                    </a:p>
                  </a:txBody>
                  <a:tcPr marL="91440" marR="91440" marT="45720" marB="45720" anchor="ctr">
                    <a:lnL w="19050" cap="flat" cmpd="sng" algn="ctr">
                      <a:solidFill>
                        <a:srgbClr val="D7C6F7"/>
                      </a:solidFill>
                      <a:prstDash val="solid"/>
                      <a:round/>
                      <a:headEnd type="none" w="med" len="med"/>
                      <a:tailEnd type="none" w="med" len="med"/>
                    </a:lnL>
                    <a:lnR w="19050" cap="flat" cmpd="sng" algn="ctr">
                      <a:solidFill>
                        <a:srgbClr val="D7C6F7"/>
                      </a:solidFill>
                      <a:prstDash val="solid"/>
                      <a:round/>
                      <a:headEnd type="none" w="med" len="med"/>
                      <a:tailEnd type="none" w="med" len="med"/>
                    </a:lnR>
                    <a:lnT w="19050" cap="flat" cmpd="sng" algn="ctr">
                      <a:solidFill>
                        <a:srgbClr val="D7C6F7"/>
                      </a:solidFill>
                      <a:prstDash val="solid"/>
                      <a:round/>
                      <a:headEnd type="none" w="med" len="med"/>
                      <a:tailEnd type="none" w="med" len="med"/>
                    </a:lnT>
                    <a:lnB w="19050" cap="flat" cmpd="sng" algn="ctr">
                      <a:solidFill>
                        <a:srgbClr val="D7C6F7"/>
                      </a:solidFill>
                      <a:prstDash val="solid"/>
                      <a:round/>
                      <a:headEnd type="none" w="med" len="med"/>
                      <a:tailEnd type="none" w="med" len="med"/>
                    </a:lnB>
                    <a:solidFill>
                      <a:srgbClr val="FBF8FF"/>
                    </a:solidFill>
                  </a:tcPr>
                </a:tc>
                <a:tc>
                  <a:txBody>
                    <a:bodyPr/>
                    <a:lstStyle/>
                    <a:p>
                      <a:pPr rtl="1" algn="ctr" indent="0" marL="0">
                        <a:buNone/>
                      </a:pPr>
                      <a:r>
                        <a:rPr lang="en-US" sz="1800" b="1" dirty="0">
                          <a:solidFill>
                            <a:srgbClr val="7F5CD0"/>
                          </a:solidFill>
                          <a:latin typeface="Tahoma" pitchFamily="34" charset="0"/>
                          <a:ea typeface="Tahoma" pitchFamily="34" charset="-122"/>
                          <a:cs typeface="Tahoma" pitchFamily="34" charset="-120"/>
                        </a:rPr>
                        <a:t>مثال</a:t>
                      </a:r>
                      <a:endParaRPr lang="en-US" sz="1800" dirty="0">
                        <a:latin typeface="Tahoma" charset="0"/>
                        <a:ea typeface="Tahoma" charset="0"/>
                        <a:cs typeface="Tahoma" charset="0"/>
                      </a:endParaRPr>
                    </a:p>
                  </a:txBody>
                  <a:tcPr marL="91440" marR="91440" marT="45720" marB="45720" anchor="ctr">
                    <a:lnL w="19050" cap="flat" cmpd="sng" algn="ctr">
                      <a:solidFill>
                        <a:srgbClr val="D7C6F7"/>
                      </a:solidFill>
                      <a:prstDash val="solid"/>
                      <a:round/>
                      <a:headEnd type="none" w="med" len="med"/>
                      <a:tailEnd type="none" w="med" len="med"/>
                    </a:lnL>
                    <a:lnR w="19050" cap="flat" cmpd="sng" algn="ctr">
                      <a:solidFill>
                        <a:srgbClr val="D7C6F7"/>
                      </a:solidFill>
                      <a:prstDash val="solid"/>
                      <a:round/>
                      <a:headEnd type="none" w="med" len="med"/>
                      <a:tailEnd type="none" w="med" len="med"/>
                    </a:lnR>
                    <a:lnT w="19050" cap="flat" cmpd="sng" algn="ctr">
                      <a:solidFill>
                        <a:srgbClr val="D7C6F7"/>
                      </a:solidFill>
                      <a:prstDash val="solid"/>
                      <a:round/>
                      <a:headEnd type="none" w="med" len="med"/>
                      <a:tailEnd type="none" w="med" len="med"/>
                    </a:lnT>
                    <a:lnB w="19050" cap="flat" cmpd="sng" algn="ctr">
                      <a:solidFill>
                        <a:srgbClr val="D7C6F7"/>
                      </a:solidFill>
                      <a:prstDash val="solid"/>
                      <a:round/>
                      <a:headEnd type="none" w="med" len="med"/>
                      <a:tailEnd type="none" w="med" len="med"/>
                    </a:lnB>
                    <a:solidFill>
                      <a:srgbClr val="FBF8FF"/>
                    </a:solidFill>
                  </a:tcPr>
                </a:tc>
              </a:tr>
              <a:tr h="502920">
                <a:tc>
                  <a:txBody>
                    <a:bodyPr/>
                    <a:lstStyle/>
                    <a:p>
                      <a:pPr rtl="1" algn="ctr" indent="0" marL="0">
                        <a:buNone/>
                      </a:pPr>
                      <a:r>
                        <a:rPr lang="en-US" sz="1800" dirty="0">
                          <a:solidFill>
                            <a:srgbClr val="3B2A5A"/>
                          </a:solidFill>
                          <a:latin typeface="Tahoma" pitchFamily="34" charset="0"/>
                          <a:ea typeface="Tahoma" pitchFamily="34" charset="-122"/>
                          <a:cs typeface="Tahoma" pitchFamily="34" charset="-120"/>
                        </a:rPr>
                        <a:t>...........</a:t>
                      </a:r>
                      <a:endParaRPr lang="en-US" sz="1800" dirty="0">
                        <a:latin typeface="Tahoma" charset="0"/>
                        <a:ea typeface="Tahoma" charset="0"/>
                        <a:cs typeface="Tahoma" charset="0"/>
                      </a:endParaRPr>
                    </a:p>
                  </a:txBody>
                  <a:tcPr marL="91440" marR="91440" marT="45720" marB="45720" anchor="ctr">
                    <a:lnL w="19050" cap="flat" cmpd="sng" algn="ctr">
                      <a:solidFill>
                        <a:srgbClr val="D7C6F7"/>
                      </a:solidFill>
                      <a:prstDash val="solid"/>
                      <a:round/>
                      <a:headEnd type="none" w="med" len="med"/>
                      <a:tailEnd type="none" w="med" len="med"/>
                    </a:lnL>
                    <a:lnR w="19050" cap="flat" cmpd="sng" algn="ctr">
                      <a:solidFill>
                        <a:srgbClr val="D7C6F7"/>
                      </a:solidFill>
                      <a:prstDash val="solid"/>
                      <a:round/>
                      <a:headEnd type="none" w="med" len="med"/>
                      <a:tailEnd type="none" w="med" len="med"/>
                    </a:lnR>
                    <a:lnT w="19050" cap="flat" cmpd="sng" algn="ctr">
                      <a:solidFill>
                        <a:srgbClr val="D7C6F7"/>
                      </a:solidFill>
                      <a:prstDash val="solid"/>
                      <a:round/>
                      <a:headEnd type="none" w="med" len="med"/>
                      <a:tailEnd type="none" w="med" len="med"/>
                    </a:lnT>
                    <a:lnB w="19050" cap="flat" cmpd="sng" algn="ctr">
                      <a:solidFill>
                        <a:srgbClr val="D7C6F7"/>
                      </a:solidFill>
                      <a:prstDash val="solid"/>
                      <a:round/>
                      <a:headEnd type="none" w="med" len="med"/>
                      <a:tailEnd type="none" w="med" len="med"/>
                    </a:lnB>
                    <a:solidFill>
                      <a:srgbClr val="FBF8FF"/>
                    </a:solidFill>
                  </a:tcPr>
                </a:tc>
                <a:tc>
                  <a:txBody>
                    <a:bodyPr/>
                    <a:lstStyle/>
                    <a:p>
                      <a:pPr rtl="1" algn="ctr" indent="0" marL="0">
                        <a:buNone/>
                      </a:pPr>
                      <a:r>
                        <a:rPr lang="en-US" sz="1800" dirty="0">
                          <a:solidFill>
                            <a:srgbClr val="3B2A5A"/>
                          </a:solidFill>
                          <a:latin typeface="Tahoma" pitchFamily="34" charset="0"/>
                          <a:ea typeface="Tahoma" pitchFamily="34" charset="-122"/>
                          <a:cs typeface="Tahoma" pitchFamily="34" charset="-120"/>
                        </a:rPr>
                        <a:t>...........</a:t>
                      </a:r>
                      <a:endParaRPr lang="en-US" sz="1800" dirty="0">
                        <a:latin typeface="Tahoma" charset="0"/>
                        <a:ea typeface="Tahoma" charset="0"/>
                        <a:cs typeface="Tahoma" charset="0"/>
                      </a:endParaRPr>
                    </a:p>
                  </a:txBody>
                  <a:tcPr marL="91440" marR="91440" marT="45720" marB="45720" anchor="ctr">
                    <a:lnL w="19050" cap="flat" cmpd="sng" algn="ctr">
                      <a:solidFill>
                        <a:srgbClr val="D7C6F7"/>
                      </a:solidFill>
                      <a:prstDash val="solid"/>
                      <a:round/>
                      <a:headEnd type="none" w="med" len="med"/>
                      <a:tailEnd type="none" w="med" len="med"/>
                    </a:lnL>
                    <a:lnR w="19050" cap="flat" cmpd="sng" algn="ctr">
                      <a:solidFill>
                        <a:srgbClr val="D7C6F7"/>
                      </a:solidFill>
                      <a:prstDash val="solid"/>
                      <a:round/>
                      <a:headEnd type="none" w="med" len="med"/>
                      <a:tailEnd type="none" w="med" len="med"/>
                    </a:lnR>
                    <a:lnT w="19050" cap="flat" cmpd="sng" algn="ctr">
                      <a:solidFill>
                        <a:srgbClr val="D7C6F7"/>
                      </a:solidFill>
                      <a:prstDash val="solid"/>
                      <a:round/>
                      <a:headEnd type="none" w="med" len="med"/>
                      <a:tailEnd type="none" w="med" len="med"/>
                    </a:lnT>
                    <a:lnB w="19050" cap="flat" cmpd="sng" algn="ctr">
                      <a:solidFill>
                        <a:srgbClr val="D7C6F7"/>
                      </a:solidFill>
                      <a:prstDash val="solid"/>
                      <a:round/>
                      <a:headEnd type="none" w="med" len="med"/>
                      <a:tailEnd type="none" w="med" len="med"/>
                    </a:lnB>
                    <a:solidFill>
                      <a:srgbClr val="FBF8FF"/>
                    </a:solidFill>
                  </a:tcPr>
                </a:tc>
                <a:tc>
                  <a:txBody>
                    <a:bodyPr/>
                    <a:lstStyle/>
                    <a:p>
                      <a:pPr rtl="1" algn="ctr" indent="0" marL="0">
                        <a:buNone/>
                      </a:pPr>
                      <a:r>
                        <a:rPr lang="en-US" sz="1800" dirty="0">
                          <a:solidFill>
                            <a:srgbClr val="3B2A5A"/>
                          </a:solidFill>
                          <a:latin typeface="Tahoma" pitchFamily="34" charset="0"/>
                          <a:ea typeface="Tahoma" pitchFamily="34" charset="-122"/>
                          <a:cs typeface="Tahoma" pitchFamily="34" charset="-120"/>
                        </a:rPr>
                        <a:t>...........</a:t>
                      </a:r>
                      <a:endParaRPr lang="en-US" sz="1800" dirty="0">
                        <a:latin typeface="Tahoma" charset="0"/>
                        <a:ea typeface="Tahoma" charset="0"/>
                        <a:cs typeface="Tahoma" charset="0"/>
                      </a:endParaRPr>
                    </a:p>
                  </a:txBody>
                  <a:tcPr marL="91440" marR="91440" marT="45720" marB="45720" anchor="ctr">
                    <a:lnL w="19050" cap="flat" cmpd="sng" algn="ctr">
                      <a:solidFill>
                        <a:srgbClr val="D7C6F7"/>
                      </a:solidFill>
                      <a:prstDash val="solid"/>
                      <a:round/>
                      <a:headEnd type="none" w="med" len="med"/>
                      <a:tailEnd type="none" w="med" len="med"/>
                    </a:lnL>
                    <a:lnR w="19050" cap="flat" cmpd="sng" algn="ctr">
                      <a:solidFill>
                        <a:srgbClr val="D7C6F7"/>
                      </a:solidFill>
                      <a:prstDash val="solid"/>
                      <a:round/>
                      <a:headEnd type="none" w="med" len="med"/>
                      <a:tailEnd type="none" w="med" len="med"/>
                    </a:lnR>
                    <a:lnT w="19050" cap="flat" cmpd="sng" algn="ctr">
                      <a:solidFill>
                        <a:srgbClr val="D7C6F7"/>
                      </a:solidFill>
                      <a:prstDash val="solid"/>
                      <a:round/>
                      <a:headEnd type="none" w="med" len="med"/>
                      <a:tailEnd type="none" w="med" len="med"/>
                    </a:lnT>
                    <a:lnB w="19050" cap="flat" cmpd="sng" algn="ctr">
                      <a:solidFill>
                        <a:srgbClr val="D7C6F7"/>
                      </a:solidFill>
                      <a:prstDash val="solid"/>
                      <a:round/>
                      <a:headEnd type="none" w="med" len="med"/>
                      <a:tailEnd type="none" w="med" len="med"/>
                    </a:lnB>
                    <a:solidFill>
                      <a:srgbClr val="FBF8FF"/>
                    </a:solidFill>
                  </a:tcPr>
                </a:tc>
                <a:tc>
                  <a:txBody>
                    <a:bodyPr/>
                    <a:lstStyle/>
                    <a:p>
                      <a:pPr rtl="1" algn="ctr" indent="0" marL="0">
                        <a:buNone/>
                      </a:pPr>
                      <a:r>
                        <a:rPr lang="en-US" sz="1800" b="1" dirty="0">
                          <a:solidFill>
                            <a:srgbClr val="7F5CD0"/>
                          </a:solidFill>
                          <a:latin typeface="Tahoma" pitchFamily="34" charset="0"/>
                          <a:ea typeface="Tahoma" pitchFamily="34" charset="-122"/>
                          <a:cs typeface="Tahoma" pitchFamily="34" charset="-120"/>
                        </a:rPr>
                        <a:t>مجموعتي</a:t>
                      </a:r>
                      <a:endParaRPr lang="en-US" sz="1800" dirty="0">
                        <a:latin typeface="Tahoma" charset="0"/>
                        <a:ea typeface="Tahoma" charset="0"/>
                        <a:cs typeface="Tahoma" charset="0"/>
                      </a:endParaRPr>
                    </a:p>
                  </a:txBody>
                  <a:tcPr marL="91440" marR="91440" marT="45720" marB="45720" anchor="ctr">
                    <a:lnL w="19050" cap="flat" cmpd="sng" algn="ctr">
                      <a:solidFill>
                        <a:srgbClr val="D7C6F7"/>
                      </a:solidFill>
                      <a:prstDash val="solid"/>
                      <a:round/>
                      <a:headEnd type="none" w="med" len="med"/>
                      <a:tailEnd type="none" w="med" len="med"/>
                    </a:lnL>
                    <a:lnR w="19050" cap="flat" cmpd="sng" algn="ctr">
                      <a:solidFill>
                        <a:srgbClr val="D7C6F7"/>
                      </a:solidFill>
                      <a:prstDash val="solid"/>
                      <a:round/>
                      <a:headEnd type="none" w="med" len="med"/>
                      <a:tailEnd type="none" w="med" len="med"/>
                    </a:lnR>
                    <a:lnT w="19050" cap="flat" cmpd="sng" algn="ctr">
                      <a:solidFill>
                        <a:srgbClr val="D7C6F7"/>
                      </a:solidFill>
                      <a:prstDash val="solid"/>
                      <a:round/>
                      <a:headEnd type="none" w="med" len="med"/>
                      <a:tailEnd type="none" w="med" len="med"/>
                    </a:lnT>
                    <a:lnB w="19050" cap="flat" cmpd="sng" algn="ctr">
                      <a:solidFill>
                        <a:srgbClr val="D7C6F7"/>
                      </a:solidFill>
                      <a:prstDash val="solid"/>
                      <a:round/>
                      <a:headEnd type="none" w="med" len="med"/>
                      <a:tailEnd type="none" w="med" len="med"/>
                    </a:lnB>
                    <a:solidFill>
                      <a:srgbClr val="FBF8FF"/>
                    </a:solidFill>
                  </a:tcPr>
                </a:tc>
              </a:tr>
            </a:tbl>
          </a:graphicData>
        </a:graphic>
      </p:graphicFrame>
      <p:sp>
        <p:nvSpPr>
          <p:cNvPr id="6" name="s18_card_3"/>
          <p:cNvSpPr/>
          <p:nvPr/>
        </p:nvSpPr>
        <p:spPr>
          <a:xfrm>
            <a:off x="502920" y="3794760"/>
            <a:ext cx="6309360" cy="868680"/>
          </a:xfrm>
          <a:prstGeom prst="roundRect">
            <a:avLst>
              <a:gd name="adj" fmla="val 29474"/>
            </a:avLst>
          </a:prstGeom>
          <a:solidFill>
            <a:srgbClr val="FFF6CF"/>
          </a:solidFill>
          <a:ln w="38100">
            <a:solidFill>
              <a:srgbClr val="F5B700"/>
            </a:solidFill>
            <a:prstDash val="solid"/>
          </a:ln>
          <a:effectLst>
            <a:outerShdw sx="100000" sy="100000" kx="0" ky="0" algn="bl" rotWithShape="0" blurRad="127000" dist="50800" dir="5400000">
              <a:srgbClr val="5B3E8E">
                <a:alpha val="20000"/>
              </a:srgbClr>
            </a:outerShdw>
          </a:effectLst>
        </p:spPr>
      </p:sp>
      <p:sp>
        <p:nvSpPr>
          <p:cNvPr id="7" name="s18_txt_4"/>
          <p:cNvSpPr txBox="1"/>
          <p:nvPr/>
        </p:nvSpPr>
        <p:spPr>
          <a:xfrm>
            <a:off x="685800" y="3822192"/>
            <a:ext cx="5943600" cy="822960"/>
          </a:xfrm>
          <a:prstGeom prst="rect">
            <a:avLst/>
          </a:prstGeom>
          <a:noFill/>
          <a:ln/>
        </p:spPr>
        <p:txBody>
          <a:bodyPr wrap="square" lIns="762" tIns="762" rIns="762" bIns="762" rtlCol="0" anchor="ctr"/>
          <a:lstStyle/>
          <a:p>
            <a:pPr rtl="1" algn="ctr" indent="0" marL="0">
              <a:lnSpc>
                <a:spcPct val="95000"/>
              </a:lnSpc>
              <a:buNone/>
            </a:pPr>
            <a:r>
              <a:rPr lang="ar-SA" altLang="en-US" sz="1900" b="1" dirty="0">
                <a:solidFill>
                  <a:srgbClr val="3B2A5A"/>
                </a:solidFill>
                <a:latin typeface="Tahoma" pitchFamily="34" charset="0"/>
                <a:ea typeface="Tahoma" pitchFamily="34" charset="-122"/>
                <a:cs typeface="Tahoma" pitchFamily="34" charset="-120"/>
              </a:rPr>
              <a:t>الماء الممتص = المسكوب − المتجمّع</a:t>
            </a:r>
            <a:endParaRPr lang="ar-SA" sz="1900" dirty="0"/>
          </a:p>
          <a:p>
            <a:pPr rtl="1" algn="ctr" indent="0" marL="0">
              <a:lnSpc>
                <a:spcPct val="95000"/>
              </a:lnSpc>
              <a:buNone/>
            </a:pPr>
            <a:r>
              <a:rPr lang="ar-SA" altLang="en-US" sz="1900" b="1" dirty="0">
                <a:solidFill>
                  <a:srgbClr val="E85D9A"/>
                </a:solidFill>
                <a:latin typeface="Tahoma" pitchFamily="34" charset="0"/>
                <a:ea typeface="Tahoma" pitchFamily="34" charset="-122"/>
                <a:cs typeface="Tahoma" pitchFamily="34" charset="-120"/>
              </a:rPr>
              <a:t>مثال: ١٠٠ − ٦٠ = ٤٠ مل</a:t>
            </a:r>
            <a:endParaRPr lang="ar-SA" sz="1900" dirty="0"/>
          </a:p>
        </p:txBody>
      </p:sp>
      <p:sp>
        <p:nvSpPr>
          <p:cNvPr id="8" name="s18_card_5"/>
          <p:cNvSpPr/>
          <p:nvPr/>
        </p:nvSpPr>
        <p:spPr>
          <a:xfrm>
            <a:off x="502920" y="4846320"/>
            <a:ext cx="6309360" cy="1234440"/>
          </a:xfrm>
          <a:prstGeom prst="roundRect">
            <a:avLst>
              <a:gd name="adj" fmla="val 20741"/>
            </a:avLst>
          </a:prstGeom>
          <a:solidFill>
            <a:srgbClr val="E2F4FF"/>
          </a:solidFill>
          <a:ln w="38100">
            <a:solidFill>
              <a:srgbClr val="FFFFFF"/>
            </a:solidFill>
            <a:prstDash val="solid"/>
          </a:ln>
          <a:effectLst>
            <a:outerShdw sx="100000" sy="100000" kx="0" ky="0" algn="bl" rotWithShape="0" blurRad="127000" dist="50800" dir="5400000">
              <a:srgbClr val="5B3E8E">
                <a:alpha val="20000"/>
              </a:srgbClr>
            </a:outerShdw>
          </a:effectLst>
        </p:spPr>
      </p:sp>
      <p:pic>
        <p:nvPicPr>
          <p:cNvPr id="9" name="s18_emo_6" descr="حاسوب">    </p:cNvPr>
          <p:cNvPicPr>
            <a:picLocks noChangeAspect="1"/>
          </p:cNvPicPr>
          <p:nvPr/>
        </p:nvPicPr>
        <p:blipFill>
          <a:blip r:embed="rId3"/>
          <a:stretch>
            <a:fillRect/>
          </a:stretch>
        </p:blipFill>
        <p:spPr>
          <a:xfrm>
            <a:off x="5715000" y="4983480"/>
            <a:ext cx="960120" cy="960120"/>
          </a:xfrm>
          <a:prstGeom prst="rect">
            <a:avLst/>
          </a:prstGeom>
        </p:spPr>
      </p:pic>
      <p:sp>
        <p:nvSpPr>
          <p:cNvPr id="10" name="s18_txt_7"/>
          <p:cNvSpPr txBox="1"/>
          <p:nvPr/>
        </p:nvSpPr>
        <p:spPr>
          <a:xfrm>
            <a:off x="640080" y="4892040"/>
            <a:ext cx="5029200" cy="1143000"/>
          </a:xfrm>
          <a:prstGeom prst="rect">
            <a:avLst/>
          </a:prstGeom>
          <a:noFill/>
          <a:ln/>
        </p:spPr>
        <p:txBody>
          <a:bodyPr wrap="square" lIns="762" tIns="762" rIns="762" bIns="762" rtlCol="0" anchor="ctr"/>
          <a:lstStyle/>
          <a:p>
            <a:pPr rtl="1" algn="r" indent="0" marL="0">
              <a:lnSpc>
                <a:spcPct val="105000"/>
              </a:lnSpc>
              <a:buNone/>
            </a:pPr>
            <a:r>
              <a:rPr lang="ar-SA" altLang="en-US" sz="1800" b="1" dirty="0">
                <a:solidFill>
                  <a:srgbClr val="2F96D0"/>
                </a:solidFill>
                <a:latin typeface="Tahoma" pitchFamily="34" charset="0"/>
                <a:ea typeface="Tahoma" pitchFamily="34" charset="-122"/>
                <a:cs typeface="Tahoma" pitchFamily="34" charset="-120"/>
              </a:rPr>
              <a:t>التقنية: </a:t>
            </a:r>
            <a:pPr rtl="1" algn="r" indent="0" marL="0">
              <a:lnSpc>
                <a:spcPct val="105000"/>
              </a:lnSpc>
              <a:buNone/>
            </a:pPr>
            <a:r>
              <a:rPr lang="ar-SA" altLang="en-US" sz="1800" dirty="0">
                <a:solidFill>
                  <a:srgbClr val="3B2A5A"/>
                </a:solidFill>
                <a:latin typeface="Tahoma" pitchFamily="34" charset="0"/>
                <a:ea typeface="Tahoma" pitchFamily="34" charset="-122"/>
                <a:cs typeface="Tahoma" pitchFamily="34" charset="-120"/>
              </a:rPr>
              <a:t>أشاهد محاكاة رقمية لمسار الغذاء داخل الجسم عبر منصة مدرستي، ثم أرسم المسار بالترتيب.</a:t>
            </a:r>
            <a:endParaRPr lang="ar-SA" sz="1800" dirty="0"/>
          </a:p>
        </p:txBody>
      </p:sp>
      <p:sp>
        <p:nvSpPr>
          <p:cNvPr id="11" name="s18_card_8"/>
          <p:cNvSpPr/>
          <p:nvPr/>
        </p:nvSpPr>
        <p:spPr>
          <a:xfrm>
            <a:off x="7086600" y="1371600"/>
            <a:ext cx="4617720" cy="4709160"/>
          </a:xfrm>
          <a:prstGeom prst="roundRect">
            <a:avLst>
              <a:gd name="adj" fmla="val 5545"/>
            </a:avLst>
          </a:prstGeom>
          <a:solidFill>
            <a:srgbClr val="FFFFFF"/>
          </a:solidFill>
          <a:ln w="38100">
            <a:solidFill>
              <a:srgbClr val="BFE6FB"/>
            </a:solidFill>
            <a:prstDash val="solid"/>
          </a:ln>
          <a:effectLst>
            <a:outerShdw sx="100000" sy="100000" kx="0" ky="0" algn="bl" rotWithShape="0" blurRad="127000" dist="50800" dir="5400000">
              <a:srgbClr val="5B3E8E">
                <a:alpha val="20000"/>
              </a:srgbClr>
            </a:outerShdw>
          </a:effectLst>
        </p:spPr>
      </p:sp>
      <p:graphicFrame>
        <p:nvGraphicFramePr>
          <p:cNvPr id="12" name="s18_chart" descr=""/>
          <p:cNvGraphicFramePr/>
          <p:nvPr/>
        </p:nvGraphicFramePr>
        <p:xfrm>
          <a:off x="7223760" y="1463040"/>
          <a:ext cx="4343400" cy="4526280"/>
        </p:xfrm>
        <a:graphic xmlns:a="http://schemas.openxmlformats.org/drawingml/2006/main">
          <a:graphicData uri="http://schemas.openxmlformats.org/drawingml/2006/chart">
            <c:chart xmlns:c="http://schemas.openxmlformats.org/drawingml/2006/chart" r:id="rId4"/>
          </a:graphicData>
        </a:graphic>
      </p:graphicFrame>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nodeType="clickEffect">
                                  <p:stCondLst>
                                    <p:cond delay="0"/>
                                  </p:stCondLst>
                                  <p:childTnLst>
                                    <p:set>
                                      <p:cBhvr>
                                        <p:cTn id="5" dur="1" fill="hold">
                                          <p:stCondLst>
                                            <p:cond delay="0"/>
                                          </p:stCondLst>
                                        </p:cTn>
                                        <p:tgtEl>
                                          <p:spTgt spid="6"/>
                                        </p:tgtEl>
                                        <p:attrNameLst>
                                          <p:attrName>style.visibility</p:attrName>
                                        </p:attrNameLst>
                                      </p:cBhvr>
                                      <p:to>
                                        <p:strVal val="visible"/>
                                      </p:to>
                                    </p:set>
                                    <p:anim calcmode="lin" valueType="num">
                                      <p:cBhvr>
                                        <p:cTn id="6" dur="500" fill="hold"/>
                                        <p:tgtEl>
                                          <p:spTgt spid="6"/>
                                        </p:tgtEl>
                                        <p:attrNameLst>
                                          <p:attrName>ppt_w</p:attrName>
                                        </p:attrNameLst>
                                      </p:cBhvr>
                                      <p:tavLst>
                                        <p:tav tm="0">
                                          <p:val>
                                            <p:fltVal val="0"/>
                                          </p:val>
                                        </p:tav>
                                        <p:tav tm="100000">
                                          <p:val>
                                            <p:strVal val="#ppt_w"/>
                                          </p:val>
                                        </p:tav>
                                      </p:tavLst>
                                    </p:anim>
                                    <p:anim calcmode="lin" valueType="num">
                                      <p:cBhvr>
                                        <p:cTn id="7" dur="500" fill="hold"/>
                                        <p:tgtEl>
                                          <p:spTgt spid="6"/>
                                        </p:tgtEl>
                                        <p:attrNameLst>
                                          <p:attrName>ppt_h</p:attrName>
                                        </p:attrNameLst>
                                      </p:cBhvr>
                                      <p:tavLst>
                                        <p:tav tm="0">
                                          <p:val>
                                            <p:fltVal val="0"/>
                                          </p:val>
                                        </p:tav>
                                        <p:tav tm="100000">
                                          <p:val>
                                            <p:strVal val="#ppt_h"/>
                                          </p:val>
                                        </p:tav>
                                      </p:tavLst>
                                    </p:anim>
                                    <p:animEffect transition="in" filter="fade">
                                      <p:cBhvr>
                                        <p:cTn id="8" dur="500"/>
                                        <p:tgtEl>
                                          <p:spTgt spid="6"/>
                                        </p:tgtEl>
                                      </p:cBhvr>
                                    </p:animEffect>
                                  </p:childTnLst>
                                </p:cTn>
                              </p:par>
                              <p:par>
                                <p:cTn id="14" presetID="53" presetClass="entr" presetSubtype="16"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9"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4" presetID="10"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7"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30" presetID="10"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19_title" descr="تحدي العالِمات">    </p:cNvPr>
          <p:cNvPicPr>
            <a:picLocks noChangeAspect="1"/>
          </p:cNvPicPr>
          <p:nvPr/>
        </p:nvPicPr>
        <p:blipFill>
          <a:blip r:embed="rId2"/>
          <a:stretch>
            <a:fillRect/>
          </a:stretch>
        </p:blipFill>
        <p:spPr>
          <a:xfrm>
            <a:off x="4064436" y="109728"/>
            <a:ext cx="4062824" cy="1024128"/>
          </a:xfrm>
          <a:prstGeom prst="rect">
            <a:avLst/>
          </a:prstGeom>
        </p:spPr>
      </p:pic>
      <p:sp>
        <p:nvSpPr>
          <p:cNvPr id="3" name="s19_card_1"/>
          <p:cNvSpPr/>
          <p:nvPr/>
        </p:nvSpPr>
        <p:spPr>
          <a:xfrm>
            <a:off x="502920" y="1325880"/>
            <a:ext cx="11201400" cy="777240"/>
          </a:xfrm>
          <a:prstGeom prst="roundRect">
            <a:avLst>
              <a:gd name="adj" fmla="val 32941"/>
            </a:avLst>
          </a:prstGeom>
          <a:solidFill>
            <a:srgbClr val="FFFFFF"/>
          </a:solidFill>
          <a:ln w="38100">
            <a:solidFill>
              <a:srgbClr val="FFC4DA"/>
            </a:solidFill>
            <a:prstDash val="solid"/>
          </a:ln>
          <a:effectLst>
            <a:outerShdw sx="100000" sy="100000" kx="0" ky="0" algn="bl" rotWithShape="0" blurRad="127000" dist="50800" dir="5400000">
              <a:srgbClr val="5B3E8E">
                <a:alpha val="20000"/>
              </a:srgbClr>
            </a:outerShdw>
          </a:effectLst>
        </p:spPr>
      </p:sp>
      <p:pic>
        <p:nvPicPr>
          <p:cNvPr id="4" name="s19_emo_2" descr="ساعة إيقاف">    </p:cNvPr>
          <p:cNvPicPr>
            <a:picLocks noChangeAspect="1"/>
          </p:cNvPicPr>
          <p:nvPr/>
        </p:nvPicPr>
        <p:blipFill>
          <a:blip r:embed="rId3"/>
          <a:stretch>
            <a:fillRect/>
          </a:stretch>
        </p:blipFill>
        <p:spPr>
          <a:xfrm>
            <a:off x="10835640" y="1261872"/>
            <a:ext cx="868680" cy="868680"/>
          </a:xfrm>
          <a:prstGeom prst="rect">
            <a:avLst/>
          </a:prstGeom>
        </p:spPr>
      </p:pic>
      <p:sp>
        <p:nvSpPr>
          <p:cNvPr id="5" name="s19_txt_3"/>
          <p:cNvSpPr txBox="1"/>
          <p:nvPr/>
        </p:nvSpPr>
        <p:spPr>
          <a:xfrm>
            <a:off x="685800" y="1371600"/>
            <a:ext cx="10058400" cy="685800"/>
          </a:xfrm>
          <a:prstGeom prst="rect">
            <a:avLst/>
          </a:prstGeom>
          <a:noFill/>
          <a:ln/>
        </p:spPr>
        <p:txBody>
          <a:bodyPr wrap="square" lIns="762" tIns="762" rIns="762" bIns="762" rtlCol="0" anchor="ctr"/>
          <a:lstStyle/>
          <a:p>
            <a:pPr rtl="1" algn="ctr" indent="0" marL="0">
              <a:lnSpc>
                <a:spcPct val="105000"/>
              </a:lnSpc>
              <a:buNone/>
            </a:pPr>
            <a:r>
              <a:rPr lang="ar-SA" altLang="en-US" sz="2200" b="1" dirty="0">
                <a:solidFill>
                  <a:srgbClr val="E85D9A"/>
                </a:solidFill>
                <a:latin typeface="Tahoma" pitchFamily="34" charset="0"/>
                <a:ea typeface="Tahoma" pitchFamily="34" charset="-122"/>
                <a:cs typeface="Tahoma" pitchFamily="34" charset="-120"/>
              </a:rPr>
              <a:t>تحدٍّ: رتّبي محطات رحلة الغذاء من البداية إلى النهاية خلال دقيقة واحدة!</a:t>
            </a:r>
            <a:endParaRPr lang="ar-SA" sz="2200" dirty="0"/>
          </a:p>
        </p:txBody>
      </p:sp>
      <p:sp>
        <p:nvSpPr>
          <p:cNvPr id="6" name="s19_txt_4"/>
          <p:cNvSpPr txBox="1"/>
          <p:nvPr/>
        </p:nvSpPr>
        <p:spPr>
          <a:xfrm rot="-300000">
            <a:off x="10259568" y="2377440"/>
            <a:ext cx="1463040" cy="777240"/>
          </a:xfrm>
          <a:prstGeom prst="roundRect">
            <a:avLst>
              <a:gd name="adj" fmla="val 23529"/>
            </a:avLst>
          </a:prstGeom>
          <a:solidFill>
            <a:srgbClr val="A98BEA"/>
          </a:solidFill>
          <a:ln/>
          <a:effectLst>
            <a:outerShdw sx="100000" sy="100000" kx="0" ky="0" algn="bl" rotWithShape="0" blurRad="127000" dist="50800" dir="5400000">
              <a:srgbClr val="5B3E8E">
                <a:alpha val="20000"/>
              </a:srgbClr>
            </a:outerShdw>
          </a:effectLst>
        </p:spPr>
        <p:txBody>
          <a:bodyPr wrap="square" lIns="762" tIns="762" rIns="762" bIns="762" rtlCol="0" anchor="ctr"/>
          <a:lstStyle/>
          <a:p>
            <a:pPr rtl="1" algn="ctr" indent="0" marL="0">
              <a:lnSpc>
                <a:spcPct val="105000"/>
              </a:lnSpc>
              <a:buNone/>
            </a:pPr>
            <a:r>
              <a:rPr lang="ar-SA" altLang="en-US" sz="1800" b="1" dirty="0">
                <a:solidFill>
                  <a:srgbClr val="FFFFFF"/>
                </a:solidFill>
                <a:latin typeface="Tahoma" pitchFamily="34" charset="0"/>
                <a:ea typeface="Tahoma" pitchFamily="34" charset="-122"/>
                <a:cs typeface="Tahoma" pitchFamily="34" charset="-120"/>
              </a:rPr>
              <a:t>المعدة</a:t>
            </a:r>
            <a:endParaRPr lang="ar-SA" sz="1800" dirty="0"/>
          </a:p>
        </p:txBody>
      </p:sp>
      <p:sp>
        <p:nvSpPr>
          <p:cNvPr id="7" name="s19_txt_5"/>
          <p:cNvSpPr txBox="1"/>
          <p:nvPr/>
        </p:nvSpPr>
        <p:spPr>
          <a:xfrm rot="240000">
            <a:off x="8641080" y="2606040"/>
            <a:ext cx="1463040" cy="777240"/>
          </a:xfrm>
          <a:prstGeom prst="roundRect">
            <a:avLst>
              <a:gd name="adj" fmla="val 23529"/>
            </a:avLst>
          </a:prstGeom>
          <a:solidFill>
            <a:srgbClr val="E58FD0"/>
          </a:solidFill>
          <a:ln/>
          <a:effectLst>
            <a:outerShdw sx="100000" sy="100000" kx="0" ky="0" algn="bl" rotWithShape="0" blurRad="127000" dist="50800" dir="5400000">
              <a:srgbClr val="5B3E8E">
                <a:alpha val="20000"/>
              </a:srgbClr>
            </a:outerShdw>
          </a:effectLst>
        </p:spPr>
        <p:txBody>
          <a:bodyPr wrap="square" lIns="762" tIns="762" rIns="762" bIns="762" rtlCol="0" anchor="ctr"/>
          <a:lstStyle/>
          <a:p>
            <a:pPr rtl="1" algn="ctr" indent="0" marL="0">
              <a:lnSpc>
                <a:spcPct val="105000"/>
              </a:lnSpc>
              <a:buNone/>
            </a:pPr>
            <a:r>
              <a:rPr lang="ar-SA" altLang="en-US" sz="1800" b="1" dirty="0">
                <a:solidFill>
                  <a:srgbClr val="FFFFFF"/>
                </a:solidFill>
                <a:latin typeface="Tahoma" pitchFamily="34" charset="0"/>
                <a:ea typeface="Tahoma" pitchFamily="34" charset="-122"/>
                <a:cs typeface="Tahoma" pitchFamily="34" charset="-120"/>
              </a:rPr>
              <a:t>الشرج</a:t>
            </a:r>
            <a:endParaRPr lang="ar-SA" sz="1800" dirty="0"/>
          </a:p>
        </p:txBody>
      </p:sp>
      <p:sp>
        <p:nvSpPr>
          <p:cNvPr id="8" name="s19_txt_6"/>
          <p:cNvSpPr txBox="1"/>
          <p:nvPr/>
        </p:nvSpPr>
        <p:spPr>
          <a:xfrm rot="-180000">
            <a:off x="7022592" y="2377440"/>
            <a:ext cx="1463040" cy="777240"/>
          </a:xfrm>
          <a:prstGeom prst="roundRect">
            <a:avLst>
              <a:gd name="adj" fmla="val 23529"/>
            </a:avLst>
          </a:prstGeom>
          <a:solidFill>
            <a:srgbClr val="FF8DB8"/>
          </a:solidFill>
          <a:ln/>
          <a:effectLst>
            <a:outerShdw sx="100000" sy="100000" kx="0" ky="0" algn="bl" rotWithShape="0" blurRad="127000" dist="50800" dir="5400000">
              <a:srgbClr val="5B3E8E">
                <a:alpha val="20000"/>
              </a:srgbClr>
            </a:outerShdw>
          </a:effectLst>
        </p:spPr>
        <p:txBody>
          <a:bodyPr wrap="square" lIns="762" tIns="762" rIns="762" bIns="762" rtlCol="0" anchor="ctr"/>
          <a:lstStyle/>
          <a:p>
            <a:pPr rtl="1" algn="ctr" indent="0" marL="0">
              <a:lnSpc>
                <a:spcPct val="105000"/>
              </a:lnSpc>
              <a:buNone/>
            </a:pPr>
            <a:r>
              <a:rPr lang="ar-SA" altLang="en-US" sz="1800" b="1" dirty="0">
                <a:solidFill>
                  <a:srgbClr val="FFFFFF"/>
                </a:solidFill>
                <a:latin typeface="Tahoma" pitchFamily="34" charset="0"/>
                <a:ea typeface="Tahoma" pitchFamily="34" charset="-122"/>
                <a:cs typeface="Tahoma" pitchFamily="34" charset="-120"/>
              </a:rPr>
              <a:t>الفم</a:t>
            </a:r>
            <a:endParaRPr lang="ar-SA" sz="1800" dirty="0"/>
          </a:p>
        </p:txBody>
      </p:sp>
      <p:sp>
        <p:nvSpPr>
          <p:cNvPr id="9" name="s19_txt_7"/>
          <p:cNvSpPr txBox="1"/>
          <p:nvPr/>
        </p:nvSpPr>
        <p:spPr>
          <a:xfrm rot="300000">
            <a:off x="5404104" y="2606040"/>
            <a:ext cx="1463040" cy="777240"/>
          </a:xfrm>
          <a:prstGeom prst="roundRect">
            <a:avLst>
              <a:gd name="adj" fmla="val 23529"/>
            </a:avLst>
          </a:prstGeom>
          <a:solidFill>
            <a:srgbClr val="5FD6A6"/>
          </a:solidFill>
          <a:ln/>
          <a:effectLst>
            <a:outerShdw sx="100000" sy="100000" kx="0" ky="0" algn="bl" rotWithShape="0" blurRad="127000" dist="50800" dir="5400000">
              <a:srgbClr val="5B3E8E">
                <a:alpha val="20000"/>
              </a:srgbClr>
            </a:outerShdw>
          </a:effectLst>
        </p:spPr>
        <p:txBody>
          <a:bodyPr wrap="square" lIns="762" tIns="762" rIns="762" bIns="762" rtlCol="0" anchor="ctr"/>
          <a:lstStyle/>
          <a:p>
            <a:pPr rtl="1" algn="ctr" indent="0" marL="0">
              <a:lnSpc>
                <a:spcPct val="105000"/>
              </a:lnSpc>
              <a:buNone/>
            </a:pPr>
            <a:r>
              <a:rPr lang="ar-SA" altLang="en-US" sz="1800" b="1" dirty="0">
                <a:solidFill>
                  <a:srgbClr val="FFFFFF"/>
                </a:solidFill>
                <a:latin typeface="Tahoma" pitchFamily="34" charset="0"/>
                <a:ea typeface="Tahoma" pitchFamily="34" charset="-122"/>
                <a:cs typeface="Tahoma" pitchFamily="34" charset="-120"/>
              </a:rPr>
              <a:t>الأمعاء الغليظة</a:t>
            </a:r>
            <a:endParaRPr lang="ar-SA" sz="1800" dirty="0"/>
          </a:p>
        </p:txBody>
      </p:sp>
      <p:sp>
        <p:nvSpPr>
          <p:cNvPr id="10" name="s19_txt_8"/>
          <p:cNvSpPr txBox="1"/>
          <p:nvPr/>
        </p:nvSpPr>
        <p:spPr>
          <a:xfrm rot="-240000">
            <a:off x="3785616" y="2377440"/>
            <a:ext cx="1463040" cy="777240"/>
          </a:xfrm>
          <a:prstGeom prst="roundRect">
            <a:avLst>
              <a:gd name="adj" fmla="val 23529"/>
            </a:avLst>
          </a:prstGeom>
          <a:solidFill>
            <a:srgbClr val="6CC6F2"/>
          </a:solidFill>
          <a:ln/>
          <a:effectLst>
            <a:outerShdw sx="100000" sy="100000" kx="0" ky="0" algn="bl" rotWithShape="0" blurRad="127000" dist="50800" dir="5400000">
              <a:srgbClr val="5B3E8E">
                <a:alpha val="20000"/>
              </a:srgbClr>
            </a:outerShdw>
          </a:effectLst>
        </p:spPr>
        <p:txBody>
          <a:bodyPr wrap="square" lIns="762" tIns="762" rIns="762" bIns="762" rtlCol="0" anchor="ctr"/>
          <a:lstStyle/>
          <a:p>
            <a:pPr rtl="1" algn="ctr" indent="0" marL="0">
              <a:lnSpc>
                <a:spcPct val="105000"/>
              </a:lnSpc>
              <a:buNone/>
            </a:pPr>
            <a:r>
              <a:rPr lang="ar-SA" altLang="en-US" sz="1800" b="1" dirty="0">
                <a:solidFill>
                  <a:srgbClr val="FFFFFF"/>
                </a:solidFill>
                <a:latin typeface="Tahoma" pitchFamily="34" charset="0"/>
                <a:ea typeface="Tahoma" pitchFamily="34" charset="-122"/>
                <a:cs typeface="Tahoma" pitchFamily="34" charset="-120"/>
              </a:rPr>
              <a:t>المريء</a:t>
            </a:r>
            <a:endParaRPr lang="ar-SA" sz="1800" dirty="0"/>
          </a:p>
        </p:txBody>
      </p:sp>
      <p:sp>
        <p:nvSpPr>
          <p:cNvPr id="11" name="s19_txt_9"/>
          <p:cNvSpPr txBox="1"/>
          <p:nvPr/>
        </p:nvSpPr>
        <p:spPr>
          <a:xfrm rot="180000">
            <a:off x="2167128" y="2606040"/>
            <a:ext cx="1463040" cy="777240"/>
          </a:xfrm>
          <a:prstGeom prst="roundRect">
            <a:avLst>
              <a:gd name="adj" fmla="val 23529"/>
            </a:avLst>
          </a:prstGeom>
          <a:solidFill>
            <a:srgbClr val="F5B700"/>
          </a:solidFill>
          <a:ln/>
          <a:effectLst>
            <a:outerShdw sx="100000" sy="100000" kx="0" ky="0" algn="bl" rotWithShape="0" blurRad="127000" dist="50800" dir="5400000">
              <a:srgbClr val="5B3E8E">
                <a:alpha val="20000"/>
              </a:srgbClr>
            </a:outerShdw>
          </a:effectLst>
        </p:spPr>
        <p:txBody>
          <a:bodyPr wrap="square" lIns="762" tIns="762" rIns="762" bIns="762" rtlCol="0" anchor="ctr"/>
          <a:lstStyle/>
          <a:p>
            <a:pPr rtl="1" algn="ctr" indent="0" marL="0">
              <a:lnSpc>
                <a:spcPct val="105000"/>
              </a:lnSpc>
              <a:buNone/>
            </a:pPr>
            <a:r>
              <a:rPr lang="ar-SA" altLang="en-US" sz="1800" b="1" dirty="0">
                <a:solidFill>
                  <a:srgbClr val="FFFFFF"/>
                </a:solidFill>
                <a:latin typeface="Tahoma" pitchFamily="34" charset="0"/>
                <a:ea typeface="Tahoma" pitchFamily="34" charset="-122"/>
                <a:cs typeface="Tahoma" pitchFamily="34" charset="-120"/>
              </a:rPr>
              <a:t>المستقيم</a:t>
            </a:r>
            <a:endParaRPr lang="ar-SA" sz="1800" dirty="0"/>
          </a:p>
        </p:txBody>
      </p:sp>
      <p:sp>
        <p:nvSpPr>
          <p:cNvPr id="12" name="s19_txt_10"/>
          <p:cNvSpPr txBox="1"/>
          <p:nvPr/>
        </p:nvSpPr>
        <p:spPr>
          <a:xfrm rot="-120000">
            <a:off x="548640" y="2377440"/>
            <a:ext cx="1463040" cy="777240"/>
          </a:xfrm>
          <a:prstGeom prst="roundRect">
            <a:avLst>
              <a:gd name="adj" fmla="val 23529"/>
            </a:avLst>
          </a:prstGeom>
          <a:solidFill>
            <a:srgbClr val="FFB067"/>
          </a:solidFill>
          <a:ln/>
          <a:effectLst>
            <a:outerShdw sx="100000" sy="100000" kx="0" ky="0" algn="bl" rotWithShape="0" blurRad="127000" dist="50800" dir="5400000">
              <a:srgbClr val="5B3E8E">
                <a:alpha val="20000"/>
              </a:srgbClr>
            </a:outerShdw>
          </a:effectLst>
        </p:spPr>
        <p:txBody>
          <a:bodyPr wrap="square" lIns="762" tIns="762" rIns="762" bIns="762" rtlCol="0" anchor="ctr"/>
          <a:lstStyle/>
          <a:p>
            <a:pPr rtl="1" algn="ctr" indent="0" marL="0">
              <a:lnSpc>
                <a:spcPct val="105000"/>
              </a:lnSpc>
              <a:buNone/>
            </a:pPr>
            <a:r>
              <a:rPr lang="ar-SA" altLang="en-US" sz="1800" b="1" dirty="0">
                <a:solidFill>
                  <a:srgbClr val="FFFFFF"/>
                </a:solidFill>
                <a:latin typeface="Tahoma" pitchFamily="34" charset="0"/>
                <a:ea typeface="Tahoma" pitchFamily="34" charset="-122"/>
                <a:cs typeface="Tahoma" pitchFamily="34" charset="-120"/>
              </a:rPr>
              <a:t>الأمعاء الدقيقة</a:t>
            </a:r>
            <a:endParaRPr lang="ar-SA" sz="1800" dirty="0"/>
          </a:p>
        </p:txBody>
      </p:sp>
      <p:sp>
        <p:nvSpPr>
          <p:cNvPr id="13" name="s19_card_11"/>
          <p:cNvSpPr/>
          <p:nvPr/>
        </p:nvSpPr>
        <p:spPr>
          <a:xfrm>
            <a:off x="502920" y="3703320"/>
            <a:ext cx="11201400" cy="1920240"/>
          </a:xfrm>
          <a:prstGeom prst="roundRect">
            <a:avLst>
              <a:gd name="adj" fmla="val 13333"/>
            </a:avLst>
          </a:prstGeom>
          <a:solidFill>
            <a:srgbClr val="FFFFFF">
              <a:alpha val="85000"/>
            </a:srgbClr>
          </a:solidFill>
          <a:ln w="25400">
            <a:solidFill>
              <a:srgbClr val="FFFFFF"/>
            </a:solidFill>
            <a:prstDash val="solid"/>
          </a:ln>
          <a:effectLst>
            <a:outerShdw sx="100000" sy="100000" kx="0" ky="0" algn="bl" rotWithShape="0" blurRad="127000" dist="50800" dir="5400000">
              <a:srgbClr val="5B3E8E">
                <a:alpha val="20000"/>
              </a:srgbClr>
            </a:outerShdw>
          </a:effectLst>
        </p:spPr>
      </p:sp>
      <p:sp>
        <p:nvSpPr>
          <p:cNvPr id="14" name="s19_txt_12"/>
          <p:cNvSpPr txBox="1"/>
          <p:nvPr/>
        </p:nvSpPr>
        <p:spPr>
          <a:xfrm>
            <a:off x="10652760" y="3840480"/>
            <a:ext cx="676656" cy="676656"/>
          </a:xfrm>
          <a:prstGeom prst="ellipse">
            <a:avLst/>
          </a:prstGeom>
          <a:solidFill>
            <a:srgbClr val="FF8DB8"/>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2500" b="1" dirty="0">
                <a:solidFill>
                  <a:srgbClr val="FFFFFF"/>
                </a:solidFill>
                <a:latin typeface="Tahoma" pitchFamily="34" charset="0"/>
                <a:ea typeface="Tahoma" pitchFamily="34" charset="-122"/>
                <a:cs typeface="Tahoma" pitchFamily="34" charset="-120"/>
              </a:rPr>
              <a:t>١</a:t>
            </a:r>
            <a:endParaRPr lang="ar-SA" sz="2500" dirty="0"/>
          </a:p>
        </p:txBody>
      </p:sp>
      <p:sp>
        <p:nvSpPr>
          <p:cNvPr id="15" name="s19_txt_13"/>
          <p:cNvSpPr txBox="1"/>
          <p:nvPr/>
        </p:nvSpPr>
        <p:spPr>
          <a:xfrm>
            <a:off x="10259568" y="4572000"/>
            <a:ext cx="1463040" cy="777240"/>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3B2A5A"/>
                </a:solidFill>
                <a:latin typeface="Tahoma" pitchFamily="34" charset="0"/>
                <a:ea typeface="Tahoma" pitchFamily="34" charset="-122"/>
                <a:cs typeface="Tahoma" pitchFamily="34" charset="-120"/>
              </a:rPr>
              <a:t>الفم</a:t>
            </a:r>
            <a:endParaRPr lang="ar-SA" sz="1800" dirty="0"/>
          </a:p>
        </p:txBody>
      </p:sp>
      <p:sp>
        <p:nvSpPr>
          <p:cNvPr id="16" name="s19_arrow_14"/>
          <p:cNvSpPr/>
          <p:nvPr/>
        </p:nvSpPr>
        <p:spPr>
          <a:xfrm>
            <a:off x="10076688" y="4023360"/>
            <a:ext cx="365760" cy="310896"/>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sp>
        <p:nvSpPr>
          <p:cNvPr id="17" name="s19_txt_15"/>
          <p:cNvSpPr txBox="1"/>
          <p:nvPr/>
        </p:nvSpPr>
        <p:spPr>
          <a:xfrm>
            <a:off x="9034272" y="3840480"/>
            <a:ext cx="676656" cy="676656"/>
          </a:xfrm>
          <a:prstGeom prst="ellipse">
            <a:avLst/>
          </a:prstGeom>
          <a:solidFill>
            <a:srgbClr val="6CC6F2"/>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2500" b="1" dirty="0">
                <a:solidFill>
                  <a:srgbClr val="FFFFFF"/>
                </a:solidFill>
                <a:latin typeface="Tahoma" pitchFamily="34" charset="0"/>
                <a:ea typeface="Tahoma" pitchFamily="34" charset="-122"/>
                <a:cs typeface="Tahoma" pitchFamily="34" charset="-120"/>
              </a:rPr>
              <a:t>٢</a:t>
            </a:r>
            <a:endParaRPr lang="ar-SA" sz="2500" dirty="0"/>
          </a:p>
        </p:txBody>
      </p:sp>
      <p:sp>
        <p:nvSpPr>
          <p:cNvPr id="18" name="s19_txt_16"/>
          <p:cNvSpPr txBox="1"/>
          <p:nvPr/>
        </p:nvSpPr>
        <p:spPr>
          <a:xfrm>
            <a:off x="8641080" y="4572000"/>
            <a:ext cx="1463040" cy="777240"/>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3B2A5A"/>
                </a:solidFill>
                <a:latin typeface="Tahoma" pitchFamily="34" charset="0"/>
                <a:ea typeface="Tahoma" pitchFamily="34" charset="-122"/>
                <a:cs typeface="Tahoma" pitchFamily="34" charset="-120"/>
              </a:rPr>
              <a:t>المريء</a:t>
            </a:r>
            <a:endParaRPr lang="ar-SA" sz="1800" dirty="0"/>
          </a:p>
        </p:txBody>
      </p:sp>
      <p:sp>
        <p:nvSpPr>
          <p:cNvPr id="19" name="s19_arrow_17"/>
          <p:cNvSpPr/>
          <p:nvPr/>
        </p:nvSpPr>
        <p:spPr>
          <a:xfrm>
            <a:off x="8458200" y="4023360"/>
            <a:ext cx="365760" cy="310896"/>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sp>
        <p:nvSpPr>
          <p:cNvPr id="20" name="s19_txt_18"/>
          <p:cNvSpPr txBox="1"/>
          <p:nvPr/>
        </p:nvSpPr>
        <p:spPr>
          <a:xfrm>
            <a:off x="7415784" y="3840480"/>
            <a:ext cx="676656" cy="676656"/>
          </a:xfrm>
          <a:prstGeom prst="ellipse">
            <a:avLst/>
          </a:prstGeom>
          <a:solidFill>
            <a:srgbClr val="A98BEA"/>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2500" b="1" dirty="0">
                <a:solidFill>
                  <a:srgbClr val="FFFFFF"/>
                </a:solidFill>
                <a:latin typeface="Tahoma" pitchFamily="34" charset="0"/>
                <a:ea typeface="Tahoma" pitchFamily="34" charset="-122"/>
                <a:cs typeface="Tahoma" pitchFamily="34" charset="-120"/>
              </a:rPr>
              <a:t>٣</a:t>
            </a:r>
            <a:endParaRPr lang="ar-SA" sz="2500" dirty="0"/>
          </a:p>
        </p:txBody>
      </p:sp>
      <p:sp>
        <p:nvSpPr>
          <p:cNvPr id="21" name="s19_txt_19"/>
          <p:cNvSpPr txBox="1"/>
          <p:nvPr/>
        </p:nvSpPr>
        <p:spPr>
          <a:xfrm>
            <a:off x="7022592" y="4572000"/>
            <a:ext cx="1463040" cy="777240"/>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3B2A5A"/>
                </a:solidFill>
                <a:latin typeface="Tahoma" pitchFamily="34" charset="0"/>
                <a:ea typeface="Tahoma" pitchFamily="34" charset="-122"/>
                <a:cs typeface="Tahoma" pitchFamily="34" charset="-120"/>
              </a:rPr>
              <a:t>المعدة</a:t>
            </a:r>
            <a:endParaRPr lang="ar-SA" sz="1800" dirty="0"/>
          </a:p>
        </p:txBody>
      </p:sp>
      <p:sp>
        <p:nvSpPr>
          <p:cNvPr id="22" name="s19_arrow_20"/>
          <p:cNvSpPr/>
          <p:nvPr/>
        </p:nvSpPr>
        <p:spPr>
          <a:xfrm>
            <a:off x="6839712" y="4023360"/>
            <a:ext cx="365760" cy="310896"/>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sp>
        <p:nvSpPr>
          <p:cNvPr id="23" name="s19_txt_21"/>
          <p:cNvSpPr txBox="1"/>
          <p:nvPr/>
        </p:nvSpPr>
        <p:spPr>
          <a:xfrm>
            <a:off x="5797296" y="3840480"/>
            <a:ext cx="676656" cy="676656"/>
          </a:xfrm>
          <a:prstGeom prst="ellipse">
            <a:avLst/>
          </a:prstGeom>
          <a:solidFill>
            <a:srgbClr val="FFB067"/>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2500" b="1" dirty="0">
                <a:solidFill>
                  <a:srgbClr val="FFFFFF"/>
                </a:solidFill>
                <a:latin typeface="Tahoma" pitchFamily="34" charset="0"/>
                <a:ea typeface="Tahoma" pitchFamily="34" charset="-122"/>
                <a:cs typeface="Tahoma" pitchFamily="34" charset="-120"/>
              </a:rPr>
              <a:t>٤</a:t>
            </a:r>
            <a:endParaRPr lang="ar-SA" sz="2500" dirty="0"/>
          </a:p>
        </p:txBody>
      </p:sp>
      <p:sp>
        <p:nvSpPr>
          <p:cNvPr id="24" name="s19_txt_22"/>
          <p:cNvSpPr txBox="1"/>
          <p:nvPr/>
        </p:nvSpPr>
        <p:spPr>
          <a:xfrm>
            <a:off x="5404104" y="4572000"/>
            <a:ext cx="1463040" cy="777240"/>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3B2A5A"/>
                </a:solidFill>
                <a:latin typeface="Tahoma" pitchFamily="34" charset="0"/>
                <a:ea typeface="Tahoma" pitchFamily="34" charset="-122"/>
                <a:cs typeface="Tahoma" pitchFamily="34" charset="-120"/>
              </a:rPr>
              <a:t>الأمعاء الدقيقة</a:t>
            </a:r>
            <a:endParaRPr lang="ar-SA" sz="1800" dirty="0"/>
          </a:p>
        </p:txBody>
      </p:sp>
      <p:sp>
        <p:nvSpPr>
          <p:cNvPr id="25" name="s19_arrow_23"/>
          <p:cNvSpPr/>
          <p:nvPr/>
        </p:nvSpPr>
        <p:spPr>
          <a:xfrm>
            <a:off x="5221224" y="4023360"/>
            <a:ext cx="365760" cy="310896"/>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sp>
        <p:nvSpPr>
          <p:cNvPr id="26" name="s19_txt_24"/>
          <p:cNvSpPr txBox="1"/>
          <p:nvPr/>
        </p:nvSpPr>
        <p:spPr>
          <a:xfrm>
            <a:off x="4178808" y="3840480"/>
            <a:ext cx="676656" cy="676656"/>
          </a:xfrm>
          <a:prstGeom prst="ellipse">
            <a:avLst/>
          </a:prstGeom>
          <a:solidFill>
            <a:srgbClr val="5FD6A6"/>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2500" b="1" dirty="0">
                <a:solidFill>
                  <a:srgbClr val="FFFFFF"/>
                </a:solidFill>
                <a:latin typeface="Tahoma" pitchFamily="34" charset="0"/>
                <a:ea typeface="Tahoma" pitchFamily="34" charset="-122"/>
                <a:cs typeface="Tahoma" pitchFamily="34" charset="-120"/>
              </a:rPr>
              <a:t>٥</a:t>
            </a:r>
            <a:endParaRPr lang="ar-SA" sz="2500" dirty="0"/>
          </a:p>
        </p:txBody>
      </p:sp>
      <p:sp>
        <p:nvSpPr>
          <p:cNvPr id="27" name="s19_txt_25"/>
          <p:cNvSpPr txBox="1"/>
          <p:nvPr/>
        </p:nvSpPr>
        <p:spPr>
          <a:xfrm>
            <a:off x="3785616" y="4572000"/>
            <a:ext cx="1463040" cy="777240"/>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3B2A5A"/>
                </a:solidFill>
                <a:latin typeface="Tahoma" pitchFamily="34" charset="0"/>
                <a:ea typeface="Tahoma" pitchFamily="34" charset="-122"/>
                <a:cs typeface="Tahoma" pitchFamily="34" charset="-120"/>
              </a:rPr>
              <a:t>الأمعاء الغليظة</a:t>
            </a:r>
            <a:endParaRPr lang="ar-SA" sz="1800" dirty="0"/>
          </a:p>
        </p:txBody>
      </p:sp>
      <p:sp>
        <p:nvSpPr>
          <p:cNvPr id="28" name="s19_arrow_26"/>
          <p:cNvSpPr/>
          <p:nvPr/>
        </p:nvSpPr>
        <p:spPr>
          <a:xfrm>
            <a:off x="3602736" y="4023360"/>
            <a:ext cx="365760" cy="310896"/>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sp>
        <p:nvSpPr>
          <p:cNvPr id="29" name="s19_txt_27"/>
          <p:cNvSpPr txBox="1"/>
          <p:nvPr/>
        </p:nvSpPr>
        <p:spPr>
          <a:xfrm>
            <a:off x="2560320" y="3840480"/>
            <a:ext cx="676656" cy="676656"/>
          </a:xfrm>
          <a:prstGeom prst="ellipse">
            <a:avLst/>
          </a:prstGeom>
          <a:solidFill>
            <a:srgbClr val="F5B700"/>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2500" b="1" dirty="0">
                <a:solidFill>
                  <a:srgbClr val="FFFFFF"/>
                </a:solidFill>
                <a:latin typeface="Tahoma" pitchFamily="34" charset="0"/>
                <a:ea typeface="Tahoma" pitchFamily="34" charset="-122"/>
                <a:cs typeface="Tahoma" pitchFamily="34" charset="-120"/>
              </a:rPr>
              <a:t>٦</a:t>
            </a:r>
            <a:endParaRPr lang="ar-SA" sz="2500" dirty="0"/>
          </a:p>
        </p:txBody>
      </p:sp>
      <p:sp>
        <p:nvSpPr>
          <p:cNvPr id="30" name="s19_txt_28"/>
          <p:cNvSpPr txBox="1"/>
          <p:nvPr/>
        </p:nvSpPr>
        <p:spPr>
          <a:xfrm>
            <a:off x="2167128" y="4572000"/>
            <a:ext cx="1463040" cy="777240"/>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3B2A5A"/>
                </a:solidFill>
                <a:latin typeface="Tahoma" pitchFamily="34" charset="0"/>
                <a:ea typeface="Tahoma" pitchFamily="34" charset="-122"/>
                <a:cs typeface="Tahoma" pitchFamily="34" charset="-120"/>
              </a:rPr>
              <a:t>المستقيم</a:t>
            </a:r>
            <a:endParaRPr lang="ar-SA" sz="1800" dirty="0"/>
          </a:p>
        </p:txBody>
      </p:sp>
      <p:sp>
        <p:nvSpPr>
          <p:cNvPr id="31" name="s19_arrow_29"/>
          <p:cNvSpPr/>
          <p:nvPr/>
        </p:nvSpPr>
        <p:spPr>
          <a:xfrm>
            <a:off x="1984248" y="4023360"/>
            <a:ext cx="365760" cy="310896"/>
          </a:xfrm>
          <a:prstGeom prst="leftArrow">
            <a:avLst/>
          </a:prstGeom>
          <a:solidFill>
            <a:srgbClr val="FFB067"/>
          </a:solidFill>
          <a:ln w="25400">
            <a:solidFill>
              <a:srgbClr val="FFFFFF"/>
            </a:solidFill>
            <a:prstDash val="solid"/>
          </a:ln>
          <a:effectLst>
            <a:outerShdw sx="100000" sy="100000" kx="0" ky="0" algn="bl" rotWithShape="0" blurRad="127000" dist="50800" dir="5400000">
              <a:srgbClr val="5B3E8E">
                <a:alpha val="20000"/>
              </a:srgbClr>
            </a:outerShdw>
          </a:effectLst>
        </p:spPr>
      </p:sp>
      <p:sp>
        <p:nvSpPr>
          <p:cNvPr id="32" name="s19_txt_30"/>
          <p:cNvSpPr txBox="1"/>
          <p:nvPr/>
        </p:nvSpPr>
        <p:spPr>
          <a:xfrm>
            <a:off x="941832" y="3840480"/>
            <a:ext cx="676656" cy="676656"/>
          </a:xfrm>
          <a:prstGeom prst="ellipse">
            <a:avLst/>
          </a:prstGeom>
          <a:solidFill>
            <a:srgbClr val="E58FD0"/>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2500" b="1" dirty="0">
                <a:solidFill>
                  <a:srgbClr val="FFFFFF"/>
                </a:solidFill>
                <a:latin typeface="Tahoma" pitchFamily="34" charset="0"/>
                <a:ea typeface="Tahoma" pitchFamily="34" charset="-122"/>
                <a:cs typeface="Tahoma" pitchFamily="34" charset="-120"/>
              </a:rPr>
              <a:t>٧</a:t>
            </a:r>
            <a:endParaRPr lang="ar-SA" sz="2500" dirty="0"/>
          </a:p>
        </p:txBody>
      </p:sp>
      <p:sp>
        <p:nvSpPr>
          <p:cNvPr id="33" name="s19_txt_31"/>
          <p:cNvSpPr txBox="1"/>
          <p:nvPr/>
        </p:nvSpPr>
        <p:spPr>
          <a:xfrm>
            <a:off x="548640" y="4572000"/>
            <a:ext cx="1463040" cy="777240"/>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3B2A5A"/>
                </a:solidFill>
                <a:latin typeface="Tahoma" pitchFamily="34" charset="0"/>
                <a:ea typeface="Tahoma" pitchFamily="34" charset="-122"/>
                <a:cs typeface="Tahoma" pitchFamily="34" charset="-120"/>
              </a:rPr>
              <a:t>الشرج</a:t>
            </a:r>
            <a:endParaRPr lang="ar-SA" sz="1800" dirty="0"/>
          </a:p>
        </p:txBody>
      </p:sp>
      <p:sp>
        <p:nvSpPr>
          <p:cNvPr id="34" name="s19_txt_32"/>
          <p:cNvSpPr txBox="1"/>
          <p:nvPr/>
        </p:nvSpPr>
        <p:spPr>
          <a:xfrm>
            <a:off x="3813048" y="5760720"/>
            <a:ext cx="4572000" cy="502920"/>
          </a:xfrm>
          <a:prstGeom prst="roundRect">
            <a:avLst>
              <a:gd name="adj" fmla="val 50000"/>
            </a:avLst>
          </a:prstGeom>
          <a:solidFill>
            <a:srgbClr val="FFD24D"/>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2000" b="1" dirty="0">
                <a:solidFill>
                  <a:srgbClr val="5A3A00"/>
                </a:solidFill>
                <a:latin typeface="Tahoma" pitchFamily="34" charset="0"/>
                <a:ea typeface="Tahoma" pitchFamily="34" charset="-122"/>
                <a:cs typeface="Tahoma" pitchFamily="34" charset="-120"/>
              </a:rPr>
              <a:t>🏆 أحسنتِ! أنتِ عالمة صغيرة</a:t>
            </a:r>
            <a:endParaRPr lang="ar-SA" sz="2000" dirty="0"/>
          </a:p>
        </p:txBody>
      </p:sp>
    </p:spTree>
  </p:cSld>
  <p:clrMapOvr>
    <a:masterClrMapping/>
  </p:clrMapOvr>
  <p:transition spd="slow">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nodeType="clickEffect">
                                  <p:stCondLst>
                                    <p:cond delay="0"/>
                                  </p:stCondLst>
                                  <p:childTnLst>
                                    <p:set>
                                      <p:cBhvr>
                                        <p:cTn id="5" dur="1" fill="hold">
                                          <p:stCondLst>
                                            <p:cond delay="0"/>
                                          </p:stCondLst>
                                        </p:cTn>
                                        <p:tgtEl>
                                          <p:spTgt spid="13"/>
                                        </p:tgtEl>
                                        <p:attrNameLst>
                                          <p:attrName>style.visibility</p:attrName>
                                        </p:attrNameLst>
                                      </p:cBhvr>
                                      <p:to>
                                        <p:strVal val="visible"/>
                                      </p:to>
                                    </p:set>
                                    <p:animEffect transition="in" filter="fade">
                                      <p:cBhvr>
                                        <p:cTn id="6" dur="500"/>
                                        <p:tgtEl>
                                          <p:spTgt spid="13"/>
                                        </p:tgtEl>
                                      </p:cBhvr>
                                    </p:animEffect>
                                  </p:childTnLst>
                                </p:cTn>
                              </p:par>
                              <p:par>
                                <p:cTn id="12" presetID="53" presetClass="entr" presetSubtype="16" fill="hold" nodeType="withEffect">
                                  <p:stCondLst>
                                    <p:cond delay="300"/>
                                  </p:stCondLst>
                                  <p:childTnLst>
                                    <p:set>
                                      <p:cBhvr>
                                        <p:cTn id="8" dur="1" fill="hold">
                                          <p:stCondLst>
                                            <p:cond delay="0"/>
                                          </p:stCondLst>
                                        </p:cTn>
                                        <p:tgtEl>
                                          <p:spTgt spid="14"/>
                                        </p:tgtEl>
                                        <p:attrNameLst>
                                          <p:attrName>style.visibility</p:attrName>
                                        </p:attrNameLst>
                                      </p:cBhvr>
                                      <p:to>
                                        <p:strVal val="visible"/>
                                      </p:to>
                                    </p:set>
                                    <p:anim calcmode="lin" valueType="num">
                                      <p:cBhvr>
                                        <p:cTn id="9" dur="500" fill="hold"/>
                                        <p:tgtEl>
                                          <p:spTgt spid="14"/>
                                        </p:tgtEl>
                                        <p:attrNameLst>
                                          <p:attrName>ppt_w</p:attrName>
                                        </p:attrNameLst>
                                      </p:cBhvr>
                                      <p:tavLst>
                                        <p:tav tm="0">
                                          <p:val>
                                            <p:fltVal val="0"/>
                                          </p:val>
                                        </p:tav>
                                        <p:tav tm="100000">
                                          <p:val>
                                            <p:strVal val="#ppt_w"/>
                                          </p:val>
                                        </p:tav>
                                      </p:tavLst>
                                    </p:anim>
                                    <p:anim calcmode="lin" valueType="num">
                                      <p:cBhvr>
                                        <p:cTn id="10" dur="500" fill="hold"/>
                                        <p:tgtEl>
                                          <p:spTgt spid="14"/>
                                        </p:tgtEl>
                                        <p:attrNameLst>
                                          <p:attrName>ppt_h</p:attrName>
                                        </p:attrNameLst>
                                      </p:cBhvr>
                                      <p:tavLst>
                                        <p:tav tm="0">
                                          <p:val>
                                            <p:fltVal val="0"/>
                                          </p:val>
                                        </p:tav>
                                        <p:tav tm="100000">
                                          <p:val>
                                            <p:strVal val="#ppt_h"/>
                                          </p:val>
                                        </p:tav>
                                      </p:tavLst>
                                    </p:anim>
                                    <p:animEffect transition="in" filter="fade">
                                      <p:cBhvr>
                                        <p:cTn id="11" dur="500"/>
                                        <p:tgtEl>
                                          <p:spTgt spid="14"/>
                                        </p:tgtEl>
                                      </p:cBhvr>
                                    </p:animEffect>
                                  </p:childTnLst>
                                </p:cTn>
                              </p:par>
                              <p:par>
                                <p:cTn id="15" presetID="10" presetClass="entr" presetSubtype="0" fill="hold" nodeType="withEffect">
                                  <p:stCondLst>
                                    <p:cond delay="30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500"/>
                                        <p:tgtEl>
                                          <p:spTgt spid="15"/>
                                        </p:tgtEl>
                                      </p:cBhvr>
                                    </p:animEffect>
                                  </p:childTnLst>
                                </p:cTn>
                              </p:par>
                              <p:par>
                                <p:cTn id="18" presetID="22" presetClass="entr" presetSubtype="2" fill="hold" nodeType="withEffect">
                                  <p:stCondLst>
                                    <p:cond delay="500"/>
                                  </p:stCondLst>
                                  <p:childTnLst>
                                    <p:set>
                                      <p:cBhvr>
                                        <p:cTn id="16" dur="1" fill="hold">
                                          <p:stCondLst>
                                            <p:cond delay="0"/>
                                          </p:stCondLst>
                                        </p:cTn>
                                        <p:tgtEl>
                                          <p:spTgt spid="16"/>
                                        </p:tgtEl>
                                        <p:attrNameLst>
                                          <p:attrName>style.visibility</p:attrName>
                                        </p:attrNameLst>
                                      </p:cBhvr>
                                      <p:to>
                                        <p:strVal val="visible"/>
                                      </p:to>
                                    </p:set>
                                    <p:animEffect transition="in" filter="wipe(right)">
                                      <p:cBhvr>
                                        <p:cTn id="17" dur="500"/>
                                        <p:tgtEl>
                                          <p:spTgt spid="16"/>
                                        </p:tgtEl>
                                      </p:cBhvr>
                                    </p:animEffect>
                                  </p:childTnLst>
                                </p:cTn>
                              </p:par>
                              <p:par>
                                <p:cTn id="23" presetID="53" presetClass="entr" presetSubtype="16" fill="hold" nodeType="withEffect">
                                  <p:stCondLst>
                                    <p:cond delay="750"/>
                                  </p:stCondLst>
                                  <p:childTnLst>
                                    <p:set>
                                      <p:cBhvr>
                                        <p:cTn id="19" dur="1" fill="hold">
                                          <p:stCondLst>
                                            <p:cond delay="0"/>
                                          </p:stCondLst>
                                        </p:cTn>
                                        <p:tgtEl>
                                          <p:spTgt spid="17"/>
                                        </p:tgtEl>
                                        <p:attrNameLst>
                                          <p:attrName>style.visibility</p:attrName>
                                        </p:attrNameLst>
                                      </p:cBhvr>
                                      <p:to>
                                        <p:strVal val="visible"/>
                                      </p:to>
                                    </p:set>
                                    <p:anim calcmode="lin" valueType="num">
                                      <p:cBhvr>
                                        <p:cTn id="20" dur="500" fill="hold"/>
                                        <p:tgtEl>
                                          <p:spTgt spid="17"/>
                                        </p:tgtEl>
                                        <p:attrNameLst>
                                          <p:attrName>ppt_w</p:attrName>
                                        </p:attrNameLst>
                                      </p:cBhvr>
                                      <p:tavLst>
                                        <p:tav tm="0">
                                          <p:val>
                                            <p:fltVal val="0"/>
                                          </p:val>
                                        </p:tav>
                                        <p:tav tm="100000">
                                          <p:val>
                                            <p:strVal val="#ppt_w"/>
                                          </p:val>
                                        </p:tav>
                                      </p:tavLst>
                                    </p:anim>
                                    <p:anim calcmode="lin" valueType="num">
                                      <p:cBhvr>
                                        <p:cTn id="21" dur="500" fill="hold"/>
                                        <p:tgtEl>
                                          <p:spTgt spid="17"/>
                                        </p:tgtEl>
                                        <p:attrNameLst>
                                          <p:attrName>ppt_h</p:attrName>
                                        </p:attrNameLst>
                                      </p:cBhvr>
                                      <p:tavLst>
                                        <p:tav tm="0">
                                          <p:val>
                                            <p:fltVal val="0"/>
                                          </p:val>
                                        </p:tav>
                                        <p:tav tm="100000">
                                          <p:val>
                                            <p:strVal val="#ppt_h"/>
                                          </p:val>
                                        </p:tav>
                                      </p:tavLst>
                                    </p:anim>
                                    <p:animEffect transition="in" filter="fade">
                                      <p:cBhvr>
                                        <p:cTn id="22" dur="500"/>
                                        <p:tgtEl>
                                          <p:spTgt spid="17"/>
                                        </p:tgtEl>
                                      </p:cBhvr>
                                    </p:animEffect>
                                  </p:childTnLst>
                                </p:cTn>
                              </p:par>
                              <p:par>
                                <p:cTn id="26" presetID="10" presetClass="entr" presetSubtype="0" fill="hold" nodeType="withEffect">
                                  <p:stCondLst>
                                    <p:cond delay="75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9" presetID="22" presetClass="entr" presetSubtype="2" fill="hold" nodeType="withEffect">
                                  <p:stCondLst>
                                    <p:cond delay="950"/>
                                  </p:stCondLst>
                                  <p:childTnLst>
                                    <p:set>
                                      <p:cBhvr>
                                        <p:cTn id="27" dur="1" fill="hold">
                                          <p:stCondLst>
                                            <p:cond delay="0"/>
                                          </p:stCondLst>
                                        </p:cTn>
                                        <p:tgtEl>
                                          <p:spTgt spid="19"/>
                                        </p:tgtEl>
                                        <p:attrNameLst>
                                          <p:attrName>style.visibility</p:attrName>
                                        </p:attrNameLst>
                                      </p:cBhvr>
                                      <p:to>
                                        <p:strVal val="visible"/>
                                      </p:to>
                                    </p:set>
                                    <p:animEffect transition="in" filter="wipe(right)">
                                      <p:cBhvr>
                                        <p:cTn id="28" dur="500"/>
                                        <p:tgtEl>
                                          <p:spTgt spid="19"/>
                                        </p:tgtEl>
                                      </p:cBhvr>
                                    </p:animEffect>
                                  </p:childTnLst>
                                </p:cTn>
                              </p:par>
                              <p:par>
                                <p:cTn id="34" presetID="53" presetClass="entr" presetSubtype="16" fill="hold" nodeType="withEffect">
                                  <p:stCondLst>
                                    <p:cond delay="1200"/>
                                  </p:stCondLst>
                                  <p:childTnLst>
                                    <p:set>
                                      <p:cBhvr>
                                        <p:cTn id="30" dur="1" fill="hold">
                                          <p:stCondLst>
                                            <p:cond delay="0"/>
                                          </p:stCondLst>
                                        </p:cTn>
                                        <p:tgtEl>
                                          <p:spTgt spid="20"/>
                                        </p:tgtEl>
                                        <p:attrNameLst>
                                          <p:attrName>style.visibility</p:attrName>
                                        </p:attrNameLst>
                                      </p:cBhvr>
                                      <p:to>
                                        <p:strVal val="visible"/>
                                      </p:to>
                                    </p:set>
                                    <p:anim calcmode="lin" valueType="num">
                                      <p:cBhvr>
                                        <p:cTn id="31" dur="500" fill="hold"/>
                                        <p:tgtEl>
                                          <p:spTgt spid="20"/>
                                        </p:tgtEl>
                                        <p:attrNameLst>
                                          <p:attrName>ppt_w</p:attrName>
                                        </p:attrNameLst>
                                      </p:cBhvr>
                                      <p:tavLst>
                                        <p:tav tm="0">
                                          <p:val>
                                            <p:fltVal val="0"/>
                                          </p:val>
                                        </p:tav>
                                        <p:tav tm="100000">
                                          <p:val>
                                            <p:strVal val="#ppt_w"/>
                                          </p:val>
                                        </p:tav>
                                      </p:tavLst>
                                    </p:anim>
                                    <p:anim calcmode="lin" valueType="num">
                                      <p:cBhvr>
                                        <p:cTn id="32" dur="500" fill="hold"/>
                                        <p:tgtEl>
                                          <p:spTgt spid="20"/>
                                        </p:tgtEl>
                                        <p:attrNameLst>
                                          <p:attrName>ppt_h</p:attrName>
                                        </p:attrNameLst>
                                      </p:cBhvr>
                                      <p:tavLst>
                                        <p:tav tm="0">
                                          <p:val>
                                            <p:fltVal val="0"/>
                                          </p:val>
                                        </p:tav>
                                        <p:tav tm="100000">
                                          <p:val>
                                            <p:strVal val="#ppt_h"/>
                                          </p:val>
                                        </p:tav>
                                      </p:tavLst>
                                    </p:anim>
                                    <p:animEffect transition="in" filter="fade">
                                      <p:cBhvr>
                                        <p:cTn id="33" dur="500"/>
                                        <p:tgtEl>
                                          <p:spTgt spid="20"/>
                                        </p:tgtEl>
                                      </p:cBhvr>
                                    </p:animEffect>
                                  </p:childTnLst>
                                </p:cTn>
                              </p:par>
                              <p:par>
                                <p:cTn id="37" presetID="10" presetClass="entr" presetSubtype="0" fill="hold" nodeType="withEffect">
                                  <p:stCondLst>
                                    <p:cond delay="120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40" presetID="22" presetClass="entr" presetSubtype="2" fill="hold" nodeType="withEffect">
                                  <p:stCondLst>
                                    <p:cond delay="1400"/>
                                  </p:stCondLst>
                                  <p:childTnLst>
                                    <p:set>
                                      <p:cBhvr>
                                        <p:cTn id="38" dur="1" fill="hold">
                                          <p:stCondLst>
                                            <p:cond delay="0"/>
                                          </p:stCondLst>
                                        </p:cTn>
                                        <p:tgtEl>
                                          <p:spTgt spid="22"/>
                                        </p:tgtEl>
                                        <p:attrNameLst>
                                          <p:attrName>style.visibility</p:attrName>
                                        </p:attrNameLst>
                                      </p:cBhvr>
                                      <p:to>
                                        <p:strVal val="visible"/>
                                      </p:to>
                                    </p:set>
                                    <p:animEffect transition="in" filter="wipe(right)">
                                      <p:cBhvr>
                                        <p:cTn id="39" dur="500"/>
                                        <p:tgtEl>
                                          <p:spTgt spid="22"/>
                                        </p:tgtEl>
                                      </p:cBhvr>
                                    </p:animEffect>
                                  </p:childTnLst>
                                </p:cTn>
                              </p:par>
                              <p:par>
                                <p:cTn id="45" presetID="53" presetClass="entr" presetSubtype="16" fill="hold" nodeType="withEffect">
                                  <p:stCondLst>
                                    <p:cond delay="1650"/>
                                  </p:stCondLst>
                                  <p:childTnLst>
                                    <p:set>
                                      <p:cBhvr>
                                        <p:cTn id="41" dur="1" fill="hold">
                                          <p:stCondLst>
                                            <p:cond delay="0"/>
                                          </p:stCondLst>
                                        </p:cTn>
                                        <p:tgtEl>
                                          <p:spTgt spid="23"/>
                                        </p:tgtEl>
                                        <p:attrNameLst>
                                          <p:attrName>style.visibility</p:attrName>
                                        </p:attrNameLst>
                                      </p:cBhvr>
                                      <p:to>
                                        <p:strVal val="visible"/>
                                      </p:to>
                                    </p:set>
                                    <p:anim calcmode="lin" valueType="num">
                                      <p:cBhvr>
                                        <p:cTn id="42" dur="500" fill="hold"/>
                                        <p:tgtEl>
                                          <p:spTgt spid="23"/>
                                        </p:tgtEl>
                                        <p:attrNameLst>
                                          <p:attrName>ppt_w</p:attrName>
                                        </p:attrNameLst>
                                      </p:cBhvr>
                                      <p:tavLst>
                                        <p:tav tm="0">
                                          <p:val>
                                            <p:fltVal val="0"/>
                                          </p:val>
                                        </p:tav>
                                        <p:tav tm="100000">
                                          <p:val>
                                            <p:strVal val="#ppt_w"/>
                                          </p:val>
                                        </p:tav>
                                      </p:tavLst>
                                    </p:anim>
                                    <p:anim calcmode="lin" valueType="num">
                                      <p:cBhvr>
                                        <p:cTn id="43" dur="500" fill="hold"/>
                                        <p:tgtEl>
                                          <p:spTgt spid="23"/>
                                        </p:tgtEl>
                                        <p:attrNameLst>
                                          <p:attrName>ppt_h</p:attrName>
                                        </p:attrNameLst>
                                      </p:cBhvr>
                                      <p:tavLst>
                                        <p:tav tm="0">
                                          <p:val>
                                            <p:fltVal val="0"/>
                                          </p:val>
                                        </p:tav>
                                        <p:tav tm="100000">
                                          <p:val>
                                            <p:strVal val="#ppt_h"/>
                                          </p:val>
                                        </p:tav>
                                      </p:tavLst>
                                    </p:anim>
                                    <p:animEffect transition="in" filter="fade">
                                      <p:cBhvr>
                                        <p:cTn id="44" dur="500"/>
                                        <p:tgtEl>
                                          <p:spTgt spid="23"/>
                                        </p:tgtEl>
                                      </p:cBhvr>
                                    </p:animEffect>
                                  </p:childTnLst>
                                </p:cTn>
                              </p:par>
                              <p:par>
                                <p:cTn id="48" presetID="10" presetClass="entr" presetSubtype="0" fill="hold" nodeType="withEffect">
                                  <p:stCondLst>
                                    <p:cond delay="165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par>
                                <p:cTn id="51" presetID="22" presetClass="entr" presetSubtype="2" fill="hold" nodeType="withEffect">
                                  <p:stCondLst>
                                    <p:cond delay="1850"/>
                                  </p:stCondLst>
                                  <p:childTnLst>
                                    <p:set>
                                      <p:cBhvr>
                                        <p:cTn id="49" dur="1" fill="hold">
                                          <p:stCondLst>
                                            <p:cond delay="0"/>
                                          </p:stCondLst>
                                        </p:cTn>
                                        <p:tgtEl>
                                          <p:spTgt spid="25"/>
                                        </p:tgtEl>
                                        <p:attrNameLst>
                                          <p:attrName>style.visibility</p:attrName>
                                        </p:attrNameLst>
                                      </p:cBhvr>
                                      <p:to>
                                        <p:strVal val="visible"/>
                                      </p:to>
                                    </p:set>
                                    <p:animEffect transition="in" filter="wipe(right)">
                                      <p:cBhvr>
                                        <p:cTn id="50" dur="500"/>
                                        <p:tgtEl>
                                          <p:spTgt spid="25"/>
                                        </p:tgtEl>
                                      </p:cBhvr>
                                    </p:animEffect>
                                  </p:childTnLst>
                                </p:cTn>
                              </p:par>
                              <p:par>
                                <p:cTn id="56" presetID="53" presetClass="entr" presetSubtype="16" fill="hold" nodeType="withEffect">
                                  <p:stCondLst>
                                    <p:cond delay="2100"/>
                                  </p:stCondLst>
                                  <p:childTnLst>
                                    <p:set>
                                      <p:cBhvr>
                                        <p:cTn id="52" dur="1" fill="hold">
                                          <p:stCondLst>
                                            <p:cond delay="0"/>
                                          </p:stCondLst>
                                        </p:cTn>
                                        <p:tgtEl>
                                          <p:spTgt spid="26"/>
                                        </p:tgtEl>
                                        <p:attrNameLst>
                                          <p:attrName>style.visibility</p:attrName>
                                        </p:attrNameLst>
                                      </p:cBhvr>
                                      <p:to>
                                        <p:strVal val="visible"/>
                                      </p:to>
                                    </p:set>
                                    <p:anim calcmode="lin" valueType="num">
                                      <p:cBhvr>
                                        <p:cTn id="53" dur="500" fill="hold"/>
                                        <p:tgtEl>
                                          <p:spTgt spid="26"/>
                                        </p:tgtEl>
                                        <p:attrNameLst>
                                          <p:attrName>ppt_w</p:attrName>
                                        </p:attrNameLst>
                                      </p:cBhvr>
                                      <p:tavLst>
                                        <p:tav tm="0">
                                          <p:val>
                                            <p:fltVal val="0"/>
                                          </p:val>
                                        </p:tav>
                                        <p:tav tm="100000">
                                          <p:val>
                                            <p:strVal val="#ppt_w"/>
                                          </p:val>
                                        </p:tav>
                                      </p:tavLst>
                                    </p:anim>
                                    <p:anim calcmode="lin" valueType="num">
                                      <p:cBhvr>
                                        <p:cTn id="54" dur="500" fill="hold"/>
                                        <p:tgtEl>
                                          <p:spTgt spid="26"/>
                                        </p:tgtEl>
                                        <p:attrNameLst>
                                          <p:attrName>ppt_h</p:attrName>
                                        </p:attrNameLst>
                                      </p:cBhvr>
                                      <p:tavLst>
                                        <p:tav tm="0">
                                          <p:val>
                                            <p:fltVal val="0"/>
                                          </p:val>
                                        </p:tav>
                                        <p:tav tm="100000">
                                          <p:val>
                                            <p:strVal val="#ppt_h"/>
                                          </p:val>
                                        </p:tav>
                                      </p:tavLst>
                                    </p:anim>
                                    <p:animEffect transition="in" filter="fade">
                                      <p:cBhvr>
                                        <p:cTn id="55" dur="500"/>
                                        <p:tgtEl>
                                          <p:spTgt spid="26"/>
                                        </p:tgtEl>
                                      </p:cBhvr>
                                    </p:animEffect>
                                  </p:childTnLst>
                                </p:cTn>
                              </p:par>
                              <p:par>
                                <p:cTn id="59" presetID="10" presetClass="entr" presetSubtype="0" fill="hold" nodeType="withEffect">
                                  <p:stCondLst>
                                    <p:cond delay="210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500"/>
                                        <p:tgtEl>
                                          <p:spTgt spid="27"/>
                                        </p:tgtEl>
                                      </p:cBhvr>
                                    </p:animEffect>
                                  </p:childTnLst>
                                </p:cTn>
                              </p:par>
                              <p:par>
                                <p:cTn id="62" presetID="22" presetClass="entr" presetSubtype="2" fill="hold" nodeType="withEffect">
                                  <p:stCondLst>
                                    <p:cond delay="2300"/>
                                  </p:stCondLst>
                                  <p:childTnLst>
                                    <p:set>
                                      <p:cBhvr>
                                        <p:cTn id="60" dur="1" fill="hold">
                                          <p:stCondLst>
                                            <p:cond delay="0"/>
                                          </p:stCondLst>
                                        </p:cTn>
                                        <p:tgtEl>
                                          <p:spTgt spid="28"/>
                                        </p:tgtEl>
                                        <p:attrNameLst>
                                          <p:attrName>style.visibility</p:attrName>
                                        </p:attrNameLst>
                                      </p:cBhvr>
                                      <p:to>
                                        <p:strVal val="visible"/>
                                      </p:to>
                                    </p:set>
                                    <p:animEffect transition="in" filter="wipe(right)">
                                      <p:cBhvr>
                                        <p:cTn id="61" dur="500"/>
                                        <p:tgtEl>
                                          <p:spTgt spid="28"/>
                                        </p:tgtEl>
                                      </p:cBhvr>
                                    </p:animEffect>
                                  </p:childTnLst>
                                </p:cTn>
                              </p:par>
                              <p:par>
                                <p:cTn id="67" presetID="53" presetClass="entr" presetSubtype="16" fill="hold" nodeType="withEffect">
                                  <p:stCondLst>
                                    <p:cond delay="2550"/>
                                  </p:stCondLst>
                                  <p:childTnLst>
                                    <p:set>
                                      <p:cBhvr>
                                        <p:cTn id="63" dur="1" fill="hold">
                                          <p:stCondLst>
                                            <p:cond delay="0"/>
                                          </p:stCondLst>
                                        </p:cTn>
                                        <p:tgtEl>
                                          <p:spTgt spid="29"/>
                                        </p:tgtEl>
                                        <p:attrNameLst>
                                          <p:attrName>style.visibility</p:attrName>
                                        </p:attrNameLst>
                                      </p:cBhvr>
                                      <p:to>
                                        <p:strVal val="visible"/>
                                      </p:to>
                                    </p:set>
                                    <p:anim calcmode="lin" valueType="num">
                                      <p:cBhvr>
                                        <p:cTn id="64" dur="500" fill="hold"/>
                                        <p:tgtEl>
                                          <p:spTgt spid="29"/>
                                        </p:tgtEl>
                                        <p:attrNameLst>
                                          <p:attrName>ppt_w</p:attrName>
                                        </p:attrNameLst>
                                      </p:cBhvr>
                                      <p:tavLst>
                                        <p:tav tm="0">
                                          <p:val>
                                            <p:fltVal val="0"/>
                                          </p:val>
                                        </p:tav>
                                        <p:tav tm="100000">
                                          <p:val>
                                            <p:strVal val="#ppt_w"/>
                                          </p:val>
                                        </p:tav>
                                      </p:tavLst>
                                    </p:anim>
                                    <p:anim calcmode="lin" valueType="num">
                                      <p:cBhvr>
                                        <p:cTn id="65" dur="500" fill="hold"/>
                                        <p:tgtEl>
                                          <p:spTgt spid="29"/>
                                        </p:tgtEl>
                                        <p:attrNameLst>
                                          <p:attrName>ppt_h</p:attrName>
                                        </p:attrNameLst>
                                      </p:cBhvr>
                                      <p:tavLst>
                                        <p:tav tm="0">
                                          <p:val>
                                            <p:fltVal val="0"/>
                                          </p:val>
                                        </p:tav>
                                        <p:tav tm="100000">
                                          <p:val>
                                            <p:strVal val="#ppt_h"/>
                                          </p:val>
                                        </p:tav>
                                      </p:tavLst>
                                    </p:anim>
                                    <p:animEffect transition="in" filter="fade">
                                      <p:cBhvr>
                                        <p:cTn id="66" dur="500"/>
                                        <p:tgtEl>
                                          <p:spTgt spid="29"/>
                                        </p:tgtEl>
                                      </p:cBhvr>
                                    </p:animEffect>
                                  </p:childTnLst>
                                </p:cTn>
                              </p:par>
                              <p:par>
                                <p:cTn id="70" presetID="10" presetClass="entr" presetSubtype="0" fill="hold" nodeType="withEffect">
                                  <p:stCondLst>
                                    <p:cond delay="255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500"/>
                                        <p:tgtEl>
                                          <p:spTgt spid="30"/>
                                        </p:tgtEl>
                                      </p:cBhvr>
                                    </p:animEffect>
                                  </p:childTnLst>
                                </p:cTn>
                              </p:par>
                              <p:par>
                                <p:cTn id="73" presetID="22" presetClass="entr" presetSubtype="2" fill="hold" nodeType="withEffect">
                                  <p:stCondLst>
                                    <p:cond delay="2750"/>
                                  </p:stCondLst>
                                  <p:childTnLst>
                                    <p:set>
                                      <p:cBhvr>
                                        <p:cTn id="71" dur="1" fill="hold">
                                          <p:stCondLst>
                                            <p:cond delay="0"/>
                                          </p:stCondLst>
                                        </p:cTn>
                                        <p:tgtEl>
                                          <p:spTgt spid="31"/>
                                        </p:tgtEl>
                                        <p:attrNameLst>
                                          <p:attrName>style.visibility</p:attrName>
                                        </p:attrNameLst>
                                      </p:cBhvr>
                                      <p:to>
                                        <p:strVal val="visible"/>
                                      </p:to>
                                    </p:set>
                                    <p:animEffect transition="in" filter="wipe(right)">
                                      <p:cBhvr>
                                        <p:cTn id="72" dur="500"/>
                                        <p:tgtEl>
                                          <p:spTgt spid="31"/>
                                        </p:tgtEl>
                                      </p:cBhvr>
                                    </p:animEffect>
                                  </p:childTnLst>
                                </p:cTn>
                              </p:par>
                              <p:par>
                                <p:cTn id="78" presetID="53" presetClass="entr" presetSubtype="16" fill="hold" nodeType="withEffect">
                                  <p:stCondLst>
                                    <p:cond delay="3000"/>
                                  </p:stCondLst>
                                  <p:childTnLst>
                                    <p:set>
                                      <p:cBhvr>
                                        <p:cTn id="74" dur="1" fill="hold">
                                          <p:stCondLst>
                                            <p:cond delay="0"/>
                                          </p:stCondLst>
                                        </p:cTn>
                                        <p:tgtEl>
                                          <p:spTgt spid="32"/>
                                        </p:tgtEl>
                                        <p:attrNameLst>
                                          <p:attrName>style.visibility</p:attrName>
                                        </p:attrNameLst>
                                      </p:cBhvr>
                                      <p:to>
                                        <p:strVal val="visible"/>
                                      </p:to>
                                    </p:set>
                                    <p:anim calcmode="lin" valueType="num">
                                      <p:cBhvr>
                                        <p:cTn id="75" dur="500" fill="hold"/>
                                        <p:tgtEl>
                                          <p:spTgt spid="32"/>
                                        </p:tgtEl>
                                        <p:attrNameLst>
                                          <p:attrName>ppt_w</p:attrName>
                                        </p:attrNameLst>
                                      </p:cBhvr>
                                      <p:tavLst>
                                        <p:tav tm="0">
                                          <p:val>
                                            <p:fltVal val="0"/>
                                          </p:val>
                                        </p:tav>
                                        <p:tav tm="100000">
                                          <p:val>
                                            <p:strVal val="#ppt_w"/>
                                          </p:val>
                                        </p:tav>
                                      </p:tavLst>
                                    </p:anim>
                                    <p:anim calcmode="lin" valueType="num">
                                      <p:cBhvr>
                                        <p:cTn id="76" dur="500" fill="hold"/>
                                        <p:tgtEl>
                                          <p:spTgt spid="32"/>
                                        </p:tgtEl>
                                        <p:attrNameLst>
                                          <p:attrName>ppt_h</p:attrName>
                                        </p:attrNameLst>
                                      </p:cBhvr>
                                      <p:tavLst>
                                        <p:tav tm="0">
                                          <p:val>
                                            <p:fltVal val="0"/>
                                          </p:val>
                                        </p:tav>
                                        <p:tav tm="100000">
                                          <p:val>
                                            <p:strVal val="#ppt_h"/>
                                          </p:val>
                                        </p:tav>
                                      </p:tavLst>
                                    </p:anim>
                                    <p:animEffect transition="in" filter="fade">
                                      <p:cBhvr>
                                        <p:cTn id="77" dur="500"/>
                                        <p:tgtEl>
                                          <p:spTgt spid="32"/>
                                        </p:tgtEl>
                                      </p:cBhvr>
                                    </p:animEffect>
                                  </p:childTnLst>
                                </p:cTn>
                              </p:par>
                              <p:par>
                                <p:cTn id="81" presetID="10" presetClass="entr" presetSubtype="0" fill="hold" nodeType="withEffect">
                                  <p:stCondLst>
                                    <p:cond delay="300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500"/>
                                        <p:tgtEl>
                                          <p:spTgt spid="33"/>
                                        </p:tgtEl>
                                      </p:cBhvr>
                                    </p:animEffect>
                                  </p:childTnLst>
                                </p:cTn>
                              </p:par>
                            </p:childTnLst>
                          </p:cTn>
                        </p:par>
                      </p:childTnLst>
                    </p:cTn>
                  </p:par>
                  <p:par>
                    <p:cTn id="82" fill="hold">
                      <p:stCondLst>
                        <p:cond delay="indefinite"/>
                      </p:stCondLst>
                      <p:childTnLst>
                        <p:par>
                          <p:cTn id="83" fill="hold">
                            <p:stCondLst>
                              <p:cond delay="0"/>
                            </p:stCondLst>
                            <p:childTnLst>
                              <p:par>
                                <p:cTn id="88" presetID="53" presetClass="entr" presetSubtype="16" fill="hold" nodeType="clickEffect">
                                  <p:stCondLst>
                                    <p:cond delay="0"/>
                                  </p:stCondLst>
                                  <p:childTnLst>
                                    <p:set>
                                      <p:cBhvr>
                                        <p:cTn id="84" dur="1" fill="hold">
                                          <p:stCondLst>
                                            <p:cond delay="0"/>
                                          </p:stCondLst>
                                        </p:cTn>
                                        <p:tgtEl>
                                          <p:spTgt spid="34"/>
                                        </p:tgtEl>
                                        <p:attrNameLst>
                                          <p:attrName>style.visibility</p:attrName>
                                        </p:attrNameLst>
                                      </p:cBhvr>
                                      <p:to>
                                        <p:strVal val="visible"/>
                                      </p:to>
                                    </p:set>
                                    <p:anim calcmode="lin" valueType="num">
                                      <p:cBhvr>
                                        <p:cTn id="85" dur="500" fill="hold"/>
                                        <p:tgtEl>
                                          <p:spTgt spid="34"/>
                                        </p:tgtEl>
                                        <p:attrNameLst>
                                          <p:attrName>ppt_w</p:attrName>
                                        </p:attrNameLst>
                                      </p:cBhvr>
                                      <p:tavLst>
                                        <p:tav tm="0">
                                          <p:val>
                                            <p:fltVal val="0"/>
                                          </p:val>
                                        </p:tav>
                                        <p:tav tm="100000">
                                          <p:val>
                                            <p:strVal val="#ppt_w"/>
                                          </p:val>
                                        </p:tav>
                                      </p:tavLst>
                                    </p:anim>
                                    <p:anim calcmode="lin" valueType="num">
                                      <p:cBhvr>
                                        <p:cTn id="86" dur="500" fill="hold"/>
                                        <p:tgtEl>
                                          <p:spTgt spid="34"/>
                                        </p:tgtEl>
                                        <p:attrNameLst>
                                          <p:attrName>ppt_h</p:attrName>
                                        </p:attrNameLst>
                                      </p:cBhvr>
                                      <p:tavLst>
                                        <p:tav tm="0">
                                          <p:val>
                                            <p:fltVal val="0"/>
                                          </p:val>
                                        </p:tav>
                                        <p:tav tm="100000">
                                          <p:val>
                                            <p:strVal val="#ppt_h"/>
                                          </p:val>
                                        </p:tav>
                                      </p:tavLst>
                                    </p:anim>
                                    <p:animEffect transition="in" filter="fade">
                                      <p:cBhvr>
                                        <p:cTn id="8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0_title" descr="التقويم الختامي وبطاقة الخروج">    </p:cNvPr>
          <p:cNvPicPr>
            <a:picLocks noChangeAspect="1"/>
          </p:cNvPicPr>
          <p:nvPr/>
        </p:nvPicPr>
        <p:blipFill>
          <a:blip r:embed="rId2"/>
          <a:stretch>
            <a:fillRect/>
          </a:stretch>
        </p:blipFill>
        <p:spPr>
          <a:xfrm>
            <a:off x="2590567" y="109728"/>
            <a:ext cx="7010560" cy="1024128"/>
          </a:xfrm>
          <a:prstGeom prst="rect">
            <a:avLst/>
          </a:prstGeom>
        </p:spPr>
      </p:pic>
      <p:pic>
        <p:nvPicPr>
          <p:cNvPr id="3" name="s20_img_1" descr="بطاقة الخروج">    </p:cNvPr>
          <p:cNvPicPr>
            <a:picLocks noChangeAspect="1"/>
          </p:cNvPicPr>
          <p:nvPr/>
        </p:nvPicPr>
        <p:blipFill>
          <a:blip r:embed="rId3"/>
          <a:stretch>
            <a:fillRect/>
          </a:stretch>
        </p:blipFill>
        <p:spPr>
          <a:xfrm>
            <a:off x="457200" y="1325880"/>
            <a:ext cx="6035040" cy="3486912"/>
          </a:xfrm>
          <a:prstGeom prst="rect">
            <a:avLst/>
          </a:prstGeom>
        </p:spPr>
      </p:pic>
      <p:sp>
        <p:nvSpPr>
          <p:cNvPr id="4" name="s20_txt_2"/>
          <p:cNvSpPr txBox="1"/>
          <p:nvPr/>
        </p:nvSpPr>
        <p:spPr>
          <a:xfrm>
            <a:off x="758952" y="1600200"/>
            <a:ext cx="4103827" cy="548640"/>
          </a:xfrm>
          <a:prstGeom prst="rect">
            <a:avLst/>
          </a:prstGeom>
          <a:noFill/>
          <a:ln/>
        </p:spPr>
        <p:txBody>
          <a:bodyPr wrap="square" lIns="762" tIns="762" rIns="762" bIns="762" rtlCol="0" anchor="ctr"/>
          <a:lstStyle/>
          <a:p>
            <a:pPr rtl="1" algn="ctr" indent="0" marL="0">
              <a:lnSpc>
                <a:spcPct val="105000"/>
              </a:lnSpc>
              <a:buNone/>
            </a:pPr>
            <a:r>
              <a:rPr lang="ar-SA" altLang="en-US" sz="2300" b="1" dirty="0">
                <a:solidFill>
                  <a:srgbClr val="E85D9A"/>
                </a:solidFill>
                <a:latin typeface="Tahoma" pitchFamily="34" charset="0"/>
                <a:ea typeface="Tahoma" pitchFamily="34" charset="-122"/>
                <a:cs typeface="Tahoma" pitchFamily="34" charset="-120"/>
              </a:rPr>
              <a:t>بطاقة الخروج من المتحف</a:t>
            </a:r>
            <a:endParaRPr lang="ar-SA" sz="2300" dirty="0"/>
          </a:p>
        </p:txBody>
      </p:sp>
      <p:sp>
        <p:nvSpPr>
          <p:cNvPr id="5" name="s20_txt_3"/>
          <p:cNvSpPr txBox="1"/>
          <p:nvPr/>
        </p:nvSpPr>
        <p:spPr>
          <a:xfrm>
            <a:off x="819302" y="2194560"/>
            <a:ext cx="3983126" cy="2331720"/>
          </a:xfrm>
          <a:prstGeom prst="rect">
            <a:avLst/>
          </a:prstGeom>
          <a:noFill/>
          <a:ln/>
        </p:spPr>
        <p:txBody>
          <a:bodyPr wrap="square" lIns="762" tIns="762" rIns="762" bIns="762" rtlCol="0" anchor="t"/>
          <a:lstStyle/>
          <a:p>
            <a:pPr rtl="1" algn="r" indent="0" marL="0">
              <a:lnSpc>
                <a:spcPct val="105000"/>
              </a:lnSpc>
              <a:spcAft>
                <a:spcPts val="800"/>
              </a:spcAft>
              <a:buNone/>
            </a:pPr>
            <a:r>
              <a:rPr lang="ar-SA" altLang="en-US" sz="1900" b="1" dirty="0">
                <a:solidFill>
                  <a:srgbClr val="3B2A5A"/>
                </a:solidFill>
                <a:latin typeface="Tahoma" pitchFamily="34" charset="0"/>
                <a:ea typeface="Tahoma" pitchFamily="34" charset="-122"/>
                <a:cs typeface="Tahoma" pitchFamily="34" charset="-120"/>
              </a:rPr>
              <a:t>١. ما الفرق بين الهضم والإخراج؟</a:t>
            </a:r>
            <a:endParaRPr lang="ar-SA" sz="1900" dirty="0"/>
          </a:p>
          <a:p>
            <a:pPr rtl="1" algn="r" indent="0" marL="0">
              <a:lnSpc>
                <a:spcPct val="105000"/>
              </a:lnSpc>
              <a:spcAft>
                <a:spcPts val="800"/>
              </a:spcAft>
              <a:buNone/>
            </a:pPr>
            <a:r>
              <a:rPr lang="ar-SA" altLang="en-US" sz="1900" b="1" dirty="0">
                <a:solidFill>
                  <a:srgbClr val="3B2A5A"/>
                </a:solidFill>
                <a:latin typeface="Tahoma" pitchFamily="34" charset="0"/>
                <a:ea typeface="Tahoma" pitchFamily="34" charset="-122"/>
                <a:cs typeface="Tahoma" pitchFamily="34" charset="-120"/>
              </a:rPr>
              <a:t>٢. اذكري معلومة جديدة تعلّمتِها اليوم.</a:t>
            </a:r>
            <a:endParaRPr lang="ar-SA" sz="1900" dirty="0"/>
          </a:p>
          <a:p>
            <a:pPr rtl="1" algn="r" indent="0" marL="0">
              <a:lnSpc>
                <a:spcPct val="105000"/>
              </a:lnSpc>
              <a:spcAft>
                <a:spcPts val="800"/>
              </a:spcAft>
              <a:buNone/>
            </a:pPr>
            <a:r>
              <a:rPr lang="ar-SA" altLang="en-US" sz="1900" b="1" dirty="0">
                <a:solidFill>
                  <a:srgbClr val="7A6A99"/>
                </a:solidFill>
                <a:latin typeface="Tahoma" pitchFamily="34" charset="0"/>
                <a:ea typeface="Tahoma" pitchFamily="34" charset="-122"/>
                <a:cs typeface="Tahoma" pitchFamily="34" charset="-120"/>
              </a:rPr>
              <a:t>اسمي: ......................</a:t>
            </a:r>
            <a:endParaRPr lang="ar-SA" sz="1900" dirty="0"/>
          </a:p>
        </p:txBody>
      </p:sp>
      <p:sp>
        <p:nvSpPr>
          <p:cNvPr id="6" name="s20_card_4"/>
          <p:cNvSpPr/>
          <p:nvPr/>
        </p:nvSpPr>
        <p:spPr>
          <a:xfrm>
            <a:off x="457200" y="4983480"/>
            <a:ext cx="6035040" cy="1097280"/>
          </a:xfrm>
          <a:prstGeom prst="roundRect">
            <a:avLst>
              <a:gd name="adj" fmla="val 23333"/>
            </a:avLst>
          </a:prstGeom>
          <a:solidFill>
            <a:srgbClr val="FFFFFF"/>
          </a:solidFill>
          <a:ln w="38100">
            <a:solidFill>
              <a:srgbClr val="FFD1AD"/>
            </a:solidFill>
            <a:prstDash val="solid"/>
          </a:ln>
          <a:effectLst>
            <a:outerShdw sx="100000" sy="100000" kx="0" ky="0" algn="bl" rotWithShape="0" blurRad="127000" dist="50800" dir="5400000">
              <a:srgbClr val="5B3E8E">
                <a:alpha val="20000"/>
              </a:srgbClr>
            </a:outerShdw>
          </a:effectLst>
        </p:spPr>
      </p:sp>
      <p:sp>
        <p:nvSpPr>
          <p:cNvPr id="7" name="s20_txt_5"/>
          <p:cNvSpPr txBox="1"/>
          <p:nvPr/>
        </p:nvSpPr>
        <p:spPr>
          <a:xfrm>
            <a:off x="4572000" y="5074920"/>
            <a:ext cx="1783080" cy="914400"/>
          </a:xfrm>
          <a:prstGeom prst="rect">
            <a:avLst/>
          </a:prstGeom>
          <a:noFill/>
          <a:ln/>
        </p:spPr>
        <p:txBody>
          <a:bodyPr wrap="square" lIns="762" tIns="762" rIns="762" bIns="762" rtlCol="0" anchor="ctr"/>
          <a:lstStyle/>
          <a:p>
            <a:pPr rtl="1" algn="ctr" indent="0" marL="0">
              <a:lnSpc>
                <a:spcPct val="105000"/>
              </a:lnSpc>
              <a:buNone/>
            </a:pPr>
            <a:r>
              <a:rPr lang="ar-SA" altLang="en-US" sz="1800" b="1" dirty="0">
                <a:solidFill>
                  <a:srgbClr val="E2731F"/>
                </a:solidFill>
                <a:latin typeface="Tahoma" pitchFamily="34" charset="0"/>
                <a:ea typeface="Tahoma" pitchFamily="34" charset="-122"/>
                <a:cs typeface="Tahoma" pitchFamily="34" charset="-120"/>
              </a:rPr>
              <a:t>كيف أقيّم فهمي؟</a:t>
            </a:r>
            <a:endParaRPr lang="ar-SA" sz="1800" dirty="0"/>
          </a:p>
        </p:txBody>
      </p:sp>
      <p:pic>
        <p:nvPicPr>
          <p:cNvPr id="8" name="s20_emo_6" descr="فهمت تمامًا">    </p:cNvPr>
          <p:cNvPicPr>
            <a:picLocks noChangeAspect="1"/>
          </p:cNvPicPr>
          <p:nvPr/>
        </p:nvPicPr>
        <p:blipFill>
          <a:blip r:embed="rId4"/>
          <a:stretch>
            <a:fillRect/>
          </a:stretch>
        </p:blipFill>
        <p:spPr>
          <a:xfrm>
            <a:off x="3639312" y="5029200"/>
            <a:ext cx="566928" cy="566928"/>
          </a:xfrm>
          <a:prstGeom prst="rect">
            <a:avLst/>
          </a:prstGeom>
        </p:spPr>
      </p:pic>
      <p:sp>
        <p:nvSpPr>
          <p:cNvPr id="9" name="s20_txt_7"/>
          <p:cNvSpPr txBox="1"/>
          <p:nvPr/>
        </p:nvSpPr>
        <p:spPr>
          <a:xfrm>
            <a:off x="3200400" y="5577840"/>
            <a:ext cx="1371600" cy="411480"/>
          </a:xfrm>
          <a:prstGeom prst="rect">
            <a:avLst/>
          </a:prstGeom>
          <a:noFill/>
          <a:ln/>
        </p:spPr>
        <p:txBody>
          <a:bodyPr wrap="square" lIns="762" tIns="762" rIns="762" bIns="762" rtlCol="0" anchor="ctr"/>
          <a:lstStyle/>
          <a:p>
            <a:pPr rtl="1" algn="ctr" indent="0" marL="0">
              <a:lnSpc>
                <a:spcPct val="105000"/>
              </a:lnSpc>
              <a:buNone/>
            </a:pPr>
            <a:r>
              <a:rPr lang="ar-SA" altLang="en-US" sz="1500" b="1" dirty="0">
                <a:solidFill>
                  <a:srgbClr val="3B2A5A"/>
                </a:solidFill>
                <a:latin typeface="Tahoma" pitchFamily="34" charset="0"/>
                <a:ea typeface="Tahoma" pitchFamily="34" charset="-122"/>
                <a:cs typeface="Tahoma" pitchFamily="34" charset="-120"/>
              </a:rPr>
              <a:t>فهمت تمامًا</a:t>
            </a:r>
            <a:endParaRPr lang="ar-SA" sz="1500" dirty="0"/>
          </a:p>
        </p:txBody>
      </p:sp>
      <p:pic>
        <p:nvPicPr>
          <p:cNvPr id="10" name="s20_emo_8" descr="فهمت">    </p:cNvPr>
          <p:cNvPicPr>
            <a:picLocks noChangeAspect="1"/>
          </p:cNvPicPr>
          <p:nvPr/>
        </p:nvPicPr>
        <p:blipFill>
          <a:blip r:embed="rId5"/>
          <a:stretch>
            <a:fillRect/>
          </a:stretch>
        </p:blipFill>
        <p:spPr>
          <a:xfrm>
            <a:off x="2267712" y="5029200"/>
            <a:ext cx="566928" cy="566928"/>
          </a:xfrm>
          <a:prstGeom prst="rect">
            <a:avLst/>
          </a:prstGeom>
        </p:spPr>
      </p:pic>
      <p:sp>
        <p:nvSpPr>
          <p:cNvPr id="11" name="s20_txt_9"/>
          <p:cNvSpPr txBox="1"/>
          <p:nvPr/>
        </p:nvSpPr>
        <p:spPr>
          <a:xfrm>
            <a:off x="1828800" y="5577840"/>
            <a:ext cx="1371600" cy="411480"/>
          </a:xfrm>
          <a:prstGeom prst="rect">
            <a:avLst/>
          </a:prstGeom>
          <a:noFill/>
          <a:ln/>
        </p:spPr>
        <p:txBody>
          <a:bodyPr wrap="square" lIns="762" tIns="762" rIns="762" bIns="762" rtlCol="0" anchor="ctr"/>
          <a:lstStyle/>
          <a:p>
            <a:pPr rtl="1" algn="ctr" indent="0" marL="0">
              <a:lnSpc>
                <a:spcPct val="105000"/>
              </a:lnSpc>
              <a:buNone/>
            </a:pPr>
            <a:r>
              <a:rPr lang="ar-SA" altLang="en-US" sz="1500" b="1" dirty="0">
                <a:solidFill>
                  <a:srgbClr val="3B2A5A"/>
                </a:solidFill>
                <a:latin typeface="Tahoma" pitchFamily="34" charset="0"/>
                <a:ea typeface="Tahoma" pitchFamily="34" charset="-122"/>
                <a:cs typeface="Tahoma" pitchFamily="34" charset="-120"/>
              </a:rPr>
              <a:t>فهمت</a:t>
            </a:r>
            <a:endParaRPr lang="ar-SA" sz="1500" dirty="0"/>
          </a:p>
        </p:txBody>
      </p:sp>
      <p:pic>
        <p:nvPicPr>
          <p:cNvPr id="12" name="s20_emo_10" descr="أحتاج مساعدة">    </p:cNvPr>
          <p:cNvPicPr>
            <a:picLocks noChangeAspect="1"/>
          </p:cNvPicPr>
          <p:nvPr/>
        </p:nvPicPr>
        <p:blipFill>
          <a:blip r:embed="rId6"/>
          <a:stretch>
            <a:fillRect/>
          </a:stretch>
        </p:blipFill>
        <p:spPr>
          <a:xfrm>
            <a:off x="896112" y="5029200"/>
            <a:ext cx="566928" cy="566928"/>
          </a:xfrm>
          <a:prstGeom prst="rect">
            <a:avLst/>
          </a:prstGeom>
        </p:spPr>
      </p:pic>
      <p:sp>
        <p:nvSpPr>
          <p:cNvPr id="13" name="s20_txt_11"/>
          <p:cNvSpPr txBox="1"/>
          <p:nvPr/>
        </p:nvSpPr>
        <p:spPr>
          <a:xfrm>
            <a:off x="457200" y="5577840"/>
            <a:ext cx="1371600" cy="411480"/>
          </a:xfrm>
          <a:prstGeom prst="rect">
            <a:avLst/>
          </a:prstGeom>
          <a:noFill/>
          <a:ln/>
        </p:spPr>
        <p:txBody>
          <a:bodyPr wrap="square" lIns="762" tIns="762" rIns="762" bIns="762" rtlCol="0" anchor="ctr"/>
          <a:lstStyle/>
          <a:p>
            <a:pPr rtl="1" algn="ctr" indent="0" marL="0">
              <a:lnSpc>
                <a:spcPct val="105000"/>
              </a:lnSpc>
              <a:buNone/>
            </a:pPr>
            <a:r>
              <a:rPr lang="ar-SA" altLang="en-US" sz="1500" b="1" dirty="0">
                <a:solidFill>
                  <a:srgbClr val="3B2A5A"/>
                </a:solidFill>
                <a:latin typeface="Tahoma" pitchFamily="34" charset="0"/>
                <a:ea typeface="Tahoma" pitchFamily="34" charset="-122"/>
                <a:cs typeface="Tahoma" pitchFamily="34" charset="-120"/>
              </a:rPr>
              <a:t>أحتاج مساعدة</a:t>
            </a:r>
            <a:endParaRPr lang="ar-SA" sz="1500" dirty="0"/>
          </a:p>
        </p:txBody>
      </p:sp>
      <p:sp>
        <p:nvSpPr>
          <p:cNvPr id="14" name="s20_card_12"/>
          <p:cNvSpPr/>
          <p:nvPr/>
        </p:nvSpPr>
        <p:spPr>
          <a:xfrm>
            <a:off x="6766560" y="1371600"/>
            <a:ext cx="4937760" cy="1417320"/>
          </a:xfrm>
          <a:prstGeom prst="roundRect">
            <a:avLst>
              <a:gd name="adj" fmla="val 18065"/>
            </a:avLst>
          </a:prstGeom>
          <a:solidFill>
            <a:srgbClr val="FFFFFF"/>
          </a:solidFill>
          <a:ln w="38100">
            <a:solidFill>
              <a:srgbClr val="FFD1AD"/>
            </a:solidFill>
            <a:prstDash val="solid"/>
          </a:ln>
          <a:effectLst>
            <a:outerShdw sx="100000" sy="100000" kx="0" ky="0" algn="bl" rotWithShape="0" blurRad="127000" dist="50800" dir="5400000">
              <a:srgbClr val="5B3E8E">
                <a:alpha val="20000"/>
              </a:srgbClr>
            </a:outerShdw>
          </a:effectLst>
        </p:spPr>
      </p:sp>
      <p:sp>
        <p:nvSpPr>
          <p:cNvPr id="15" name="s20_txt_13"/>
          <p:cNvSpPr txBox="1"/>
          <p:nvPr/>
        </p:nvSpPr>
        <p:spPr>
          <a:xfrm>
            <a:off x="11155680" y="1463040"/>
            <a:ext cx="457200" cy="457200"/>
          </a:xfrm>
          <a:prstGeom prst="ellipse">
            <a:avLst/>
          </a:prstGeom>
          <a:solidFill>
            <a:srgbClr val="F58A3C"/>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1700" b="1" dirty="0">
                <a:solidFill>
                  <a:srgbClr val="FFFFFF"/>
                </a:solidFill>
                <a:latin typeface="Tahoma" pitchFamily="34" charset="0"/>
                <a:ea typeface="Tahoma" pitchFamily="34" charset="-122"/>
                <a:cs typeface="Tahoma" pitchFamily="34" charset="-120"/>
              </a:rPr>
              <a:t>١</a:t>
            </a:r>
            <a:endParaRPr lang="ar-SA" sz="1700" dirty="0"/>
          </a:p>
        </p:txBody>
      </p:sp>
      <p:sp>
        <p:nvSpPr>
          <p:cNvPr id="16" name="s20_txt_14"/>
          <p:cNvSpPr txBox="1"/>
          <p:nvPr/>
        </p:nvSpPr>
        <p:spPr>
          <a:xfrm>
            <a:off x="6903720" y="1444752"/>
            <a:ext cx="4206240" cy="685800"/>
          </a:xfrm>
          <a:prstGeom prst="rect">
            <a:avLst/>
          </a:prstGeom>
          <a:noFill/>
          <a:ln/>
        </p:spPr>
        <p:txBody>
          <a:bodyPr wrap="square" lIns="762" tIns="762" rIns="762" bIns="762" rtlCol="0" anchor="ctr"/>
          <a:lstStyle/>
          <a:p>
            <a:pPr rtl="1" algn="r" indent="0" marL="0">
              <a:lnSpc>
                <a:spcPct val="105000"/>
              </a:lnSpc>
              <a:buNone/>
            </a:pPr>
            <a:r>
              <a:rPr lang="ar-SA" altLang="en-US" sz="1900" b="1" dirty="0">
                <a:solidFill>
                  <a:srgbClr val="3B2A5A"/>
                </a:solidFill>
                <a:latin typeface="Tahoma" pitchFamily="34" charset="0"/>
                <a:ea typeface="Tahoma" pitchFamily="34" charset="-122"/>
                <a:cs typeface="Tahoma" pitchFamily="34" charset="-120"/>
              </a:rPr>
              <a:t>أين يكتمل هضم الغذاء ويُمتص؟</a:t>
            </a:r>
            <a:endParaRPr lang="ar-SA" sz="1900" dirty="0"/>
          </a:p>
        </p:txBody>
      </p:sp>
      <p:sp>
        <p:nvSpPr>
          <p:cNvPr id="17" name="s20_txt_15"/>
          <p:cNvSpPr txBox="1"/>
          <p:nvPr/>
        </p:nvSpPr>
        <p:spPr>
          <a:xfrm>
            <a:off x="7635240" y="2176272"/>
            <a:ext cx="3200400" cy="457200"/>
          </a:xfrm>
          <a:prstGeom prst="roundRect">
            <a:avLst>
              <a:gd name="adj" fmla="val 50000"/>
            </a:avLst>
          </a:prstGeom>
          <a:solidFill>
            <a:srgbClr val="F58A3C"/>
          </a:solidFill>
          <a:ln/>
        </p:spPr>
        <p:txBody>
          <a:bodyPr wrap="square" lIns="508" tIns="508" rIns="508" bIns="508" rtlCol="0" anchor="ctr"/>
          <a:lstStyle/>
          <a:p>
            <a:pPr rtl="1" algn="ctr" indent="0" marL="0">
              <a:lnSpc>
                <a:spcPct val="105000"/>
              </a:lnSpc>
              <a:buNone/>
            </a:pPr>
            <a:r>
              <a:rPr lang="ar-SA" altLang="en-US" sz="1900" b="1" dirty="0">
                <a:solidFill>
                  <a:srgbClr val="FFFFFF"/>
                </a:solidFill>
                <a:latin typeface="Tahoma" pitchFamily="34" charset="0"/>
                <a:ea typeface="Tahoma" pitchFamily="34" charset="-122"/>
                <a:cs typeface="Tahoma" pitchFamily="34" charset="-120"/>
              </a:rPr>
              <a:t>✓ الأمعاء الدقيقة</a:t>
            </a:r>
            <a:endParaRPr lang="ar-SA" sz="1900" dirty="0"/>
          </a:p>
        </p:txBody>
      </p:sp>
      <p:sp>
        <p:nvSpPr>
          <p:cNvPr id="18" name="s20_card_16"/>
          <p:cNvSpPr/>
          <p:nvPr/>
        </p:nvSpPr>
        <p:spPr>
          <a:xfrm>
            <a:off x="6766560" y="2944368"/>
            <a:ext cx="4937760" cy="1417320"/>
          </a:xfrm>
          <a:prstGeom prst="roundRect">
            <a:avLst>
              <a:gd name="adj" fmla="val 18065"/>
            </a:avLst>
          </a:prstGeom>
          <a:solidFill>
            <a:srgbClr val="FFFFFF"/>
          </a:solidFill>
          <a:ln w="38100">
            <a:solidFill>
              <a:srgbClr val="FFD1AD"/>
            </a:solidFill>
            <a:prstDash val="solid"/>
          </a:ln>
          <a:effectLst>
            <a:outerShdw sx="100000" sy="100000" kx="0" ky="0" algn="bl" rotWithShape="0" blurRad="127000" dist="50800" dir="5400000">
              <a:srgbClr val="5B3E8E">
                <a:alpha val="20000"/>
              </a:srgbClr>
            </a:outerShdw>
          </a:effectLst>
        </p:spPr>
      </p:sp>
      <p:sp>
        <p:nvSpPr>
          <p:cNvPr id="19" name="s20_txt_17"/>
          <p:cNvSpPr txBox="1"/>
          <p:nvPr/>
        </p:nvSpPr>
        <p:spPr>
          <a:xfrm>
            <a:off x="11155680" y="3035808"/>
            <a:ext cx="457200" cy="457200"/>
          </a:xfrm>
          <a:prstGeom prst="ellipse">
            <a:avLst/>
          </a:prstGeom>
          <a:solidFill>
            <a:srgbClr val="E85D9A"/>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1700" b="1" dirty="0">
                <a:solidFill>
                  <a:srgbClr val="FFFFFF"/>
                </a:solidFill>
                <a:latin typeface="Tahoma" pitchFamily="34" charset="0"/>
                <a:ea typeface="Tahoma" pitchFamily="34" charset="-122"/>
                <a:cs typeface="Tahoma" pitchFamily="34" charset="-120"/>
              </a:rPr>
              <a:t>٢</a:t>
            </a:r>
            <a:endParaRPr lang="ar-SA" sz="1700" dirty="0"/>
          </a:p>
        </p:txBody>
      </p:sp>
      <p:sp>
        <p:nvSpPr>
          <p:cNvPr id="20" name="s20_txt_18"/>
          <p:cNvSpPr txBox="1"/>
          <p:nvPr/>
        </p:nvSpPr>
        <p:spPr>
          <a:xfrm>
            <a:off x="6903720" y="3017520"/>
            <a:ext cx="4206240" cy="685800"/>
          </a:xfrm>
          <a:prstGeom prst="rect">
            <a:avLst/>
          </a:prstGeom>
          <a:noFill/>
          <a:ln/>
        </p:spPr>
        <p:txBody>
          <a:bodyPr wrap="square" lIns="762" tIns="762" rIns="762" bIns="762" rtlCol="0" anchor="ctr"/>
          <a:lstStyle/>
          <a:p>
            <a:pPr rtl="1" algn="r" indent="0" marL="0">
              <a:lnSpc>
                <a:spcPct val="105000"/>
              </a:lnSpc>
              <a:buNone/>
            </a:pPr>
            <a:r>
              <a:rPr lang="ar-SA" altLang="en-US" sz="1900" b="1" dirty="0">
                <a:solidFill>
                  <a:srgbClr val="3B2A5A"/>
                </a:solidFill>
                <a:latin typeface="Tahoma" pitchFamily="34" charset="0"/>
                <a:ea typeface="Tahoma" pitchFamily="34" charset="-122"/>
                <a:cs typeface="Tahoma" pitchFamily="34" charset="-120"/>
              </a:rPr>
              <a:t>أيّ عضو يمتص الماء من بقايا الغذاء؟</a:t>
            </a:r>
            <a:endParaRPr lang="ar-SA" sz="1900" dirty="0"/>
          </a:p>
        </p:txBody>
      </p:sp>
      <p:sp>
        <p:nvSpPr>
          <p:cNvPr id="21" name="s20_txt_19"/>
          <p:cNvSpPr txBox="1"/>
          <p:nvPr/>
        </p:nvSpPr>
        <p:spPr>
          <a:xfrm>
            <a:off x="7635240" y="3749040"/>
            <a:ext cx="3200400" cy="457200"/>
          </a:xfrm>
          <a:prstGeom prst="roundRect">
            <a:avLst>
              <a:gd name="adj" fmla="val 50000"/>
            </a:avLst>
          </a:prstGeom>
          <a:solidFill>
            <a:srgbClr val="E85D9A"/>
          </a:solidFill>
          <a:ln/>
        </p:spPr>
        <p:txBody>
          <a:bodyPr wrap="square" lIns="508" tIns="508" rIns="508" bIns="508" rtlCol="0" anchor="ctr"/>
          <a:lstStyle/>
          <a:p>
            <a:pPr rtl="1" algn="ctr" indent="0" marL="0">
              <a:lnSpc>
                <a:spcPct val="105000"/>
              </a:lnSpc>
              <a:buNone/>
            </a:pPr>
            <a:r>
              <a:rPr lang="ar-SA" altLang="en-US" sz="1900" b="1" dirty="0">
                <a:solidFill>
                  <a:srgbClr val="FFFFFF"/>
                </a:solidFill>
                <a:latin typeface="Tahoma" pitchFamily="34" charset="0"/>
                <a:ea typeface="Tahoma" pitchFamily="34" charset="-122"/>
                <a:cs typeface="Tahoma" pitchFamily="34" charset="-120"/>
              </a:rPr>
              <a:t>✓ الأمعاء الغليظة</a:t>
            </a:r>
            <a:endParaRPr lang="ar-SA" sz="1900" dirty="0"/>
          </a:p>
        </p:txBody>
      </p:sp>
      <p:sp>
        <p:nvSpPr>
          <p:cNvPr id="22" name="s20_card_20"/>
          <p:cNvSpPr/>
          <p:nvPr/>
        </p:nvSpPr>
        <p:spPr>
          <a:xfrm>
            <a:off x="6766560" y="4517136"/>
            <a:ext cx="4937760" cy="1417320"/>
          </a:xfrm>
          <a:prstGeom prst="roundRect">
            <a:avLst>
              <a:gd name="adj" fmla="val 18065"/>
            </a:avLst>
          </a:prstGeom>
          <a:solidFill>
            <a:srgbClr val="FFFFFF"/>
          </a:solidFill>
          <a:ln w="38100">
            <a:solidFill>
              <a:srgbClr val="FFD1AD"/>
            </a:solidFill>
            <a:prstDash val="solid"/>
          </a:ln>
          <a:effectLst>
            <a:outerShdw sx="100000" sy="100000" kx="0" ky="0" algn="bl" rotWithShape="0" blurRad="127000" dist="50800" dir="5400000">
              <a:srgbClr val="5B3E8E">
                <a:alpha val="20000"/>
              </a:srgbClr>
            </a:outerShdw>
          </a:effectLst>
        </p:spPr>
      </p:sp>
      <p:sp>
        <p:nvSpPr>
          <p:cNvPr id="23" name="s20_txt_21"/>
          <p:cNvSpPr txBox="1"/>
          <p:nvPr/>
        </p:nvSpPr>
        <p:spPr>
          <a:xfrm>
            <a:off x="11155680" y="4608576"/>
            <a:ext cx="457200" cy="457200"/>
          </a:xfrm>
          <a:prstGeom prst="ellipse">
            <a:avLst/>
          </a:prstGeom>
          <a:solidFill>
            <a:srgbClr val="2DBE8C"/>
          </a:solidFill>
          <a:ln w="38100">
            <a:solidFill>
              <a:srgbClr val="FFFFFF"/>
            </a:solidFill>
          </a:ln>
          <a:effectLst>
            <a:outerShdw sx="100000" sy="100000" kx="0" ky="0" algn="bl" rotWithShape="0" blurRad="127000" dist="50800" dir="5400000">
              <a:srgbClr val="5B3E8E">
                <a:alpha val="20000"/>
              </a:srgbClr>
            </a:outerShdw>
          </a:effectLst>
        </p:spPr>
        <p:txBody>
          <a:bodyPr wrap="square" lIns="0" tIns="0" rIns="0" bIns="0" rtlCol="0" anchor="ctr"/>
          <a:lstStyle/>
          <a:p>
            <a:pPr rtl="1" algn="ctr" indent="0" marL="0">
              <a:lnSpc>
                <a:spcPct val="105000"/>
              </a:lnSpc>
              <a:buNone/>
            </a:pPr>
            <a:r>
              <a:rPr lang="ar-SA" altLang="en-US" sz="1700" b="1" dirty="0">
                <a:solidFill>
                  <a:srgbClr val="FFFFFF"/>
                </a:solidFill>
                <a:latin typeface="Tahoma" pitchFamily="34" charset="0"/>
                <a:ea typeface="Tahoma" pitchFamily="34" charset="-122"/>
                <a:cs typeface="Tahoma" pitchFamily="34" charset="-120"/>
              </a:rPr>
              <a:t>٣</a:t>
            </a:r>
            <a:endParaRPr lang="ar-SA" sz="1700" dirty="0"/>
          </a:p>
        </p:txBody>
      </p:sp>
      <p:sp>
        <p:nvSpPr>
          <p:cNvPr id="24" name="s20_txt_22"/>
          <p:cNvSpPr txBox="1"/>
          <p:nvPr/>
        </p:nvSpPr>
        <p:spPr>
          <a:xfrm>
            <a:off x="6903720" y="4590288"/>
            <a:ext cx="4206240" cy="685800"/>
          </a:xfrm>
          <a:prstGeom prst="rect">
            <a:avLst/>
          </a:prstGeom>
          <a:noFill/>
          <a:ln/>
        </p:spPr>
        <p:txBody>
          <a:bodyPr wrap="square" lIns="762" tIns="762" rIns="762" bIns="762" rtlCol="0" anchor="ctr"/>
          <a:lstStyle/>
          <a:p>
            <a:pPr rtl="1" algn="r" indent="0" marL="0">
              <a:lnSpc>
                <a:spcPct val="105000"/>
              </a:lnSpc>
              <a:buNone/>
            </a:pPr>
            <a:r>
              <a:rPr lang="ar-SA" altLang="en-US" sz="1900" b="1" dirty="0">
                <a:solidFill>
                  <a:srgbClr val="3B2A5A"/>
                </a:solidFill>
                <a:latin typeface="Tahoma" pitchFamily="34" charset="0"/>
                <a:ea typeface="Tahoma" pitchFamily="34" charset="-122"/>
                <a:cs typeface="Tahoma" pitchFamily="34" charset="-120"/>
              </a:rPr>
              <a:t>حيوان يهضم غذاءه في تجويف بفتحة واحدة؟</a:t>
            </a:r>
            <a:endParaRPr lang="ar-SA" sz="1900" dirty="0"/>
          </a:p>
        </p:txBody>
      </p:sp>
      <p:sp>
        <p:nvSpPr>
          <p:cNvPr id="25" name="s20_txt_23"/>
          <p:cNvSpPr txBox="1"/>
          <p:nvPr/>
        </p:nvSpPr>
        <p:spPr>
          <a:xfrm>
            <a:off x="7635240" y="5321808"/>
            <a:ext cx="3200400" cy="457200"/>
          </a:xfrm>
          <a:prstGeom prst="roundRect">
            <a:avLst>
              <a:gd name="adj" fmla="val 50000"/>
            </a:avLst>
          </a:prstGeom>
          <a:solidFill>
            <a:srgbClr val="2DBE8C"/>
          </a:solidFill>
          <a:ln/>
        </p:spPr>
        <p:txBody>
          <a:bodyPr wrap="square" lIns="508" tIns="508" rIns="508" bIns="508" rtlCol="0" anchor="ctr"/>
          <a:lstStyle/>
          <a:p>
            <a:pPr rtl="1" algn="ctr" indent="0" marL="0">
              <a:lnSpc>
                <a:spcPct val="105000"/>
              </a:lnSpc>
              <a:buNone/>
            </a:pPr>
            <a:r>
              <a:rPr lang="ar-SA" altLang="en-US" sz="1900" b="1" dirty="0">
                <a:solidFill>
                  <a:srgbClr val="FFFFFF"/>
                </a:solidFill>
                <a:latin typeface="Tahoma" pitchFamily="34" charset="0"/>
                <a:ea typeface="Tahoma" pitchFamily="34" charset="-122"/>
                <a:cs typeface="Tahoma" pitchFamily="34" charset="-120"/>
              </a:rPr>
              <a:t>✓ قنديل البحر</a:t>
            </a:r>
            <a:endParaRPr lang="ar-SA" sz="19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9" presetID="53" presetClass="entr" presetSubtype="16" fill="hold" nodeType="clickEffect">
                                  <p:stCondLst>
                                    <p:cond delay="0"/>
                                  </p:stCondLst>
                                  <p:childTnLst>
                                    <p:set>
                                      <p:cBhvr>
                                        <p:cTn id="5" dur="1" fill="hold">
                                          <p:stCondLst>
                                            <p:cond delay="0"/>
                                          </p:stCondLst>
                                        </p:cTn>
                                        <p:tgtEl>
                                          <p:spTgt spid="17"/>
                                        </p:tgtEl>
                                        <p:attrNameLst>
                                          <p:attrName>style.visibility</p:attrName>
                                        </p:attrNameLst>
                                      </p:cBhvr>
                                      <p:to>
                                        <p:strVal val="visible"/>
                                      </p:to>
                                    </p:set>
                                    <p:anim calcmode="lin" valueType="num">
                                      <p:cBhvr>
                                        <p:cTn id="6" dur="500" fill="hold"/>
                                        <p:tgtEl>
                                          <p:spTgt spid="17"/>
                                        </p:tgtEl>
                                        <p:attrNameLst>
                                          <p:attrName>ppt_w</p:attrName>
                                        </p:attrNameLst>
                                      </p:cBhvr>
                                      <p:tavLst>
                                        <p:tav tm="0">
                                          <p:val>
                                            <p:fltVal val="0"/>
                                          </p:val>
                                        </p:tav>
                                        <p:tav tm="100000">
                                          <p:val>
                                            <p:strVal val="#ppt_w"/>
                                          </p:val>
                                        </p:tav>
                                      </p:tavLst>
                                    </p:anim>
                                    <p:anim calcmode="lin" valueType="num">
                                      <p:cBhvr>
                                        <p:cTn id="7" dur="500" fill="hold"/>
                                        <p:tgtEl>
                                          <p:spTgt spid="17"/>
                                        </p:tgtEl>
                                        <p:attrNameLst>
                                          <p:attrName>ppt_h</p:attrName>
                                        </p:attrNameLst>
                                      </p:cBhvr>
                                      <p:tavLst>
                                        <p:tav tm="0">
                                          <p:val>
                                            <p:fltVal val="0"/>
                                          </p:val>
                                        </p:tav>
                                        <p:tav tm="100000">
                                          <p:val>
                                            <p:strVal val="#ppt_h"/>
                                          </p:val>
                                        </p:tav>
                                      </p:tavLst>
                                    </p:anim>
                                    <p:animEffect transition="in" filter="fade">
                                      <p:cBhvr>
                                        <p:cTn id="8" dur="500"/>
                                        <p:tgtEl>
                                          <p:spTgt spid="17"/>
                                        </p:tgtEl>
                                      </p:cBhvr>
                                    </p:animEffect>
                                  </p:childTnLst>
                                </p:cTn>
                              </p:par>
                            </p:childTnLst>
                          </p:cTn>
                        </p:par>
                      </p:childTnLst>
                    </p:cTn>
                  </p:par>
                  <p:par>
                    <p:cTn id="10" fill="hold">
                      <p:stCondLst>
                        <p:cond delay="indefinite"/>
                      </p:stCondLst>
                      <p:childTnLst>
                        <p:par>
                          <p:cTn id="11" fill="hold">
                            <p:stCondLst>
                              <p:cond delay="0"/>
                            </p:stCondLst>
                            <p:childTnLst>
                              <p:par>
                                <p:cTn id="16" presetID="53" presetClass="entr" presetSubtype="16"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p:cTn id="13" dur="500" fill="hold"/>
                                        <p:tgtEl>
                                          <p:spTgt spid="21"/>
                                        </p:tgtEl>
                                        <p:attrNameLst>
                                          <p:attrName>ppt_w</p:attrName>
                                        </p:attrNameLst>
                                      </p:cBhvr>
                                      <p:tavLst>
                                        <p:tav tm="0">
                                          <p:val>
                                            <p:fltVal val="0"/>
                                          </p:val>
                                        </p:tav>
                                        <p:tav tm="100000">
                                          <p:val>
                                            <p:strVal val="#ppt_w"/>
                                          </p:val>
                                        </p:tav>
                                      </p:tavLst>
                                    </p:anim>
                                    <p:anim calcmode="lin" valueType="num">
                                      <p:cBhvr>
                                        <p:cTn id="14" dur="500" fill="hold"/>
                                        <p:tgtEl>
                                          <p:spTgt spid="21"/>
                                        </p:tgtEl>
                                        <p:attrNameLst>
                                          <p:attrName>ppt_h</p:attrName>
                                        </p:attrNameLst>
                                      </p:cBhvr>
                                      <p:tavLst>
                                        <p:tav tm="0">
                                          <p:val>
                                            <p:fltVal val="0"/>
                                          </p:val>
                                        </p:tav>
                                        <p:tav tm="100000">
                                          <p:val>
                                            <p:strVal val="#ppt_h"/>
                                          </p:val>
                                        </p:tav>
                                      </p:tavLst>
                                    </p:anim>
                                    <p:animEffect transition="in" filter="fade">
                                      <p:cBhvr>
                                        <p:cTn id="15" dur="500"/>
                                        <p:tgtEl>
                                          <p:spTgt spid="21"/>
                                        </p:tgtEl>
                                      </p:cBhvr>
                                    </p:animEffect>
                                  </p:childTnLst>
                                </p:cTn>
                              </p:par>
                            </p:childTnLst>
                          </p:cTn>
                        </p:par>
                      </p:childTnLst>
                    </p:cTn>
                  </p:par>
                  <p:par>
                    <p:cTn id="17" fill="hold">
                      <p:stCondLst>
                        <p:cond delay="indefinite"/>
                      </p:stCondLst>
                      <p:childTnLst>
                        <p:par>
                          <p:cTn id="18" fill="hold">
                            <p:stCondLst>
                              <p:cond delay="0"/>
                            </p:stCondLst>
                            <p:childTnLst>
                              <p:par>
                                <p:cTn id="23" presetID="53" presetClass="entr" presetSubtype="16" fill="hold" nodeType="click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p:cTn id="20" dur="500" fill="hold"/>
                                        <p:tgtEl>
                                          <p:spTgt spid="25"/>
                                        </p:tgtEl>
                                        <p:attrNameLst>
                                          <p:attrName>ppt_w</p:attrName>
                                        </p:attrNameLst>
                                      </p:cBhvr>
                                      <p:tavLst>
                                        <p:tav tm="0">
                                          <p:val>
                                            <p:fltVal val="0"/>
                                          </p:val>
                                        </p:tav>
                                        <p:tav tm="100000">
                                          <p:val>
                                            <p:strVal val="#ppt_w"/>
                                          </p:val>
                                        </p:tav>
                                      </p:tavLst>
                                    </p:anim>
                                    <p:anim calcmode="lin" valueType="num">
                                      <p:cBhvr>
                                        <p:cTn id="21" dur="500" fill="hold"/>
                                        <p:tgtEl>
                                          <p:spTgt spid="25"/>
                                        </p:tgtEl>
                                        <p:attrNameLst>
                                          <p:attrName>ppt_h</p:attrName>
                                        </p:attrNameLst>
                                      </p:cBhvr>
                                      <p:tavLst>
                                        <p:tav tm="0">
                                          <p:val>
                                            <p:fltVal val="0"/>
                                          </p:val>
                                        </p:tav>
                                        <p:tav tm="100000">
                                          <p:val>
                                            <p:strVal val="#ppt_h"/>
                                          </p:val>
                                        </p:tav>
                                      </p:tavLst>
                                    </p:anim>
                                    <p:animEffect transition="in" filter="fade">
                                      <p:cBhvr>
                                        <p:cTn id="2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s21_title" descr="أحسنتِ يا عالمتي الصغيرة">    </p:cNvPr>
          <p:cNvPicPr>
            <a:picLocks noChangeAspect="1"/>
          </p:cNvPicPr>
          <p:nvPr/>
        </p:nvPicPr>
        <p:blipFill>
          <a:blip r:embed="rId2"/>
          <a:stretch>
            <a:fillRect/>
          </a:stretch>
        </p:blipFill>
        <p:spPr>
          <a:xfrm>
            <a:off x="2346808" y="1554480"/>
            <a:ext cx="7498080" cy="1398964"/>
          </a:xfrm>
          <a:prstGeom prst="rect">
            <a:avLst/>
          </a:prstGeom>
        </p:spPr>
      </p:pic>
      <p:sp>
        <p:nvSpPr>
          <p:cNvPr id="3" name="s21_sub"/>
          <p:cNvSpPr txBox="1"/>
          <p:nvPr/>
        </p:nvSpPr>
        <p:spPr>
          <a:xfrm>
            <a:off x="1252728" y="3090604"/>
            <a:ext cx="9692640" cy="658368"/>
          </a:xfrm>
          <a:prstGeom prst="roundRect">
            <a:avLst>
              <a:gd name="adj" fmla="val 50000"/>
            </a:avLst>
          </a:prstGeom>
          <a:solidFill>
            <a:srgbClr val="FFFFFF"/>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2100" b="1" dirty="0">
                <a:solidFill>
                  <a:srgbClr val="7F5CD0"/>
                </a:solidFill>
                <a:latin typeface="Tahoma" pitchFamily="34" charset="0"/>
                <a:ea typeface="Tahoma" pitchFamily="34" charset="-122"/>
                <a:cs typeface="Tahoma" pitchFamily="34" charset="-120"/>
              </a:rPr>
              <a:t>انتهت جولتنا في متحف العلوم الصغير… ورحلة الاكتشاف مستمرة! 🔬</a:t>
            </a:r>
            <a:endParaRPr lang="ar-SA" sz="2100" dirty="0"/>
          </a:p>
        </p:txBody>
      </p:sp>
      <p:pic>
        <p:nvPicPr>
          <p:cNvPr id="4" name="s21_trophy" descr="كأس">    </p:cNvPr>
          <p:cNvPicPr>
            <a:picLocks noChangeAspect="1"/>
          </p:cNvPicPr>
          <p:nvPr/>
        </p:nvPicPr>
        <p:blipFill>
          <a:blip r:embed="rId3"/>
          <a:stretch>
            <a:fillRect/>
          </a:stretch>
        </p:blipFill>
        <p:spPr>
          <a:xfrm>
            <a:off x="5184648" y="3913564"/>
            <a:ext cx="1828800" cy="1828800"/>
          </a:xfrm>
          <a:prstGeom prst="rect">
            <a:avLst/>
          </a:prstGeom>
        </p:spPr>
      </p:pic>
      <p:pic>
        <p:nvPicPr>
          <p:cNvPr id="5" name="s21_emo_1" descr="احتفال">    </p:cNvPr>
          <p:cNvPicPr>
            <a:picLocks noChangeAspect="1"/>
          </p:cNvPicPr>
          <p:nvPr/>
        </p:nvPicPr>
        <p:blipFill>
          <a:blip r:embed="rId4"/>
          <a:stretch>
            <a:fillRect/>
          </a:stretch>
        </p:blipFill>
        <p:spPr>
          <a:xfrm>
            <a:off x="548640" y="3840480"/>
            <a:ext cx="1645920" cy="1645920"/>
          </a:xfrm>
          <a:prstGeom prst="rect">
            <a:avLst/>
          </a:prstGeom>
        </p:spPr>
      </p:pic>
      <p:pic>
        <p:nvPicPr>
          <p:cNvPr id="6" name="s21_emo_2" descr="احتفال">    </p:cNvPr>
          <p:cNvPicPr>
            <a:picLocks noChangeAspect="1"/>
          </p:cNvPicPr>
          <p:nvPr/>
        </p:nvPicPr>
        <p:blipFill>
          <a:blip r:embed="rId5"/>
          <a:stretch>
            <a:fillRect/>
          </a:stretch>
        </p:blipFill>
        <p:spPr>
          <a:xfrm>
            <a:off x="2103120" y="4754880"/>
            <a:ext cx="1097280" cy="1097280"/>
          </a:xfrm>
          <a:prstGeom prst="rect">
            <a:avLst/>
          </a:prstGeom>
        </p:spPr>
      </p:pic>
      <p:pic>
        <p:nvPicPr>
          <p:cNvPr id="7" name="s21_emo_3" descr="عالمة صغيرة">    </p:cNvPr>
          <p:cNvPicPr>
            <a:picLocks noChangeAspect="1"/>
          </p:cNvPicPr>
          <p:nvPr/>
        </p:nvPicPr>
        <p:blipFill>
          <a:blip r:embed="rId6"/>
          <a:stretch>
            <a:fillRect/>
          </a:stretch>
        </p:blipFill>
        <p:spPr>
          <a:xfrm>
            <a:off x="9692640" y="3520440"/>
            <a:ext cx="2286000" cy="2286000"/>
          </a:xfrm>
          <a:prstGeom prst="rect">
            <a:avLst/>
          </a:prstGeom>
        </p:spPr>
      </p:pic>
      <p:pic>
        <p:nvPicPr>
          <p:cNvPr id="8" name="s21_emo_4" descr="نجمة">    </p:cNvPr>
          <p:cNvPicPr>
            <a:picLocks noChangeAspect="1"/>
          </p:cNvPicPr>
          <p:nvPr/>
        </p:nvPicPr>
        <p:blipFill>
          <a:blip r:embed="rId7"/>
          <a:stretch>
            <a:fillRect/>
          </a:stretch>
        </p:blipFill>
        <p:spPr>
          <a:xfrm>
            <a:off x="8778240" y="4937760"/>
            <a:ext cx="914400" cy="914400"/>
          </a:xfrm>
          <a:prstGeom prst="rect">
            <a:avLst/>
          </a:prstGeom>
        </p:spPr>
      </p:pic>
      <p:sp>
        <p:nvSpPr>
          <p:cNvPr id="9" name="s21_by"/>
          <p:cNvSpPr txBox="1"/>
          <p:nvPr/>
        </p:nvSpPr>
        <p:spPr>
          <a:xfrm>
            <a:off x="3995928" y="5806440"/>
            <a:ext cx="4206240" cy="548640"/>
          </a:xfrm>
          <a:prstGeom prst="roundRect">
            <a:avLst>
              <a:gd name="adj" fmla="val 50000"/>
            </a:avLst>
          </a:prstGeom>
          <a:solidFill>
            <a:srgbClr val="FFD24D"/>
          </a:solidFill>
          <a:ln/>
          <a:effectLst>
            <a:outerShdw sx="100000" sy="100000" kx="0" ky="0" algn="bl" rotWithShape="0" blurRad="127000" dist="50800" dir="5400000">
              <a:srgbClr val="5B3E8E">
                <a:alpha val="20000"/>
              </a:srgbClr>
            </a:outerShdw>
          </a:effectLst>
        </p:spPr>
        <p:txBody>
          <a:bodyPr wrap="square" lIns="508" tIns="508" rIns="508" bIns="508" rtlCol="0" anchor="ctr"/>
          <a:lstStyle/>
          <a:p>
            <a:pPr rtl="1" algn="ctr" indent="0" marL="0">
              <a:lnSpc>
                <a:spcPct val="105000"/>
              </a:lnSpc>
              <a:buNone/>
            </a:pPr>
            <a:r>
              <a:rPr lang="ar-SA" altLang="en-US" sz="2000" b="1" dirty="0">
                <a:solidFill>
                  <a:srgbClr val="5A3A00"/>
                </a:solidFill>
                <a:latin typeface="Tahoma" pitchFamily="34" charset="0"/>
                <a:ea typeface="Tahoma" pitchFamily="34" charset="-122"/>
                <a:cs typeface="Tahoma" pitchFamily="34" charset="-120"/>
              </a:rPr>
              <a:t>إعداد وتنفيذ: أ/ شامه البقمي</a:t>
            </a:r>
            <a:endParaRPr lang="ar-SA" sz="20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 calcmode="lin" valueType="num">
                                      <p:cBhvr>
                                        <p:cTn id="6" dur="500" fill="hold"/>
                                        <p:tgtEl>
                                          <p:spTgt spid="2"/>
                                        </p:tgtEl>
                                        <p:attrNameLst>
                                          <p:attrName>ppt_w</p:attrName>
                                        </p:attrNameLst>
                                      </p:cBhvr>
                                      <p:tavLst>
                                        <p:tav tm="0">
                                          <p:val>
                                            <p:fltVal val="0"/>
                                          </p:val>
                                        </p:tav>
                                        <p:tav tm="100000">
                                          <p:val>
                                            <p:strVal val="#ppt_w"/>
                                          </p:val>
                                        </p:tav>
                                      </p:tavLst>
                                    </p:anim>
                                    <p:anim calcmode="lin" valueType="num">
                                      <p:cBhvr>
                                        <p:cTn id="7" dur="500" fill="hold"/>
                                        <p:tgtEl>
                                          <p:spTgt spid="2"/>
                                        </p:tgtEl>
                                        <p:attrNameLst>
                                          <p:attrName>ppt_h</p:attrName>
                                        </p:attrNameLst>
                                      </p:cBhvr>
                                      <p:tavLst>
                                        <p:tav tm="0">
                                          <p:val>
                                            <p:fltVal val="0"/>
                                          </p:val>
                                        </p:tav>
                                        <p:tav tm="100000">
                                          <p:val>
                                            <p:strVal val="#ppt_h"/>
                                          </p:val>
                                        </p:tav>
                                      </p:tavLst>
                                    </p:anim>
                                    <p:animEffect transition="in" filter="fade">
                                      <p:cBhvr>
                                        <p:cTn id="8" dur="500"/>
                                        <p:tgtEl>
                                          <p:spTgt spid="2"/>
                                        </p:tgtEl>
                                      </p:cBhvr>
                                    </p:animEffect>
                                  </p:childTnLst>
                                </p:cTn>
                              </p:par>
                            </p:childTnLst>
                          </p:cTn>
                        </p:par>
                        <p:par>
                          <p:cTn id="10" fill="hold">
                            <p:stCondLst>
                              <p:cond delay="500"/>
                            </p:stCondLst>
                            <p:childTnLst>
                              <p:par>
                                <p:cTn id="13" presetID="10"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8" presetID="53" presetClass="entr" presetSubtype="16" fill="hold" nodeType="withEffect">
                                  <p:stCondLst>
                                    <p:cond delay="30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Effect transition="in" filter="fade">
                                      <p:cBhvr>
                                        <p:cTn id="17" dur="500"/>
                                        <p:tgtEl>
                                          <p:spTgt spid="4"/>
                                        </p:tgtEl>
                                      </p:cBhvr>
                                    </p:animEffect>
                                  </p:childTnLst>
                                </p:cTn>
                              </p:par>
                              <p:par>
                                <p:cTn id="21" presetID="10" presetClass="entr" presetSubtype="0" fill="hold" nodeType="withEffect">
                                  <p:stCondLst>
                                    <p:cond delay="60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Little Science Museum">
  <a:themeElements>
    <a:clrScheme name="Little Science Museum">
      <a:dk1>
        <a:srgbClr val="3B2A5A"/>
      </a:dk1>
      <a:lt1>
        <a:srgbClr val="FFFFFF"/>
      </a:lt1>
      <a:dk2>
        <a:srgbClr val="5B3E8E"/>
      </a:dk2>
      <a:lt2>
        <a:srgbClr val="FFF4FA"/>
      </a:lt2>
      <a:accent1>
        <a:srgbClr val="E85D9A"/>
      </a:accent1>
      <a:accent2>
        <a:srgbClr val="3BA7E0"/>
      </a:accent2>
      <a:accent3>
        <a:srgbClr val="8E6CD8"/>
      </a:accent3>
      <a:accent4>
        <a:srgbClr val="F5B700"/>
      </a:accent4>
      <a:accent5>
        <a:srgbClr val="2DBE8C"/>
      </a:accent5>
      <a:accent6>
        <a:srgbClr val="F58A3C"/>
      </a:accent6>
      <a:hlink>
        <a:srgbClr val="3BA7E0"/>
      </a:hlink>
      <a:folHlink>
        <a:srgbClr val="8E6CD8"/>
      </a:folHlink>
    </a:clrScheme>
    <a:fontScheme name="Little Science Museum">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متحف العلوم الصغير – الهضم والإخراج</dc:title>
  <dc:subject>العلوم – الصف السادس الابتدائي</dc:subject>
  <dc:creator>أ/ شامه البقمي</dc:creator>
  <cp:lastModifiedBy>أ/ شامه البقمي</cp:lastModifiedBy>
  <cp:revision>1</cp:revision>
  <dcterms:created xsi:type="dcterms:W3CDTF">2026-10-16T12:45:46Z</dcterms:created>
  <dcterms:modified xsi:type="dcterms:W3CDTF">2026-10-16T12:45:46Z</dcterms:modified>
</cp:coreProperties>
</file>