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افتتاح" id="{b1430189-fe08-a372-4508-3c004cbd3c5a}">
          <p14:sldIdLst>
            <p14:sldId id="256"/>
            <p14:sldId id="257"/>
          </p14:sldIdLst>
        </p14:section>
        <p14:section name="مراجعة الدرس السابق" id="{046c1258-6cfe-c8dc-dcd3-49600ea0c5d5}">
          <p14:sldIdLst>
            <p14:sldId id="258"/>
            <p14:sldId id="259"/>
            <p14:sldId id="260"/>
            <p14:sldId id="261"/>
            <p14:sldId id="262"/>
            <p14:sldId id="263"/>
          </p14:sldIdLst>
        </p14:section>
        <p14:section name="الدرس: المناطق الحيوية المائية" id="{69e38576-c730-5e0e-26eb-1579eda399c1}">
          <p14:sldIdLst>
            <p14:sldId id="264"/>
            <p14:sldId id="265"/>
            <p14:sldId id="266"/>
            <p14:sldId id="267"/>
            <p14:sldId id="268"/>
            <p14:sldId id="269"/>
          </p14:sldIdLst>
        </p14:section>
        <p14:section name="التقويم" id="{3061c99b-09ed-471c-fb44-c1efce5f37e6}">
          <p14:sldIdLst>
            <p14:sldId id="270"/>
            <p14:sldId id="271"/>
            <p14:sldId id="272"/>
          </p14:sldIdLst>
        </p14:section>
        <p14:section name="الربط" id="{a11c9705-463c-00c5-fbbf-f824fce177a1}">
          <p14:sldIdLst>
            <p14:sldId id="273"/>
            <p14:sldId id="274"/>
          </p14:sldIdLst>
        </p14:section>
        <p14:section name="الختام" id="{29a6a397-19d1-fa5c-fdfb-739af9592f25}">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الترحيب: رحّبي بالطالبات بعبارة «مرحبًا بعالمات المستقبل». تظهر العناصر تلقائيًا بعد الانتقال إلى الشريحة دون نقر.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الدعاء: تردد الطالبات مع المعلمة قوله تعالى: ﴿رَّبِّ زِدْنِى عِلْمًا﴾ [طه: ١١٤]، ثم انقري لإظهار الدعاء: اللهم علّمنا ما ينفعنا، وانفعنا بما علّمتنا، وزدنا علمًا.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أقرأ وأتعلّم (من كتاب الطالبة): اعرضي السؤال الأساسي للدرس، ثم ذكّري الطالبات بأن المفردات والمواطن على اليابسة معلومات سابقة سنراجعها، أما الدرس الجديد فهو: هل هناك مناطق حيوية مائية؟ مهارة القراءة: حقيقة أم رأي.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لعبة المفردات السحرية (التعلم باللعب): تختار الطالبة رقم بطاقة، وتضغط المعلمة على البطاقة نفسها فتظهر المفردة ونجمة ذهبية للتعزيز (يمكن فتح البطاقات بأي ترتيب). ناقشي المعنى بعد كل بطاقة:
• العوامل الحيوية: المخلوقات الحية في النظام البيئي.
• العوامل اللاحيوية: الأشياء غير الحية في النظام البيئي.
• النظام البيئي: يتكون من عوامل حيوية وأخرى لاحيوية.
• الموطن: المكان الذي يعيش فيه المخلوق الحي.
• الجماعة الحيوية: مخلوقات حية من النوع نفسه تعيش في المكان نفسه.
• المجتمع الحيوي: جميع الجماعات التي تعيش في النظام البيئي.
• المنطقة الحيوية: نظام بيئي كبير له نباتاته وحيواناته وتربته الخاصة.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لعبة من أنا؟ (التعلم باللعب): تقرأ المعلمة الوصف، وتجيب الطالبات، ثم تضغط المعلمة على بطاقة «من أنا؟» المقابلة لتظهر الإجابة.
١. المكان الذي يعيش فيه المخلوق الحي ← الموطن.
٢. جميع الجماعات التي تعيش في النظام البيئي ← المجتمع الحيوي.
٣. المخلوقات الحية في النظام البيئي ← العوامل الحيوية.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شريط الذكريات (ماذا تعلمت؟) — مراجعة للدرس السابق فقط: اطرحي السؤال، واستمعي لإجابات الطالبات مستعينات بخريطة الكتاب، ثم انقري لإظهار الإجابة.
• الموطن: المكان الذي يعيش فيه المخلوق الحي.
• المناطق الحيوية على اليابسة في الخريطة: الصحراء، المناطق العشبية، مناطق الغابات، المناطق الجبلية.
• معظم الوطن العربي ينتمي إلى المنطقة الحيوية (الصحراء).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مراجعة (معلومات سابقة من الدرس السابق ص١٠٢): تعريف المنطقة الحيوية، ثم بطاقات المناطق الحيوية على اليابسة كما في الكتاب. يقع الوطن العربي ضمن منطقة حيوية كبيرة هي منطقة الصحراء الرملية التي تتميز بتربتها الجافة، وندرة أمطارها، وتقلبات درجات حرارتها. وهناك مناطق حيوية أخرى منها المنطقة العشبية ومناطق الغابات.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أختبر نفسي (من الدرس السابق ص١٠٢):
• حقيقة أم رأي؟ «الصحراء أمطارها قليلة وتربتها جافة» حقيقة، و«المناطق العشبية أجمل» رأي.
• التفكير الناقد: ما المنطقة الحيوية التي أعيش فيها؟ الصحراء (معظم الوطن العربي ينتمي إلى المنطقة الحيوية الصحراء).
ثم اطرحي سؤال الانتقال: هل هناك مواطن أخرى غير اليابسة؟ لتنتقلي إلى الدرس الجديد.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لاحظي وتساءلي: اعرضي صورة طيور النحام من الكتاب (بيئة مائية بحرية). اسألي: أين تعيش هذه المخلوقات الحية؟ هل يمكن أن يكون الماء موطنًا للمخلوقات الحية؟ استقبلي التوقعات دون تصحيح، ثم انقري لإظهار عنوان الدرس. الأمواج تتحرك تلقائيًا.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الفهم القرائي: تقرأ إحدى الطالبات نص الكتاب، ثم انقري لإظهار الصور الثلاث (داخل الماء – فوق الماء – قريبًا منه). اطرحي السؤال، وبعد المناقشة انقري لإظهار الإجابة: تتخذ العديد من المخلوقات الحية الماء موطنًا لها سواء في داخله أو فوقه أو قريبًا منه. (ينتقل إلى هذه الشريحة بحركة Morph تصغّر صورة النحام).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العوامل اللاحيوية: اقرئي معلومة الكتاب، ثم انقري لإظهار البيئة المائية، ثم البيئة على اليابسة، ثم علامة (≠) للدلالة على اختلاف العوامل اللاحيوية بينهما. وبسبب هذا الاختلاف تُصنّف الأنظمة البيئية المائية بطرق مختلفة (الشريحة التالية).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خريطة المفاهيم: انقري لتظهر الفروع تدريجيًا. نص الكتاب: «لذا تُصنّف الأنظمة البيئية المائية بطرق مختلفة؛ فالأنظمة البيئية المائية يتم تصنيفها بناءً على كون مياهها عذبة أو مالحة، أو راكدة أو جارية. ولكلٍّ منها خصائصه وأهميته، وجميعها من نِعَم الله الجليلة علينا وعلى سائر مخلوقاته».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أقرئي الصور: نص الكتاب: «وأهم الأنظمة البيئية المائية البرك، والبحيرات، والأنهار، والبحار، والمحيطات». اطلبي من الطالبات قراءة كل صورة وتسميتها، ثم اضغطي على الصورة نفسها ليظهر اسم النظام البيئي. الترتيب: البرك، البحيرات، الأنهار، البحار، المحيطات. (الصور رسوم توضيحية).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الفهم القرائي: نص الكتاب: «ويوجد في المياه على اختلاف أنواعها مناطق حيوية تتضمن مجتمعات حيوية مختلفة أو متشابهة، وهي تشتمل بدورها على جماعات حيوية مختلفة». انقري لإظهار الرسم ثم البطاقات بالتدريج: المنطقة الحيوية المائية ← المجتمعات الحيوية ← الجماعات الحيوية (مخلوقات من النوع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تصحيح المفاهيم (البطاقات الملونة): تظهر كل عبارة وحدها بالنقر، فترفع الطالبات البطاقة الخضراء (صح) أو الحمراء (خطأ)، ثم انقري لإظهار الإجابة والتصحيح.
١. صح.
٢. خطأ ← قد تكون مياهها عذبة أو مالحة.
٣. صح.
٤. خطأ ← قد تكون مياهها راكدة أو جارية.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أختبر نفسي (حقيقة أم رأي؟) — السؤال من الكتاب: هل العبارة التالية حقيقة أم رأي؟ «يستفيد الإنسان من الأنظمة البيئية المائية العذبة أكثر من الأنظمة البيئية المالحة» أفسر إجابتي.
الإجابة: رأي؛ لأن تحديد أيهما أكثر فائدة يحتاج إلى أدلة ومعايير للمقارنة. وقد ذكر الكتاب قوله تعالى ﴿وَمِن كُلٍّ تَأْكُلُونَ لَحْمًا طَرِيًّا﴾ فكلا النوعين نافع للإنسان.
انقري لإظهار علامة الصح في عمود «رأي»، ثم انقري لإظهار التفسير.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التفكير الناقد الإبداعي — السؤال من الكتاب: هل توجد مناطق حيوية مائية؟ لماذا؟ امنحي الطالبات وقتًا للتفكير (فكّري – شاركي)، ثم انقري لإظهار الإجابة: نعم، توجد مناطق حيوية مائية؛ لأن المياه تضم مجتمعات حيوية مختلفة أو متشابهة، وتشتمل على جماعات حيوية مختلفة.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بالقرآن الكريم: الآية الواردة في الكتاب (سورة فاطر، الآية ١٢) منقولة بالرسم العثماني من نص مصحف «تنزيل». تتلو المعلمة الآية، ثم تتأمل الطالبات: ماء عذب وماء مالح، ومن كلٍّ نأكل لحمًا طريًّا ونستخرج حلية نلبسها. الربط: نتأمل تنوع المياه وما فيها من نعم الله تعالى.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بالوطن (ربط إثرائي وليس من نص الكتاب): انقري لعرض العبارات تدريجيًا. زر «اكتشفي جهود وطني» يفتح المصدر الرسمي أثناء العرض: https://www.kaust.edu.sa/ar/innovate/kcri
السؤال: لماذا تهتم المملكة بحماية الشعاب المرجانية؟ الإجابة: للمحافظة على المخلوقات الحية وحماية مواطنها الطبيعية.
ملاحظة: خلفية الشعاب المرجانية رسم توضيحي؛ يمكن استبدالها بصورة حقيقية من (تنسيق الخلفية).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التقويم الختامي (أكملي الخريطة المفاهيمية): تشارك الطالبات في ملء البطاقات الفارغة، وبعد كل مشاركة انقري لإظهار الإجابة.
بحسب طبيعة المياه: عذبة، مالحة، راكدة، جارية.
ومن أمثلتها: البرك، البحيرات، الأنهار، البحار، المحيطات.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السؤال الأساسي (من مراجعة الدرس): كيف تتفاعل مكونات النظام البيئي بعضها مع بعض؟ ناقشي الطالبات، ثم انقري لإظهار الرسم، ثم الإجابة: تتفاعل المكونات الحية وغير الحية في النظام البيئي بعضها مع بعض، وتعتمد المخلوقات الحية على بعضها وعلى العوامل اللاحيوية لتلبية احتياجاتها.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الختام: أثني على الطالبات ولخّصي الدرس: الماء موطن للعديد من المخلوقات الحية، والأنظمة البيئية المائية متنوعة. تظهر العناصر تلقائيًا.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OARD">
    <p:bg>
      <p:bgPr>
        <a:solidFill>
          <a:srgbClr val="FFFFFF"/>
        </a:solidFill>
      </p:bgPr>
    </p:bg>
    <p:spTree>
      <p:nvGrpSpPr>
        <p:cNvPr id="1" name=""/>
        <p:cNvGrpSpPr/>
        <p:nvPr/>
      </p:nvGrpSpPr>
      <p:grpSpPr>
        <a:xfrm>
          <a:off x="0" y="0"/>
          <a:ext cx="0" cy="0"/>
          <a:chOff x="0" y="0"/>
          <a:chExt cx="0" cy="0"/>
        </a:xfrm>
      </p:grpSpPr>
      <p:pic>
        <p:nvPicPr>
          <p:cNvPr id="2" name="Image 0" descr="أ/ شامه البقمي">    </p:cNvPr>
          <p:cNvPicPr>
            <a:picLocks noChangeAspect="1"/>
          </p:cNvPicPr>
          <p:nvPr/>
        </p:nvPicPr>
        <p:blipFill>
          <a:blip r:embed="rId1"/>
          <a:stretch>
            <a:fillRect/>
          </a:stretch>
        </p:blipFill>
        <p:spPr>
          <a:xfrm>
            <a:off x="228600" y="6345936"/>
            <a:ext cx="2425924" cy="43891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jp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4.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4.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4.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4.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4.png"/><Relationship Id="rId20" Type="http://schemas.openxmlformats.org/officeDocument/2006/relationships/image" Target="../media/image-4-20.png"/><Relationship Id="rId21" Type="http://schemas.openxmlformats.org/officeDocument/2006/relationships/image" Target="../media/image-4-21.png"/><Relationship Id="rId22" Type="http://schemas.openxmlformats.org/officeDocument/2006/relationships/image" Target="../media/image-4-4.png"/><Relationship Id="rId23" Type="http://schemas.openxmlformats.org/officeDocument/2006/relationships/image" Target="../media/image-4-23.png"/><Relationship Id="rId24" Type="http://schemas.openxmlformats.org/officeDocument/2006/relationships/image" Target="../media/image-4-24.png"/><Relationship Id="rId25" Type="http://schemas.openxmlformats.org/officeDocument/2006/relationships/slideLayout" Target="../slideLayouts/slideLayout2.xml"/><Relationship Id="rId2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4.png"/><Relationship Id="rId8" Type="http://schemas.openxmlformats.org/officeDocument/2006/relationships/image" Target="../media/image-5-5.png"/><Relationship Id="rId9" Type="http://schemas.openxmlformats.org/officeDocument/2006/relationships/image" Target="../media/image-5-9.png"/><Relationship Id="rId10" Type="http://schemas.openxmlformats.org/officeDocument/2006/relationships/image" Target="../media/image-5-4.png"/><Relationship Id="rId11" Type="http://schemas.openxmlformats.org/officeDocument/2006/relationships/image" Target="../media/image-5-5.png"/><Relationship Id="rId12" Type="http://schemas.openxmlformats.org/officeDocument/2006/relationships/slideLayout" Target="../slideLayouts/slideLayout2.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jp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jpg"/><Relationship Id="rId6" Type="http://schemas.openxmlformats.org/officeDocument/2006/relationships/image" Target="../media/image-7-6.png"/><Relationship Id="rId7" Type="http://schemas.openxmlformats.org/officeDocument/2006/relationships/image" Target="../media/image-7-7.jpg"/><Relationship Id="rId8" Type="http://schemas.openxmlformats.org/officeDocument/2006/relationships/image" Target="../media/image-7-8.png"/><Relationship Id="rId9" Type="http://schemas.openxmlformats.org/officeDocument/2006/relationships/image" Target="../media/image-7-9.jp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jp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jp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2.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slideLayout" Target="../slideLayouts/slideLayout2.xml"/><Relationship Id="rId1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3.png"/><Relationship Id="rId6" Type="http://schemas.openxmlformats.org/officeDocument/2006/relationships/image" Target="../media/image-13-6.png"/><Relationship Id="rId7" Type="http://schemas.openxmlformats.org/officeDocument/2006/relationships/image" Target="../media/image-13-3.png"/><Relationship Id="rId8" Type="http://schemas.openxmlformats.org/officeDocument/2006/relationships/image" Target="../media/image-13-8.png"/><Relationship Id="rId9" Type="http://schemas.openxmlformats.org/officeDocument/2006/relationships/image" Target="../media/image-13-3.png"/><Relationship Id="rId10" Type="http://schemas.openxmlformats.org/officeDocument/2006/relationships/image" Target="../media/image-13-10.png"/><Relationship Id="rId11" Type="http://schemas.openxmlformats.org/officeDocument/2006/relationships/image" Target="../media/image-13-3.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slideLayout" Target="../slideLayouts/slideLayout2.xml"/><Relationship Id="rId1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5.png"/><Relationship Id="rId8" Type="http://schemas.openxmlformats.org/officeDocument/2006/relationships/image" Target="../media/image-15-8.png"/><Relationship Id="rId9" Type="http://schemas.openxmlformats.org/officeDocument/2006/relationships/image" Target="../media/image-15-5.png"/><Relationship Id="rId10" Type="http://schemas.openxmlformats.org/officeDocument/2006/relationships/image" Target="../media/image-15-6.png"/><Relationship Id="rId11" Type="http://schemas.openxmlformats.org/officeDocument/2006/relationships/image" Target="../media/image-15-5.png"/><Relationship Id="rId12" Type="http://schemas.openxmlformats.org/officeDocument/2006/relationships/image" Target="../media/image-15-8.png"/><Relationship Id="rId13" Type="http://schemas.openxmlformats.org/officeDocument/2006/relationships/slideLayout" Target="../slideLayouts/slideLayout2.xm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4" Type="http://schemas.openxmlformats.org/officeDocument/2006/relationships/hyperlink" Target="https://www.kaust.edu.sa/ar/innovate/kcri" TargetMode="External"/><Relationship Id="rId5" Type="http://schemas.openxmlformats.org/officeDocument/2006/relationships/hyperlink" Target="https://www.kaust.edu.sa/ar/innovate/kcri" TargetMode="External"/><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8.png"/><Relationship Id="rId10" Type="http://schemas.openxmlformats.org/officeDocument/2006/relationships/image" Target="../media/image-20-8.png"/><Relationship Id="rId11" Type="http://schemas.openxmlformats.org/officeDocument/2006/relationships/image" Target="../media/image-20-8.png"/><Relationship Id="rId12" Type="http://schemas.openxmlformats.org/officeDocument/2006/relationships/image" Target="../media/image-20-12.png"/><Relationship Id="rId13" Type="http://schemas.openxmlformats.org/officeDocument/2006/relationships/image" Target="../media/image-20-12.png"/><Relationship Id="rId14" Type="http://schemas.openxmlformats.org/officeDocument/2006/relationships/image" Target="../media/image-20-12.png"/><Relationship Id="rId15" Type="http://schemas.openxmlformats.org/officeDocument/2006/relationships/image" Target="../media/image-20-12.png"/><Relationship Id="rId16" Type="http://schemas.openxmlformats.org/officeDocument/2006/relationships/image" Target="../media/image-20-12.png"/><Relationship Id="rId17" Type="http://schemas.openxmlformats.org/officeDocument/2006/relationships/slideLayout" Target="../slideLayouts/slideLayout2.xml"/><Relationship Id="rId1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2.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_bis" descr="بسم الله الرحمن الرحيم">    </p:cNvPr>
          <p:cNvPicPr>
            <a:picLocks noChangeAspect="1"/>
          </p:cNvPicPr>
          <p:nvPr/>
        </p:nvPicPr>
        <p:blipFill>
          <a:blip r:embed="rId2"/>
          <a:stretch>
            <a:fillRect/>
          </a:stretch>
        </p:blipFill>
        <p:spPr>
          <a:xfrm>
            <a:off x="4744271" y="137160"/>
            <a:ext cx="2703153" cy="914400"/>
          </a:xfrm>
          <a:prstGeom prst="rect">
            <a:avLst/>
          </a:prstGeom>
        </p:spPr>
      </p:pic>
      <p:pic>
        <p:nvPicPr>
          <p:cNvPr id="3" name="s1_flag" descr="علم المملكة العربية السعودية">    </p:cNvPr>
          <p:cNvPicPr>
            <a:picLocks noChangeAspect="1"/>
          </p:cNvPicPr>
          <p:nvPr/>
        </p:nvPicPr>
        <p:blipFill>
          <a:blip r:embed="rId3"/>
          <a:stretch>
            <a:fillRect/>
          </a:stretch>
        </p:blipFill>
        <p:spPr>
          <a:xfrm>
            <a:off x="10104120" y="274320"/>
            <a:ext cx="1691640" cy="1268730"/>
          </a:xfrm>
          <a:prstGeom prst="rect">
            <a:avLst/>
          </a:prstGeom>
        </p:spPr>
      </p:pic>
      <p:pic>
        <p:nvPicPr>
          <p:cNvPr id="4" name="s1_title" descr="مرحبًا بعالمات المستقبل">    </p:cNvPr>
          <p:cNvPicPr>
            <a:picLocks noChangeAspect="1"/>
          </p:cNvPicPr>
          <p:nvPr/>
        </p:nvPicPr>
        <p:blipFill>
          <a:blip r:embed="rId4"/>
          <a:stretch>
            <a:fillRect/>
          </a:stretch>
        </p:blipFill>
        <p:spPr>
          <a:xfrm>
            <a:off x="2566974" y="1005840"/>
            <a:ext cx="7057748" cy="1143000"/>
          </a:xfrm>
          <a:prstGeom prst="rect">
            <a:avLst/>
          </a:prstGeom>
        </p:spPr>
      </p:pic>
      <p:sp>
        <p:nvSpPr>
          <p:cNvPr id="5" name="s1_l1"/>
          <p:cNvSpPr txBox="1"/>
          <p:nvPr/>
        </p:nvSpPr>
        <p:spPr>
          <a:xfrm>
            <a:off x="2468880" y="2240280"/>
            <a:ext cx="7251192" cy="548640"/>
          </a:xfrm>
          <a:prstGeom prst="rect">
            <a:avLst/>
          </a:prstGeom>
          <a:noFill/>
          <a:ln/>
        </p:spPr>
        <p:txBody>
          <a:bodyPr wrap="square" lIns="762" tIns="762" rIns="762" bIns="762" rtlCol="0" anchor="ctr"/>
          <a:lstStyle/>
          <a:p>
            <a:pPr rtl="1" algn="ctr" indent="0" marL="0">
              <a:lnSpc>
                <a:spcPct val="108000"/>
              </a:lnSpc>
              <a:buNone/>
            </a:pPr>
            <a:r>
              <a:rPr lang="ar-SA" altLang="en-US" sz="2600" b="1" dirty="0">
                <a:solidFill>
                  <a:srgbClr val="34405E"/>
                </a:solidFill>
                <a:latin typeface="Tahoma" pitchFamily="34" charset="0"/>
                <a:ea typeface="Tahoma" pitchFamily="34" charset="-122"/>
                <a:cs typeface="Tahoma" pitchFamily="34" charset="-120"/>
              </a:rPr>
              <a:t>أهلًا بكن في رحلتنا العلمية الممتعة.</a:t>
            </a:r>
            <a:endParaRPr lang="ar-SA" sz="2600" dirty="0"/>
          </a:p>
        </p:txBody>
      </p:sp>
      <p:sp>
        <p:nvSpPr>
          <p:cNvPr id="6" name="s1_l2"/>
          <p:cNvSpPr txBox="1"/>
          <p:nvPr/>
        </p:nvSpPr>
        <p:spPr>
          <a:xfrm>
            <a:off x="2926080" y="2761488"/>
            <a:ext cx="6336792" cy="502920"/>
          </a:xfrm>
          <a:prstGeom prst="rect">
            <a:avLst/>
          </a:prstGeom>
          <a:noFill/>
          <a:ln/>
        </p:spPr>
        <p:txBody>
          <a:bodyPr wrap="square" lIns="762" tIns="762" rIns="762" bIns="762" rtlCol="0" anchor="ctr"/>
          <a:lstStyle/>
          <a:p>
            <a:pPr rtl="1" algn="ctr" indent="0" marL="0">
              <a:lnSpc>
                <a:spcPct val="108000"/>
              </a:lnSpc>
              <a:buNone/>
            </a:pPr>
            <a:r>
              <a:rPr lang="ar-SA" altLang="en-US" sz="2400" b="1" dirty="0">
                <a:solidFill>
                  <a:srgbClr val="128C7E"/>
                </a:solidFill>
                <a:latin typeface="Tahoma" pitchFamily="34" charset="0"/>
                <a:ea typeface="Tahoma" pitchFamily="34" charset="-122"/>
                <a:cs typeface="Tahoma" pitchFamily="34" charset="-120"/>
              </a:rPr>
              <a:t>معًا نكتشف ونفكر ونتعلم.</a:t>
            </a:r>
            <a:endParaRPr lang="ar-SA" sz="2400" dirty="0"/>
          </a:p>
        </p:txBody>
      </p:sp>
      <p:sp>
        <p:nvSpPr>
          <p:cNvPr id="7" name="s1_c1"/>
          <p:cNvSpPr txBox="1"/>
          <p:nvPr/>
        </p:nvSpPr>
        <p:spPr>
          <a:xfrm>
            <a:off x="6172200" y="3474720"/>
            <a:ext cx="3749040" cy="530352"/>
          </a:xfrm>
          <a:prstGeom prst="roundRect">
            <a:avLst>
              <a:gd name="adj" fmla="val 50000"/>
            </a:avLst>
          </a:prstGeom>
          <a:solidFill>
            <a:srgbClr val="BFEBB8"/>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العلوم – الصف الرابع الابتدائي</a:t>
            </a:r>
            <a:endParaRPr lang="ar-SA" sz="1800" dirty="0"/>
          </a:p>
        </p:txBody>
      </p:sp>
      <p:sp>
        <p:nvSpPr>
          <p:cNvPr id="8" name="s1_c2"/>
          <p:cNvSpPr txBox="1"/>
          <p:nvPr/>
        </p:nvSpPr>
        <p:spPr>
          <a:xfrm>
            <a:off x="3063240" y="3474720"/>
            <a:ext cx="2926080" cy="530352"/>
          </a:xfrm>
          <a:prstGeom prst="roundRect">
            <a:avLst>
              <a:gd name="adj" fmla="val 50000"/>
            </a:avLst>
          </a:prstGeom>
          <a:solidFill>
            <a:srgbClr val="BDE6FA"/>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العام الدراسي ١٤٤٨هـ</a:t>
            </a:r>
            <a:endParaRPr lang="ar-SA" sz="1800" dirty="0"/>
          </a:p>
        </p:txBody>
      </p:sp>
      <p:sp>
        <p:nvSpPr>
          <p:cNvPr id="9" name="s1_c3"/>
          <p:cNvSpPr txBox="1"/>
          <p:nvPr/>
        </p:nvSpPr>
        <p:spPr>
          <a:xfrm>
            <a:off x="2880360" y="4142232"/>
            <a:ext cx="6428232" cy="530352"/>
          </a:xfrm>
          <a:prstGeom prst="roundRect">
            <a:avLst>
              <a:gd name="adj" fmla="val 50000"/>
            </a:avLst>
          </a:prstGeom>
          <a:solidFill>
            <a:srgbClr val="FFE8A3"/>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900" b="1" dirty="0">
                <a:solidFill>
                  <a:srgbClr val="34405E"/>
                </a:solidFill>
                <a:latin typeface="Tahoma" pitchFamily="34" charset="0"/>
                <a:ea typeface="Tahoma" pitchFamily="34" charset="-122"/>
                <a:cs typeface="Tahoma" pitchFamily="34" charset="-120"/>
              </a:rPr>
              <a:t>المدرسة الابتدائية العشرون لتحفيظ القرآن</a:t>
            </a:r>
            <a:endParaRPr lang="ar-SA" sz="1900" dirty="0"/>
          </a:p>
        </p:txBody>
      </p:sp>
      <p:sp>
        <p:nvSpPr>
          <p:cNvPr id="10" name="s1_c4"/>
          <p:cNvSpPr txBox="1"/>
          <p:nvPr/>
        </p:nvSpPr>
        <p:spPr>
          <a:xfrm>
            <a:off x="4041648" y="4846320"/>
            <a:ext cx="4114800" cy="603504"/>
          </a:xfrm>
          <a:prstGeom prst="roundRect">
            <a:avLst>
              <a:gd name="adj" fmla="val 50000"/>
            </a:avLst>
          </a:prstGeom>
          <a:solidFill>
            <a:srgbClr val="1E7B4F"/>
          </a:solidFill>
          <a:ln w="25400">
            <a:solidFill>
              <a:srgbClr val="1E7B4F"/>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2200" b="1" dirty="0">
                <a:solidFill>
                  <a:srgbClr val="FFFFFF"/>
                </a:solidFill>
                <a:latin typeface="Tahoma" pitchFamily="34" charset="0"/>
                <a:ea typeface="Tahoma" pitchFamily="34" charset="-122"/>
                <a:cs typeface="Tahoma" pitchFamily="34" charset="-120"/>
              </a:rPr>
              <a:t>المعلمة: أ/ شامه البقمي</a:t>
            </a:r>
            <a:endParaRPr lang="ar-SA" sz="2200" dirty="0"/>
          </a:p>
        </p:txBody>
      </p:sp>
      <p:pic>
        <p:nvPicPr>
          <p:cNvPr id="11" name="s1_g1" descr="طالبة تلوّح بيدها">    </p:cNvPr>
          <p:cNvPicPr>
            <a:picLocks noChangeAspect="1"/>
          </p:cNvPicPr>
          <p:nvPr/>
        </p:nvPicPr>
        <p:blipFill>
          <a:blip r:embed="rId5"/>
          <a:stretch>
            <a:fillRect/>
          </a:stretch>
        </p:blipFill>
        <p:spPr>
          <a:xfrm>
            <a:off x="137160" y="3520440"/>
            <a:ext cx="2174789" cy="2514600"/>
          </a:xfrm>
          <a:prstGeom prst="rect">
            <a:avLst/>
          </a:prstGeom>
        </p:spPr>
      </p:pic>
      <p:pic>
        <p:nvPicPr>
          <p:cNvPr id="12" name="s1_g2" descr="طالبة تلوّح بيدها">    </p:cNvPr>
          <p:cNvPicPr>
            <a:picLocks noChangeAspect="1"/>
          </p:cNvPicPr>
          <p:nvPr/>
        </p:nvPicPr>
        <p:blipFill>
          <a:blip r:embed="rId6"/>
          <a:stretch>
            <a:fillRect/>
          </a:stretch>
        </p:blipFill>
        <p:spPr>
          <a:xfrm>
            <a:off x="10012680" y="3520440"/>
            <a:ext cx="2174789" cy="251460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p:cTn id="6" dur="500" fill="hold"/>
                                        <p:tgtEl>
                                          <p:spTgt spid="4"/>
                                        </p:tgtEl>
                                        <p:attrNameLst>
                                          <p:attrName>ppt_w</p:attrName>
                                        </p:attrNameLst>
                                      </p:cBhvr>
                                      <p:tavLst>
                                        <p:tav tm="0">
                                          <p:val>
                                            <p:fltVal val="0"/>
                                          </p:val>
                                        </p:tav>
                                        <p:tav tm="100000">
                                          <p:val>
                                            <p:strVal val="#ppt_w"/>
                                          </p:val>
                                        </p:tav>
                                      </p:tavLst>
                                    </p:anim>
                                    <p:anim calcmode="lin" valueType="num">
                                      <p:cBhvr>
                                        <p:cTn id="7" dur="500" fill="hold"/>
                                        <p:tgtEl>
                                          <p:spTgt spid="4"/>
                                        </p:tgtEl>
                                        <p:attrNameLst>
                                          <p:attrName>ppt_h</p:attrName>
                                        </p:attrNameLst>
                                      </p:cBhvr>
                                      <p:tavLst>
                                        <p:tav tm="0">
                                          <p:val>
                                            <p:fltVal val="0"/>
                                          </p:val>
                                        </p:tav>
                                        <p:tav tm="100000">
                                          <p:val>
                                            <p:strVal val="#ppt_h"/>
                                          </p:val>
                                        </p:tav>
                                      </p:tavLst>
                                    </p:anim>
                                    <p:animEffect transition="in" filter="fade">
                                      <p:cBhvr>
                                        <p:cTn id="8" dur="500"/>
                                        <p:tgtEl>
                                          <p:spTgt spid="4"/>
                                        </p:tgtEl>
                                      </p:cBhvr>
                                    </p:animEffect>
                                  </p:childTnLst>
                                </p:cTn>
                              </p:par>
                              <p:par>
                                <p:cTn id="12" presetID="10" presetClass="entr" presetSubtype="0" fill="hold" grpId="0" nodeType="withEffect">
                                  <p:stCondLst>
                                    <p:cond delay="2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3" fill="hold">
                            <p:stCondLst>
                              <p:cond delay="700"/>
                            </p:stCondLst>
                            <p:childTnLst>
                              <p:par>
                                <p:cTn id="16"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9" presetID="10" presetClass="entr" presetSubtype="0" fill="hold" grpId="0" nodeType="withEffect">
                                  <p:stCondLst>
                                    <p:cond delay="22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22" presetID="10" presetClass="entr" presetSubtype="0" fill="hold" grpId="0" nodeType="withEffect">
                                  <p:stCondLst>
                                    <p:cond delay="44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5" presetID="10" presetClass="entr" presetSubtype="0" fill="hold" grpId="0" nodeType="withEffect">
                                  <p:stCondLst>
                                    <p:cond delay="66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8" presetID="10" presetClass="entr" presetSubtype="0" fill="hold" grpId="0" nodeType="withEffect">
                                  <p:stCondLst>
                                    <p:cond delay="88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31" presetID="10" presetClass="entr" presetSubtype="0" fill="hold" grpId="0" nodeType="withEffect">
                                  <p:stCondLst>
                                    <p:cond delay="11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par>
                          <p:cTn id="32" fill="hold">
                            <p:stCondLst>
                              <p:cond delay="2300"/>
                            </p:stCondLst>
                            <p:childTnLst>
                              <p:par>
                                <p:cTn id="37" presetID="53" presetClass="entr" presetSubtype="16"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42" presetID="53" presetClass="entr" presetSubtype="16" fill="hold" grpId="0" nodeType="withEffect">
                                  <p:stCondLst>
                                    <p:cond delay="200"/>
                                  </p:stCondLst>
                                  <p:childTnLst>
                                    <p:set>
                                      <p:cBhvr>
                                        <p:cTn id="38" dur="1" fill="hold">
                                          <p:stCondLst>
                                            <p:cond delay="0"/>
                                          </p:stCondLst>
                                        </p:cTn>
                                        <p:tgtEl>
                                          <p:spTgt spid="12"/>
                                        </p:tgtEl>
                                        <p:attrNameLst>
                                          <p:attrName>style.visibility</p:attrName>
                                        </p:attrNameLst>
                                      </p:cBhvr>
                                      <p:to>
                                        <p:strVal val="visible"/>
                                      </p:to>
                                    </p:set>
                                    <p:anim calcmode="lin" valueType="num">
                                      <p:cBhvr>
                                        <p:cTn id="39" dur="500" fill="hold"/>
                                        <p:tgtEl>
                                          <p:spTgt spid="12"/>
                                        </p:tgtEl>
                                        <p:attrNameLst>
                                          <p:attrName>ppt_w</p:attrName>
                                        </p:attrNameLst>
                                      </p:cBhvr>
                                      <p:tavLst>
                                        <p:tav tm="0">
                                          <p:val>
                                            <p:fltVal val="0"/>
                                          </p:val>
                                        </p:tav>
                                        <p:tav tm="100000">
                                          <p:val>
                                            <p:strVal val="#ppt_w"/>
                                          </p:val>
                                        </p:tav>
                                      </p:tavLst>
                                    </p:anim>
                                    <p:anim calcmode="lin" valueType="num">
                                      <p:cBhvr>
                                        <p:cTn id="40" dur="500" fill="hold"/>
                                        <p:tgtEl>
                                          <p:spTgt spid="12"/>
                                        </p:tgtEl>
                                        <p:attrNameLst>
                                          <p:attrName>ppt_h</p:attrName>
                                        </p:attrNameLst>
                                      </p:cBhvr>
                                      <p:tavLst>
                                        <p:tav tm="0">
                                          <p:val>
                                            <p:fltVal val="0"/>
                                          </p:val>
                                        </p:tav>
                                        <p:tav tm="100000">
                                          <p:val>
                                            <p:strVal val="#ppt_h"/>
                                          </p:val>
                                        </p:tav>
                                      </p:tavLst>
                                    </p:anim>
                                    <p:animEffect transition="in" filter="fade">
                                      <p:cBhvr>
                                        <p:cTn id="4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_title" descr="دعاء البداية">    </p:cNvPr>
          <p:cNvPicPr>
            <a:picLocks noChangeAspect="1"/>
          </p:cNvPicPr>
          <p:nvPr/>
        </p:nvPicPr>
        <p:blipFill>
          <a:blip r:embed="rId2"/>
          <a:stretch>
            <a:fillRect/>
          </a:stretch>
        </p:blipFill>
        <p:spPr>
          <a:xfrm>
            <a:off x="9266281" y="109728"/>
            <a:ext cx="2575199" cy="868680"/>
          </a:xfrm>
          <a:prstGeom prst="rect">
            <a:avLst/>
          </a:prstGeom>
        </p:spPr>
      </p:pic>
      <p:pic>
        <p:nvPicPr>
          <p:cNvPr id="3" name="s2_verse" descr="رب زدني علمًا">    </p:cNvPr>
          <p:cNvPicPr>
            <a:picLocks noChangeAspect="1"/>
          </p:cNvPicPr>
          <p:nvPr/>
        </p:nvPicPr>
        <p:blipFill>
          <a:blip r:embed="rId3"/>
          <a:stretch>
            <a:fillRect/>
          </a:stretch>
        </p:blipFill>
        <p:spPr>
          <a:xfrm>
            <a:off x="4852615" y="1234440"/>
            <a:ext cx="4132385" cy="1417320"/>
          </a:xfrm>
          <a:prstGeom prst="rect">
            <a:avLst/>
          </a:prstGeom>
        </p:spPr>
      </p:pic>
      <p:sp>
        <p:nvSpPr>
          <p:cNvPr id="4" name="s2_t_1"/>
          <p:cNvSpPr txBox="1"/>
          <p:nvPr/>
        </p:nvSpPr>
        <p:spPr>
          <a:xfrm>
            <a:off x="5821528" y="2560320"/>
            <a:ext cx="2194560" cy="384048"/>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A87400"/>
                </a:solidFill>
                <a:latin typeface="Tahoma" pitchFamily="34" charset="0"/>
                <a:ea typeface="Tahoma" pitchFamily="34" charset="-122"/>
                <a:cs typeface="Tahoma" pitchFamily="34" charset="-120"/>
              </a:rPr>
              <a:t>[طه: ١١٤]</a:t>
            </a:r>
            <a:endParaRPr lang="ar-SA" sz="1800" dirty="0"/>
          </a:p>
        </p:txBody>
      </p:sp>
      <p:pic>
        <p:nvPicPr>
          <p:cNvPr id="5" name="s2_pic_2" descr="/tmp/claude-0/-home-user-Scienceshamah/8386cda7-7741-5ea4-8952-60ee8e67fc31/scratchpad/w/img/card_1350x413_FFE8A3_s_i.png">    </p:cNvPr>
          <p:cNvPicPr>
            <a:picLocks noChangeAspect="1"/>
          </p:cNvPicPr>
          <p:nvPr/>
        </p:nvPicPr>
        <p:blipFill>
          <a:blip r:embed="rId4"/>
          <a:stretch>
            <a:fillRect/>
          </a:stretch>
        </p:blipFill>
        <p:spPr>
          <a:xfrm>
            <a:off x="3291840" y="3154680"/>
            <a:ext cx="8229600" cy="2514600"/>
          </a:xfrm>
          <a:prstGeom prst="rect">
            <a:avLst/>
          </a:prstGeom>
        </p:spPr>
      </p:pic>
      <p:sp>
        <p:nvSpPr>
          <p:cNvPr id="6" name="s2_t_3"/>
          <p:cNvSpPr txBox="1"/>
          <p:nvPr/>
        </p:nvSpPr>
        <p:spPr>
          <a:xfrm>
            <a:off x="3520440" y="3291840"/>
            <a:ext cx="7772400" cy="2240280"/>
          </a:xfrm>
          <a:prstGeom prst="rect">
            <a:avLst/>
          </a:prstGeom>
          <a:noFill/>
          <a:ln/>
        </p:spPr>
        <p:txBody>
          <a:bodyPr wrap="square" lIns="762" tIns="762" rIns="762" bIns="762" rtlCol="0" anchor="ctr"/>
          <a:lstStyle/>
          <a:p>
            <a:pPr rtl="1" algn="ctr" indent="0" marL="0">
              <a:lnSpc>
                <a:spcPct val="115000"/>
              </a:lnSpc>
              <a:buNone/>
            </a:pPr>
            <a:r>
              <a:rPr lang="ar-SA" altLang="en-US" sz="3000" b="1" dirty="0">
                <a:solidFill>
                  <a:srgbClr val="34405E"/>
                </a:solidFill>
                <a:latin typeface="Tahoma" pitchFamily="34" charset="0"/>
                <a:ea typeface="Tahoma" pitchFamily="34" charset="-122"/>
                <a:cs typeface="Tahoma" pitchFamily="34" charset="-120"/>
              </a:rPr>
              <a:t>اللهم علّمنا ما ينفعنا،</a:t>
            </a:r>
            <a:endParaRPr lang="ar-SA" sz="3000" dirty="0"/>
          </a:p>
          <a:p>
            <a:pPr rtl="1" algn="ctr" indent="0" marL="0">
              <a:lnSpc>
                <a:spcPct val="115000"/>
              </a:lnSpc>
              <a:buNone/>
            </a:pPr>
            <a:r>
              <a:rPr lang="ar-SA" altLang="en-US" sz="3000" b="1" dirty="0">
                <a:solidFill>
                  <a:srgbClr val="34405E"/>
                </a:solidFill>
                <a:latin typeface="Tahoma" pitchFamily="34" charset="0"/>
                <a:ea typeface="Tahoma" pitchFamily="34" charset="-122"/>
                <a:cs typeface="Tahoma" pitchFamily="34" charset="-120"/>
              </a:rPr>
              <a:t>وانفعنا بما علّمتنا،</a:t>
            </a:r>
            <a:endParaRPr lang="ar-SA" sz="3000" dirty="0"/>
          </a:p>
          <a:p>
            <a:pPr rtl="1" algn="ctr" indent="0" marL="0">
              <a:lnSpc>
                <a:spcPct val="115000"/>
              </a:lnSpc>
              <a:buNone/>
            </a:pPr>
            <a:r>
              <a:rPr lang="ar-SA" altLang="en-US" sz="3000" b="1" dirty="0">
                <a:solidFill>
                  <a:srgbClr val="34405E"/>
                </a:solidFill>
                <a:latin typeface="Tahoma" pitchFamily="34" charset="0"/>
                <a:ea typeface="Tahoma" pitchFamily="34" charset="-122"/>
                <a:cs typeface="Tahoma" pitchFamily="34" charset="-120"/>
              </a:rPr>
              <a:t>وزدنا علمًا.</a:t>
            </a:r>
            <a:endParaRPr lang="ar-SA" sz="3000" dirty="0"/>
          </a:p>
        </p:txBody>
      </p:sp>
      <p:pic>
        <p:nvPicPr>
          <p:cNvPr id="7" name="s2_pic_4" descr="طالبة ترفع يديها بالدعاء">    </p:cNvPr>
          <p:cNvPicPr>
            <a:picLocks noChangeAspect="1"/>
          </p:cNvPicPr>
          <p:nvPr/>
        </p:nvPicPr>
        <p:blipFill>
          <a:blip r:embed="rId5"/>
          <a:stretch>
            <a:fillRect/>
          </a:stretch>
        </p:blipFill>
        <p:spPr>
          <a:xfrm>
            <a:off x="457200" y="3063240"/>
            <a:ext cx="2530664" cy="292608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par>
                                <p:cTn id="10" presetID="10" presetClass="entr" presetSubtype="0" fill="hold" grpId="0" nodeType="withEffect">
                                  <p:stCondLst>
                                    <p:cond delay="15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3_title" descr="أقرأ وأتعلّم">    </p:cNvPr>
          <p:cNvPicPr>
            <a:picLocks noChangeAspect="1"/>
          </p:cNvPicPr>
          <p:nvPr/>
        </p:nvPicPr>
        <p:blipFill>
          <a:blip r:embed="rId2"/>
          <a:stretch>
            <a:fillRect/>
          </a:stretch>
        </p:blipFill>
        <p:spPr>
          <a:xfrm>
            <a:off x="9369083" y="109728"/>
            <a:ext cx="2472397" cy="868680"/>
          </a:xfrm>
          <a:prstGeom prst="rect">
            <a:avLst/>
          </a:prstGeom>
        </p:spPr>
      </p:pic>
      <p:sp>
        <p:nvSpPr>
          <p:cNvPr id="3" name="s3_strategy"/>
          <p:cNvSpPr txBox="1"/>
          <p:nvPr/>
        </p:nvSpPr>
        <p:spPr>
          <a:xfrm>
            <a:off x="411480" y="274320"/>
            <a:ext cx="33832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أقرأ وأتعلّم</a:t>
            </a:r>
            <a:endParaRPr lang="ar-SA" sz="1700" dirty="0"/>
          </a:p>
        </p:txBody>
      </p:sp>
      <p:pic>
        <p:nvPicPr>
          <p:cNvPr id="4" name="s3_pic_1" descr="/tmp/claude-0/-home-user-Scienceshamah/8386cda7-7741-5ea4-8952-60ee8e67fc31/scratchpad/w/img/card_518x833_FFFFFF_s_i.png">    </p:cNvPr>
          <p:cNvPicPr>
            <a:picLocks noChangeAspect="1"/>
          </p:cNvPicPr>
          <p:nvPr/>
        </p:nvPicPr>
        <p:blipFill>
          <a:blip r:embed="rId3"/>
          <a:stretch>
            <a:fillRect/>
          </a:stretch>
        </p:blipFill>
        <p:spPr>
          <a:xfrm>
            <a:off x="457200" y="1097280"/>
            <a:ext cx="3154680" cy="5074920"/>
          </a:xfrm>
          <a:prstGeom prst="rect">
            <a:avLst/>
          </a:prstGeom>
        </p:spPr>
      </p:pic>
      <p:pic>
        <p:nvPicPr>
          <p:cNvPr id="5" name="s3_pic_2" descr="صفحة أقرأ وأتعلم من كتاب الطالبة: السؤال الأساسي والمفردات ومهارة القراءة">    </p:cNvPr>
          <p:cNvPicPr>
            <a:picLocks noChangeAspect="1"/>
          </p:cNvPicPr>
          <p:nvPr/>
        </p:nvPicPr>
        <p:blipFill>
          <a:blip r:embed="rId4"/>
          <a:stretch>
            <a:fillRect/>
          </a:stretch>
        </p:blipFill>
        <p:spPr>
          <a:xfrm>
            <a:off x="658368" y="1188720"/>
            <a:ext cx="1915620" cy="4892040"/>
          </a:xfrm>
          <a:prstGeom prst="rect">
            <a:avLst/>
          </a:prstGeom>
        </p:spPr>
      </p:pic>
      <p:sp>
        <p:nvSpPr>
          <p:cNvPr id="6" name="s3_t_3"/>
          <p:cNvSpPr txBox="1"/>
          <p:nvPr/>
        </p:nvSpPr>
        <p:spPr>
          <a:xfrm>
            <a:off x="1234440" y="5870448"/>
            <a:ext cx="1600200" cy="384048"/>
          </a:xfrm>
          <a:prstGeom prst="roundRect">
            <a:avLst>
              <a:gd name="adj" fmla="val 50000"/>
            </a:avLst>
          </a:prstGeom>
          <a:solidFill>
            <a:srgbClr val="BDE6FA"/>
          </a:solidFill>
          <a:ln w="25400">
            <a:solidFill>
              <a:srgbClr val="34405E"/>
            </a:solidFill>
          </a:ln>
        </p:spPr>
        <p:txBody>
          <a:bodyPr wrap="square" lIns="381" tIns="381" rIns="381" bIns="381" rtlCol="0" anchor="ctr"/>
          <a:lstStyle/>
          <a:p>
            <a:pPr rtl="1" algn="ctr" indent="0" marL="0">
              <a:lnSpc>
                <a:spcPct val="108000"/>
              </a:lnSpc>
              <a:buNone/>
            </a:pPr>
            <a:r>
              <a:rPr lang="ar-SA" altLang="en-US" sz="1500" b="1" dirty="0">
                <a:solidFill>
                  <a:srgbClr val="34405E"/>
                </a:solidFill>
                <a:latin typeface="Tahoma" pitchFamily="34" charset="0"/>
                <a:ea typeface="Tahoma" pitchFamily="34" charset="-122"/>
                <a:cs typeface="Tahoma" pitchFamily="34" charset="-120"/>
              </a:rPr>
              <a:t>📖 من كتابي</a:t>
            </a:r>
            <a:endParaRPr lang="ar-SA" sz="1500" dirty="0"/>
          </a:p>
        </p:txBody>
      </p:sp>
      <p:pic>
        <p:nvPicPr>
          <p:cNvPr id="7" name="s3_pic_4" descr="/tmp/claude-0/-home-user-Scienceshamah/8386cda7-7741-5ea4-8952-60ee8e67fc31/scratchpad/w/img/card_1283x240_BFEBB8_s_i.png">    </p:cNvPr>
          <p:cNvPicPr>
            <a:picLocks noChangeAspect="1"/>
          </p:cNvPicPr>
          <p:nvPr/>
        </p:nvPicPr>
        <p:blipFill>
          <a:blip r:embed="rId5"/>
          <a:stretch>
            <a:fillRect/>
          </a:stretch>
        </p:blipFill>
        <p:spPr>
          <a:xfrm>
            <a:off x="3931920" y="1188720"/>
            <a:ext cx="7818120" cy="1463040"/>
          </a:xfrm>
          <a:prstGeom prst="rect">
            <a:avLst/>
          </a:prstGeom>
        </p:spPr>
      </p:pic>
      <p:sp>
        <p:nvSpPr>
          <p:cNvPr id="8" name="s3_t_5"/>
          <p:cNvSpPr txBox="1"/>
          <p:nvPr/>
        </p:nvSpPr>
        <p:spPr>
          <a:xfrm>
            <a:off x="4114800" y="1243584"/>
            <a:ext cx="7452360" cy="1353312"/>
          </a:xfrm>
          <a:prstGeom prst="rect">
            <a:avLst/>
          </a:prstGeom>
          <a:noFill/>
          <a:ln/>
        </p:spPr>
        <p:txBody>
          <a:bodyPr wrap="square" lIns="762" tIns="762" rIns="762" bIns="762" rtlCol="0" anchor="ctr"/>
          <a:lstStyle/>
          <a:p>
            <a:pPr rtl="1" algn="r" indent="0" marL="0">
              <a:lnSpc>
                <a:spcPct val="108000"/>
              </a:lnSpc>
              <a:buNone/>
            </a:pPr>
            <a:r>
              <a:rPr lang="ar-SA" altLang="en-US" sz="2300" b="1" dirty="0">
                <a:solidFill>
                  <a:srgbClr val="2F8A3A"/>
                </a:solidFill>
                <a:latin typeface="Tahoma" pitchFamily="34" charset="0"/>
                <a:ea typeface="Tahoma" pitchFamily="34" charset="-122"/>
                <a:cs typeface="Tahoma" pitchFamily="34" charset="-120"/>
              </a:rPr>
              <a:t>السؤال الأساسي:</a:t>
            </a:r>
            <a:endParaRPr lang="ar-SA" sz="2300" dirty="0"/>
          </a:p>
          <a:p>
            <a:pPr rtl="1" algn="r" indent="0" marL="0">
              <a:lnSpc>
                <a:spcPct val="108000"/>
              </a:lnSpc>
              <a:buNone/>
            </a:pPr>
            <a:r>
              <a:rPr lang="ar-SA" altLang="en-US" sz="2300" b="1" dirty="0">
                <a:solidFill>
                  <a:srgbClr val="34405E"/>
                </a:solidFill>
                <a:latin typeface="Tahoma" pitchFamily="34" charset="0"/>
                <a:ea typeface="Tahoma" pitchFamily="34" charset="-122"/>
                <a:cs typeface="Tahoma" pitchFamily="34" charset="-120"/>
              </a:rPr>
              <a:t>كيف تتفاعل مكونات النظام البيئي بعضها مع بعض؟</a:t>
            </a:r>
            <a:endParaRPr lang="ar-SA" sz="2300" dirty="0"/>
          </a:p>
        </p:txBody>
      </p:sp>
      <p:pic>
        <p:nvPicPr>
          <p:cNvPr id="9" name="s3_pic_6" descr="/tmp/claude-0/-home-user-Scienceshamah/8386cda7-7741-5ea4-8952-60ee8e67fc31/scratchpad/w/img/card_1283x315_FFE8A3_s_i.png">    </p:cNvPr>
          <p:cNvPicPr>
            <a:picLocks noChangeAspect="1"/>
          </p:cNvPicPr>
          <p:nvPr/>
        </p:nvPicPr>
        <p:blipFill>
          <a:blip r:embed="rId6"/>
          <a:stretch>
            <a:fillRect/>
          </a:stretch>
        </p:blipFill>
        <p:spPr>
          <a:xfrm>
            <a:off x="3931920" y="2834640"/>
            <a:ext cx="7818120" cy="1920240"/>
          </a:xfrm>
          <a:prstGeom prst="rect">
            <a:avLst/>
          </a:prstGeom>
        </p:spPr>
      </p:pic>
      <p:sp>
        <p:nvSpPr>
          <p:cNvPr id="10" name="s3_t_7"/>
          <p:cNvSpPr txBox="1"/>
          <p:nvPr/>
        </p:nvSpPr>
        <p:spPr>
          <a:xfrm>
            <a:off x="4114800" y="2889504"/>
            <a:ext cx="7452360" cy="1810512"/>
          </a:xfrm>
          <a:prstGeom prst="rect">
            <a:avLst/>
          </a:prstGeom>
          <a:noFill/>
          <a:ln/>
        </p:spPr>
        <p:txBody>
          <a:bodyPr wrap="square" lIns="762" tIns="762" rIns="762" bIns="762" rtlCol="0" anchor="ctr"/>
          <a:lstStyle/>
          <a:p>
            <a:pPr rtl="1" algn="r" indent="0" marL="0">
              <a:lnSpc>
                <a:spcPct val="120000"/>
              </a:lnSpc>
              <a:buNone/>
            </a:pPr>
            <a:r>
              <a:rPr lang="ar-SA" altLang="en-US" sz="2100" b="1" dirty="0">
                <a:solidFill>
                  <a:srgbClr val="A87400"/>
                </a:solidFill>
                <a:latin typeface="Tahoma" pitchFamily="34" charset="0"/>
                <a:ea typeface="Tahoma" pitchFamily="34" charset="-122"/>
                <a:cs typeface="Tahoma" pitchFamily="34" charset="-120"/>
              </a:rPr>
              <a:t>المفردات (معلومات سابقة نراجعها):</a:t>
            </a:r>
            <a:endParaRPr lang="ar-SA" sz="2100" dirty="0"/>
          </a:p>
          <a:p>
            <a:pPr rtl="1" algn="r" indent="0" marL="0">
              <a:lnSpc>
                <a:spcPct val="120000"/>
              </a:lnSpc>
              <a:buNone/>
            </a:pPr>
            <a:r>
              <a:rPr lang="ar-SA" altLang="en-US" sz="2100" b="1" dirty="0">
                <a:solidFill>
                  <a:srgbClr val="34405E"/>
                </a:solidFill>
                <a:latin typeface="Tahoma" pitchFamily="34" charset="0"/>
                <a:ea typeface="Tahoma" pitchFamily="34" charset="-122"/>
                <a:cs typeface="Tahoma" pitchFamily="34" charset="-120"/>
              </a:rPr>
              <a:t>العوامل الحيوية • العوامل اللاحيوية • النظام البيئي • الموطن • الجماعة الحيوية • المجتمع الحيوي • المنطقة الحيوية</a:t>
            </a:r>
            <a:endParaRPr lang="ar-SA" sz="2100" dirty="0"/>
          </a:p>
        </p:txBody>
      </p:sp>
      <p:pic>
        <p:nvPicPr>
          <p:cNvPr id="11" name="s3_pic_8" descr="/tmp/claude-0/-home-user-Scienceshamah/8386cda7-7741-5ea4-8952-60ee8e67fc31/scratchpad/w/img/card_1283x203_FFD1E0_s_i.png">    </p:cNvPr>
          <p:cNvPicPr>
            <a:picLocks noChangeAspect="1"/>
          </p:cNvPicPr>
          <p:nvPr/>
        </p:nvPicPr>
        <p:blipFill>
          <a:blip r:embed="rId7"/>
          <a:stretch>
            <a:fillRect/>
          </a:stretch>
        </p:blipFill>
        <p:spPr>
          <a:xfrm>
            <a:off x="3931920" y="4937760"/>
            <a:ext cx="7818120" cy="1234440"/>
          </a:xfrm>
          <a:prstGeom prst="rect">
            <a:avLst/>
          </a:prstGeom>
        </p:spPr>
      </p:pic>
      <p:sp>
        <p:nvSpPr>
          <p:cNvPr id="12" name="s3_t_9"/>
          <p:cNvSpPr txBox="1"/>
          <p:nvPr/>
        </p:nvSpPr>
        <p:spPr>
          <a:xfrm>
            <a:off x="4114800" y="4983480"/>
            <a:ext cx="7452360" cy="1143000"/>
          </a:xfrm>
          <a:prstGeom prst="rect">
            <a:avLst/>
          </a:prstGeom>
          <a:noFill/>
          <a:ln/>
        </p:spPr>
        <p:txBody>
          <a:bodyPr wrap="square" lIns="762" tIns="762" rIns="762" bIns="762" rtlCol="0" anchor="ctr"/>
          <a:lstStyle/>
          <a:p>
            <a:pPr rtl="1" algn="r" indent="0" marL="0">
              <a:lnSpc>
                <a:spcPct val="108000"/>
              </a:lnSpc>
              <a:buNone/>
            </a:pPr>
            <a:r>
              <a:rPr lang="ar-SA" altLang="en-US" sz="2000" b="1" dirty="0">
                <a:solidFill>
                  <a:srgbClr val="C2366F"/>
                </a:solidFill>
                <a:latin typeface="Tahoma" pitchFamily="34" charset="0"/>
                <a:ea typeface="Tahoma" pitchFamily="34" charset="-122"/>
                <a:cs typeface="Tahoma" pitchFamily="34" charset="-120"/>
              </a:rPr>
              <a:t>مهارة القراءة: </a:t>
            </a:r>
            <a:pPr rtl="1" algn="r" indent="0" marL="0">
              <a:lnSpc>
                <a:spcPct val="108000"/>
              </a:lnSpc>
              <a:buNone/>
            </a:pPr>
            <a:r>
              <a:rPr lang="ar-SA" altLang="en-US" sz="2000" b="1" dirty="0">
                <a:solidFill>
                  <a:srgbClr val="34405E"/>
                </a:solidFill>
                <a:latin typeface="Tahoma" pitchFamily="34" charset="0"/>
                <a:ea typeface="Tahoma" pitchFamily="34" charset="-122"/>
                <a:cs typeface="Tahoma" pitchFamily="34" charset="-120"/>
              </a:rPr>
              <a:t>حقيقة أم رأي؟ نميّز بين العبارة الحقيقية والعبارة التي تعبّر عن رأي.</a:t>
            </a:r>
            <a:endParaRPr lang="ar-SA" sz="20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500"/>
                                        <p:tgtEl>
                                          <p:spTgt spid="7"/>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3"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6"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4_title" descr="لعبة المفردات السحرية">    </p:cNvPr>
          <p:cNvPicPr>
            <a:picLocks noChangeAspect="1"/>
          </p:cNvPicPr>
          <p:nvPr/>
        </p:nvPicPr>
        <p:blipFill>
          <a:blip r:embed="rId2"/>
          <a:stretch>
            <a:fillRect/>
          </a:stretch>
        </p:blipFill>
        <p:spPr>
          <a:xfrm>
            <a:off x="6937807" y="109728"/>
            <a:ext cx="4903673" cy="868680"/>
          </a:xfrm>
          <a:prstGeom prst="rect">
            <a:avLst/>
          </a:prstGeom>
        </p:spPr>
      </p:pic>
      <p:sp>
        <p:nvSpPr>
          <p:cNvPr id="3" name="s4_strategy"/>
          <p:cNvSpPr txBox="1"/>
          <p:nvPr/>
        </p:nvSpPr>
        <p:spPr>
          <a:xfrm>
            <a:off x="411480" y="274320"/>
            <a:ext cx="352044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التعلم باللعب</a:t>
            </a:r>
            <a:endParaRPr lang="ar-SA" sz="1700" dirty="0"/>
          </a:p>
        </p:txBody>
      </p:sp>
      <p:pic>
        <p:nvPicPr>
          <p:cNvPr id="4" name="s4_pic_1" descr="/tmp/claude-0/-home-user-Scienceshamah/8386cda7-7741-5ea4-8952-60ee8e67fc31/scratchpad/w/img/card_428x300_BDE6FA_s_i.png">    </p:cNvPr>
          <p:cNvPicPr>
            <a:picLocks noChangeAspect="1"/>
          </p:cNvPicPr>
          <p:nvPr/>
        </p:nvPicPr>
        <p:blipFill>
          <a:blip r:embed="rId3"/>
          <a:stretch>
            <a:fillRect/>
          </a:stretch>
        </p:blipFill>
        <p:spPr>
          <a:xfrm>
            <a:off x="9144000" y="1371600"/>
            <a:ext cx="2606040" cy="1828800"/>
          </a:xfrm>
          <a:prstGeom prst="rect">
            <a:avLst/>
          </a:prstGeom>
        </p:spPr>
      </p:pic>
      <p:sp>
        <p:nvSpPr>
          <p:cNvPr id="5" name="s4_t_2"/>
          <p:cNvSpPr txBox="1"/>
          <p:nvPr/>
        </p:nvSpPr>
        <p:spPr>
          <a:xfrm>
            <a:off x="9281160" y="1691640"/>
            <a:ext cx="2331720" cy="1280160"/>
          </a:xfrm>
          <a:prstGeom prst="rect">
            <a:avLst/>
          </a:prstGeom>
          <a:noFill/>
          <a:ln/>
        </p:spPr>
        <p:txBody>
          <a:bodyPr wrap="square" lIns="762" tIns="762" rIns="762" bIns="762" rtlCol="0" anchor="ctr"/>
          <a:lstStyle/>
          <a:p>
            <a:pPr rtl="1" algn="ctr" indent="0" marL="0">
              <a:lnSpc>
                <a:spcPct val="108000"/>
              </a:lnSpc>
              <a:buNone/>
            </a:pPr>
            <a:r>
              <a:rPr lang="ar-SA" altLang="en-US" sz="2400" b="1" dirty="0">
                <a:solidFill>
                  <a:srgbClr val="34405E"/>
                </a:solidFill>
                <a:latin typeface="Tahoma" pitchFamily="34" charset="0"/>
                <a:ea typeface="Tahoma" pitchFamily="34" charset="-122"/>
                <a:cs typeface="Tahoma" pitchFamily="34" charset="-120"/>
              </a:rPr>
              <a:t>العوامل الحيوية</a:t>
            </a:r>
            <a:endParaRPr lang="ar-SA" sz="2400" dirty="0"/>
          </a:p>
        </p:txBody>
      </p:sp>
      <p:pic>
        <p:nvPicPr>
          <p:cNvPr id="6" name="s4_pic_3" descr="نجمة ذهبية">    </p:cNvPr>
          <p:cNvPicPr>
            <a:picLocks noChangeAspect="1"/>
          </p:cNvPicPr>
          <p:nvPr/>
        </p:nvPicPr>
        <p:blipFill>
          <a:blip r:embed="rId4"/>
          <a:stretch>
            <a:fillRect/>
          </a:stretch>
        </p:blipFill>
        <p:spPr>
          <a:xfrm>
            <a:off x="11183112" y="1261872"/>
            <a:ext cx="548640" cy="548640"/>
          </a:xfrm>
          <a:prstGeom prst="rect">
            <a:avLst/>
          </a:prstGeom>
        </p:spPr>
      </p:pic>
      <p:pic>
        <p:nvPicPr>
          <p:cNvPr id="7" name="s4_pic_4" descr="بطاقة سحرية رقم 1">    </p:cNvPr>
          <p:cNvPicPr>
            <a:picLocks noChangeAspect="1"/>
          </p:cNvPicPr>
          <p:nvPr/>
        </p:nvPicPr>
        <p:blipFill>
          <a:blip r:embed="rId5"/>
          <a:stretch>
            <a:fillRect/>
          </a:stretch>
        </p:blipFill>
        <p:spPr>
          <a:xfrm>
            <a:off x="9144000" y="1371600"/>
            <a:ext cx="2606040" cy="1828800"/>
          </a:xfrm>
          <a:prstGeom prst="rect">
            <a:avLst/>
          </a:prstGeom>
        </p:spPr>
      </p:pic>
      <p:pic>
        <p:nvPicPr>
          <p:cNvPr id="8" name="s4_pic_5" descr="/tmp/claude-0/-home-user-Scienceshamah/8386cda7-7741-5ea4-8952-60ee8e67fc31/scratchpad/w/img/card_428x300_FFD1E0_s_i.png">    </p:cNvPr>
          <p:cNvPicPr>
            <a:picLocks noChangeAspect="1"/>
          </p:cNvPicPr>
          <p:nvPr/>
        </p:nvPicPr>
        <p:blipFill>
          <a:blip r:embed="rId6"/>
          <a:stretch>
            <a:fillRect/>
          </a:stretch>
        </p:blipFill>
        <p:spPr>
          <a:xfrm>
            <a:off x="6291072" y="1371600"/>
            <a:ext cx="2606040" cy="1828800"/>
          </a:xfrm>
          <a:prstGeom prst="rect">
            <a:avLst/>
          </a:prstGeom>
        </p:spPr>
      </p:pic>
      <p:sp>
        <p:nvSpPr>
          <p:cNvPr id="9" name="s4_t_6"/>
          <p:cNvSpPr txBox="1"/>
          <p:nvPr/>
        </p:nvSpPr>
        <p:spPr>
          <a:xfrm>
            <a:off x="6428232" y="1691640"/>
            <a:ext cx="2331720" cy="1280160"/>
          </a:xfrm>
          <a:prstGeom prst="rect">
            <a:avLst/>
          </a:prstGeom>
          <a:noFill/>
          <a:ln/>
        </p:spPr>
        <p:txBody>
          <a:bodyPr wrap="square" lIns="762" tIns="762" rIns="762" bIns="762" rtlCol="0" anchor="ctr"/>
          <a:lstStyle/>
          <a:p>
            <a:pPr rtl="1" algn="ctr" indent="0" marL="0">
              <a:lnSpc>
                <a:spcPct val="108000"/>
              </a:lnSpc>
              <a:buNone/>
            </a:pPr>
            <a:r>
              <a:rPr lang="ar-SA" altLang="en-US" sz="2400" b="1" dirty="0">
                <a:solidFill>
                  <a:srgbClr val="34405E"/>
                </a:solidFill>
                <a:latin typeface="Tahoma" pitchFamily="34" charset="0"/>
                <a:ea typeface="Tahoma" pitchFamily="34" charset="-122"/>
                <a:cs typeface="Tahoma" pitchFamily="34" charset="-120"/>
              </a:rPr>
              <a:t>العوامل اللاحيوية</a:t>
            </a:r>
            <a:endParaRPr lang="ar-SA" sz="2400" dirty="0"/>
          </a:p>
        </p:txBody>
      </p:sp>
      <p:pic>
        <p:nvPicPr>
          <p:cNvPr id="10" name="s4_pic_7" descr="نجمة ذهبية">    </p:cNvPr>
          <p:cNvPicPr>
            <a:picLocks noChangeAspect="1"/>
          </p:cNvPicPr>
          <p:nvPr/>
        </p:nvPicPr>
        <p:blipFill>
          <a:blip r:embed="rId7"/>
          <a:stretch>
            <a:fillRect/>
          </a:stretch>
        </p:blipFill>
        <p:spPr>
          <a:xfrm>
            <a:off x="8330184" y="1261872"/>
            <a:ext cx="548640" cy="548640"/>
          </a:xfrm>
          <a:prstGeom prst="rect">
            <a:avLst/>
          </a:prstGeom>
        </p:spPr>
      </p:pic>
      <p:pic>
        <p:nvPicPr>
          <p:cNvPr id="11" name="s4_pic_8" descr="بطاقة سحرية رقم 2">    </p:cNvPr>
          <p:cNvPicPr>
            <a:picLocks noChangeAspect="1"/>
          </p:cNvPicPr>
          <p:nvPr/>
        </p:nvPicPr>
        <p:blipFill>
          <a:blip r:embed="rId8"/>
          <a:stretch>
            <a:fillRect/>
          </a:stretch>
        </p:blipFill>
        <p:spPr>
          <a:xfrm>
            <a:off x="6291072" y="1371600"/>
            <a:ext cx="2606040" cy="1828800"/>
          </a:xfrm>
          <a:prstGeom prst="rect">
            <a:avLst/>
          </a:prstGeom>
        </p:spPr>
      </p:pic>
      <p:pic>
        <p:nvPicPr>
          <p:cNvPr id="12" name="s4_pic_9" descr="/tmp/claude-0/-home-user-Scienceshamah/8386cda7-7741-5ea4-8952-60ee8e67fc31/scratchpad/w/img/card_428x300_BFEBB8_s_i.png">    </p:cNvPr>
          <p:cNvPicPr>
            <a:picLocks noChangeAspect="1"/>
          </p:cNvPicPr>
          <p:nvPr/>
        </p:nvPicPr>
        <p:blipFill>
          <a:blip r:embed="rId9"/>
          <a:stretch>
            <a:fillRect/>
          </a:stretch>
        </p:blipFill>
        <p:spPr>
          <a:xfrm>
            <a:off x="3438144" y="1371600"/>
            <a:ext cx="2606040" cy="1828800"/>
          </a:xfrm>
          <a:prstGeom prst="rect">
            <a:avLst/>
          </a:prstGeom>
        </p:spPr>
      </p:pic>
      <p:sp>
        <p:nvSpPr>
          <p:cNvPr id="13" name="s4_t_10"/>
          <p:cNvSpPr txBox="1"/>
          <p:nvPr/>
        </p:nvSpPr>
        <p:spPr>
          <a:xfrm>
            <a:off x="3575304" y="1691640"/>
            <a:ext cx="2331720" cy="1280160"/>
          </a:xfrm>
          <a:prstGeom prst="rect">
            <a:avLst/>
          </a:prstGeom>
          <a:noFill/>
          <a:ln/>
        </p:spPr>
        <p:txBody>
          <a:bodyPr wrap="square" lIns="762" tIns="762" rIns="762" bIns="762" rtlCol="0" anchor="ctr"/>
          <a:lstStyle/>
          <a:p>
            <a:pPr rtl="1" algn="ctr" indent="0" marL="0">
              <a:lnSpc>
                <a:spcPct val="108000"/>
              </a:lnSpc>
              <a:buNone/>
            </a:pPr>
            <a:r>
              <a:rPr lang="ar-SA" altLang="en-US" sz="2400" b="1" dirty="0">
                <a:solidFill>
                  <a:srgbClr val="34405E"/>
                </a:solidFill>
                <a:latin typeface="Tahoma" pitchFamily="34" charset="0"/>
                <a:ea typeface="Tahoma" pitchFamily="34" charset="-122"/>
                <a:cs typeface="Tahoma" pitchFamily="34" charset="-120"/>
              </a:rPr>
              <a:t>النظام البيئي</a:t>
            </a:r>
            <a:endParaRPr lang="ar-SA" sz="2400" dirty="0"/>
          </a:p>
        </p:txBody>
      </p:sp>
      <p:pic>
        <p:nvPicPr>
          <p:cNvPr id="14" name="s4_pic_11" descr="نجمة ذهبية">    </p:cNvPr>
          <p:cNvPicPr>
            <a:picLocks noChangeAspect="1"/>
          </p:cNvPicPr>
          <p:nvPr/>
        </p:nvPicPr>
        <p:blipFill>
          <a:blip r:embed="rId10"/>
          <a:stretch>
            <a:fillRect/>
          </a:stretch>
        </p:blipFill>
        <p:spPr>
          <a:xfrm>
            <a:off x="5477256" y="1261872"/>
            <a:ext cx="548640" cy="548640"/>
          </a:xfrm>
          <a:prstGeom prst="rect">
            <a:avLst/>
          </a:prstGeom>
        </p:spPr>
      </p:pic>
      <p:pic>
        <p:nvPicPr>
          <p:cNvPr id="15" name="s4_pic_12" descr="بطاقة سحرية رقم 3">    </p:cNvPr>
          <p:cNvPicPr>
            <a:picLocks noChangeAspect="1"/>
          </p:cNvPicPr>
          <p:nvPr/>
        </p:nvPicPr>
        <p:blipFill>
          <a:blip r:embed="rId11"/>
          <a:stretch>
            <a:fillRect/>
          </a:stretch>
        </p:blipFill>
        <p:spPr>
          <a:xfrm>
            <a:off x="3438144" y="1371600"/>
            <a:ext cx="2606040" cy="1828800"/>
          </a:xfrm>
          <a:prstGeom prst="rect">
            <a:avLst/>
          </a:prstGeom>
        </p:spPr>
      </p:pic>
      <p:pic>
        <p:nvPicPr>
          <p:cNvPr id="16" name="s4_pic_13" descr="/tmp/claude-0/-home-user-Scienceshamah/8386cda7-7741-5ea4-8952-60ee8e67fc31/scratchpad/w/img/card_428x300_FFE8A3_s_i.png">    </p:cNvPr>
          <p:cNvPicPr>
            <a:picLocks noChangeAspect="1"/>
          </p:cNvPicPr>
          <p:nvPr/>
        </p:nvPicPr>
        <p:blipFill>
          <a:blip r:embed="rId12"/>
          <a:stretch>
            <a:fillRect/>
          </a:stretch>
        </p:blipFill>
        <p:spPr>
          <a:xfrm>
            <a:off x="585216" y="1371600"/>
            <a:ext cx="2606040" cy="1828800"/>
          </a:xfrm>
          <a:prstGeom prst="rect">
            <a:avLst/>
          </a:prstGeom>
        </p:spPr>
      </p:pic>
      <p:sp>
        <p:nvSpPr>
          <p:cNvPr id="17" name="s4_t_14"/>
          <p:cNvSpPr txBox="1"/>
          <p:nvPr/>
        </p:nvSpPr>
        <p:spPr>
          <a:xfrm>
            <a:off x="722376" y="1691640"/>
            <a:ext cx="2331720" cy="1280160"/>
          </a:xfrm>
          <a:prstGeom prst="rect">
            <a:avLst/>
          </a:prstGeom>
          <a:noFill/>
          <a:ln/>
        </p:spPr>
        <p:txBody>
          <a:bodyPr wrap="square" lIns="762" tIns="762" rIns="762" bIns="762" rtlCol="0" anchor="ctr"/>
          <a:lstStyle/>
          <a:p>
            <a:pPr rtl="1" algn="ctr" indent="0" marL="0">
              <a:lnSpc>
                <a:spcPct val="108000"/>
              </a:lnSpc>
              <a:buNone/>
            </a:pPr>
            <a:r>
              <a:rPr lang="ar-SA" altLang="en-US" sz="2400" b="1" dirty="0">
                <a:solidFill>
                  <a:srgbClr val="34405E"/>
                </a:solidFill>
                <a:latin typeface="Tahoma" pitchFamily="34" charset="0"/>
                <a:ea typeface="Tahoma" pitchFamily="34" charset="-122"/>
                <a:cs typeface="Tahoma" pitchFamily="34" charset="-120"/>
              </a:rPr>
              <a:t>الموطن</a:t>
            </a:r>
            <a:endParaRPr lang="ar-SA" sz="2400" dirty="0"/>
          </a:p>
        </p:txBody>
      </p:sp>
      <p:pic>
        <p:nvPicPr>
          <p:cNvPr id="18" name="s4_pic_15" descr="نجمة ذهبية">    </p:cNvPr>
          <p:cNvPicPr>
            <a:picLocks noChangeAspect="1"/>
          </p:cNvPicPr>
          <p:nvPr/>
        </p:nvPicPr>
        <p:blipFill>
          <a:blip r:embed="rId13"/>
          <a:stretch>
            <a:fillRect/>
          </a:stretch>
        </p:blipFill>
        <p:spPr>
          <a:xfrm>
            <a:off x="2624328" y="1261872"/>
            <a:ext cx="548640" cy="548640"/>
          </a:xfrm>
          <a:prstGeom prst="rect">
            <a:avLst/>
          </a:prstGeom>
        </p:spPr>
      </p:pic>
      <p:pic>
        <p:nvPicPr>
          <p:cNvPr id="19" name="s4_pic_16" descr="بطاقة سحرية رقم 4">    </p:cNvPr>
          <p:cNvPicPr>
            <a:picLocks noChangeAspect="1"/>
          </p:cNvPicPr>
          <p:nvPr/>
        </p:nvPicPr>
        <p:blipFill>
          <a:blip r:embed="rId14"/>
          <a:stretch>
            <a:fillRect/>
          </a:stretch>
        </p:blipFill>
        <p:spPr>
          <a:xfrm>
            <a:off x="585216" y="1371600"/>
            <a:ext cx="2606040" cy="1828800"/>
          </a:xfrm>
          <a:prstGeom prst="rect">
            <a:avLst/>
          </a:prstGeom>
        </p:spPr>
      </p:pic>
      <p:pic>
        <p:nvPicPr>
          <p:cNvPr id="20" name="s4_pic_17" descr="/tmp/claude-0/-home-user-Scienceshamah/8386cda7-7741-5ea4-8952-60ee8e67fc31/scratchpad/w/img/card_428x300_E2D6FA_s_i.png">    </p:cNvPr>
          <p:cNvPicPr>
            <a:picLocks noChangeAspect="1"/>
          </p:cNvPicPr>
          <p:nvPr/>
        </p:nvPicPr>
        <p:blipFill>
          <a:blip r:embed="rId15"/>
          <a:stretch>
            <a:fillRect/>
          </a:stretch>
        </p:blipFill>
        <p:spPr>
          <a:xfrm>
            <a:off x="7644384" y="3474720"/>
            <a:ext cx="2606040" cy="1828800"/>
          </a:xfrm>
          <a:prstGeom prst="rect">
            <a:avLst/>
          </a:prstGeom>
        </p:spPr>
      </p:pic>
      <p:sp>
        <p:nvSpPr>
          <p:cNvPr id="21" name="s4_t_18"/>
          <p:cNvSpPr txBox="1"/>
          <p:nvPr/>
        </p:nvSpPr>
        <p:spPr>
          <a:xfrm>
            <a:off x="7781544" y="3794760"/>
            <a:ext cx="2331720" cy="1280160"/>
          </a:xfrm>
          <a:prstGeom prst="rect">
            <a:avLst/>
          </a:prstGeom>
          <a:noFill/>
          <a:ln/>
        </p:spPr>
        <p:txBody>
          <a:bodyPr wrap="square" lIns="762" tIns="762" rIns="762" bIns="762" rtlCol="0" anchor="ctr"/>
          <a:lstStyle/>
          <a:p>
            <a:pPr rtl="1" algn="ctr" indent="0" marL="0">
              <a:lnSpc>
                <a:spcPct val="108000"/>
              </a:lnSpc>
              <a:buNone/>
            </a:pPr>
            <a:r>
              <a:rPr lang="ar-SA" altLang="en-US" sz="2400" b="1" dirty="0">
                <a:solidFill>
                  <a:srgbClr val="34405E"/>
                </a:solidFill>
                <a:latin typeface="Tahoma" pitchFamily="34" charset="0"/>
                <a:ea typeface="Tahoma" pitchFamily="34" charset="-122"/>
                <a:cs typeface="Tahoma" pitchFamily="34" charset="-120"/>
              </a:rPr>
              <a:t>الجماعة الحيوية</a:t>
            </a:r>
            <a:endParaRPr lang="ar-SA" sz="2400" dirty="0"/>
          </a:p>
        </p:txBody>
      </p:sp>
      <p:pic>
        <p:nvPicPr>
          <p:cNvPr id="22" name="s4_pic_19" descr="نجمة ذهبية">    </p:cNvPr>
          <p:cNvPicPr>
            <a:picLocks noChangeAspect="1"/>
          </p:cNvPicPr>
          <p:nvPr/>
        </p:nvPicPr>
        <p:blipFill>
          <a:blip r:embed="rId16"/>
          <a:stretch>
            <a:fillRect/>
          </a:stretch>
        </p:blipFill>
        <p:spPr>
          <a:xfrm>
            <a:off x="9683496" y="3364992"/>
            <a:ext cx="548640" cy="548640"/>
          </a:xfrm>
          <a:prstGeom prst="rect">
            <a:avLst/>
          </a:prstGeom>
        </p:spPr>
      </p:pic>
      <p:pic>
        <p:nvPicPr>
          <p:cNvPr id="23" name="s4_pic_20" descr="بطاقة سحرية رقم 5">    </p:cNvPr>
          <p:cNvPicPr>
            <a:picLocks noChangeAspect="1"/>
          </p:cNvPicPr>
          <p:nvPr/>
        </p:nvPicPr>
        <p:blipFill>
          <a:blip r:embed="rId17"/>
          <a:stretch>
            <a:fillRect/>
          </a:stretch>
        </p:blipFill>
        <p:spPr>
          <a:xfrm>
            <a:off x="7644384" y="3474720"/>
            <a:ext cx="2606040" cy="1828800"/>
          </a:xfrm>
          <a:prstGeom prst="rect">
            <a:avLst/>
          </a:prstGeom>
        </p:spPr>
      </p:pic>
      <p:pic>
        <p:nvPicPr>
          <p:cNvPr id="24" name="s4_pic_21" descr="/tmp/claude-0/-home-user-Scienceshamah/8386cda7-7741-5ea4-8952-60ee8e67fc31/scratchpad/w/img/card_428x300_A7EBE1_s_i.png">    </p:cNvPr>
          <p:cNvPicPr>
            <a:picLocks noChangeAspect="1"/>
          </p:cNvPicPr>
          <p:nvPr/>
        </p:nvPicPr>
        <p:blipFill>
          <a:blip r:embed="rId18"/>
          <a:stretch>
            <a:fillRect/>
          </a:stretch>
        </p:blipFill>
        <p:spPr>
          <a:xfrm>
            <a:off x="4791456" y="3474720"/>
            <a:ext cx="2606040" cy="1828800"/>
          </a:xfrm>
          <a:prstGeom prst="rect">
            <a:avLst/>
          </a:prstGeom>
        </p:spPr>
      </p:pic>
      <p:sp>
        <p:nvSpPr>
          <p:cNvPr id="25" name="s4_t_22"/>
          <p:cNvSpPr txBox="1"/>
          <p:nvPr/>
        </p:nvSpPr>
        <p:spPr>
          <a:xfrm>
            <a:off x="4928616" y="3794760"/>
            <a:ext cx="2331720" cy="1280160"/>
          </a:xfrm>
          <a:prstGeom prst="rect">
            <a:avLst/>
          </a:prstGeom>
          <a:noFill/>
          <a:ln/>
        </p:spPr>
        <p:txBody>
          <a:bodyPr wrap="square" lIns="762" tIns="762" rIns="762" bIns="762" rtlCol="0" anchor="ctr"/>
          <a:lstStyle/>
          <a:p>
            <a:pPr rtl="1" algn="ctr" indent="0" marL="0">
              <a:lnSpc>
                <a:spcPct val="108000"/>
              </a:lnSpc>
              <a:buNone/>
            </a:pPr>
            <a:r>
              <a:rPr lang="ar-SA" altLang="en-US" sz="2400" b="1" dirty="0">
                <a:solidFill>
                  <a:srgbClr val="34405E"/>
                </a:solidFill>
                <a:latin typeface="Tahoma" pitchFamily="34" charset="0"/>
                <a:ea typeface="Tahoma" pitchFamily="34" charset="-122"/>
                <a:cs typeface="Tahoma" pitchFamily="34" charset="-120"/>
              </a:rPr>
              <a:t>المجتمع الحيوي</a:t>
            </a:r>
            <a:endParaRPr lang="ar-SA" sz="2400" dirty="0"/>
          </a:p>
        </p:txBody>
      </p:sp>
      <p:pic>
        <p:nvPicPr>
          <p:cNvPr id="26" name="s4_pic_23" descr="نجمة ذهبية">    </p:cNvPr>
          <p:cNvPicPr>
            <a:picLocks noChangeAspect="1"/>
          </p:cNvPicPr>
          <p:nvPr/>
        </p:nvPicPr>
        <p:blipFill>
          <a:blip r:embed="rId19"/>
          <a:stretch>
            <a:fillRect/>
          </a:stretch>
        </p:blipFill>
        <p:spPr>
          <a:xfrm>
            <a:off x="6830568" y="3364992"/>
            <a:ext cx="548640" cy="548640"/>
          </a:xfrm>
          <a:prstGeom prst="rect">
            <a:avLst/>
          </a:prstGeom>
        </p:spPr>
      </p:pic>
      <p:pic>
        <p:nvPicPr>
          <p:cNvPr id="27" name="s4_pic_24" descr="بطاقة سحرية رقم 6">    </p:cNvPr>
          <p:cNvPicPr>
            <a:picLocks noChangeAspect="1"/>
          </p:cNvPicPr>
          <p:nvPr/>
        </p:nvPicPr>
        <p:blipFill>
          <a:blip r:embed="rId20"/>
          <a:stretch>
            <a:fillRect/>
          </a:stretch>
        </p:blipFill>
        <p:spPr>
          <a:xfrm>
            <a:off x="4791456" y="3474720"/>
            <a:ext cx="2606040" cy="1828800"/>
          </a:xfrm>
          <a:prstGeom prst="rect">
            <a:avLst/>
          </a:prstGeom>
        </p:spPr>
      </p:pic>
      <p:pic>
        <p:nvPicPr>
          <p:cNvPr id="28" name="s4_pic_25" descr="/tmp/claude-0/-home-user-Scienceshamah/8386cda7-7741-5ea4-8952-60ee8e67fc31/scratchpad/w/img/card_428x300_FFDCC7_s_i.png">    </p:cNvPr>
          <p:cNvPicPr>
            <a:picLocks noChangeAspect="1"/>
          </p:cNvPicPr>
          <p:nvPr/>
        </p:nvPicPr>
        <p:blipFill>
          <a:blip r:embed="rId21"/>
          <a:stretch>
            <a:fillRect/>
          </a:stretch>
        </p:blipFill>
        <p:spPr>
          <a:xfrm>
            <a:off x="1938528" y="3474720"/>
            <a:ext cx="2606040" cy="1828800"/>
          </a:xfrm>
          <a:prstGeom prst="rect">
            <a:avLst/>
          </a:prstGeom>
        </p:spPr>
      </p:pic>
      <p:sp>
        <p:nvSpPr>
          <p:cNvPr id="29" name="s4_t_26"/>
          <p:cNvSpPr txBox="1"/>
          <p:nvPr/>
        </p:nvSpPr>
        <p:spPr>
          <a:xfrm>
            <a:off x="2075688" y="3794760"/>
            <a:ext cx="2331720" cy="1280160"/>
          </a:xfrm>
          <a:prstGeom prst="rect">
            <a:avLst/>
          </a:prstGeom>
          <a:noFill/>
          <a:ln/>
        </p:spPr>
        <p:txBody>
          <a:bodyPr wrap="square" lIns="762" tIns="762" rIns="762" bIns="762" rtlCol="0" anchor="ctr"/>
          <a:lstStyle/>
          <a:p>
            <a:pPr rtl="1" algn="ctr" indent="0" marL="0">
              <a:lnSpc>
                <a:spcPct val="108000"/>
              </a:lnSpc>
              <a:buNone/>
            </a:pPr>
            <a:r>
              <a:rPr lang="ar-SA" altLang="en-US" sz="2400" b="1" dirty="0">
                <a:solidFill>
                  <a:srgbClr val="34405E"/>
                </a:solidFill>
                <a:latin typeface="Tahoma" pitchFamily="34" charset="0"/>
                <a:ea typeface="Tahoma" pitchFamily="34" charset="-122"/>
                <a:cs typeface="Tahoma" pitchFamily="34" charset="-120"/>
              </a:rPr>
              <a:t>المنطقة الحيوية</a:t>
            </a:r>
            <a:endParaRPr lang="ar-SA" sz="2400" dirty="0"/>
          </a:p>
        </p:txBody>
      </p:sp>
      <p:pic>
        <p:nvPicPr>
          <p:cNvPr id="30" name="s4_pic_27" descr="نجمة ذهبية">    </p:cNvPr>
          <p:cNvPicPr>
            <a:picLocks noChangeAspect="1"/>
          </p:cNvPicPr>
          <p:nvPr/>
        </p:nvPicPr>
        <p:blipFill>
          <a:blip r:embed="rId22"/>
          <a:stretch>
            <a:fillRect/>
          </a:stretch>
        </p:blipFill>
        <p:spPr>
          <a:xfrm>
            <a:off x="3977640" y="3364992"/>
            <a:ext cx="548640" cy="548640"/>
          </a:xfrm>
          <a:prstGeom prst="rect">
            <a:avLst/>
          </a:prstGeom>
        </p:spPr>
      </p:pic>
      <p:pic>
        <p:nvPicPr>
          <p:cNvPr id="31" name="s4_pic_28" descr="بطاقة سحرية رقم 7">    </p:cNvPr>
          <p:cNvPicPr>
            <a:picLocks noChangeAspect="1"/>
          </p:cNvPicPr>
          <p:nvPr/>
        </p:nvPicPr>
        <p:blipFill>
          <a:blip r:embed="rId23"/>
          <a:stretch>
            <a:fillRect/>
          </a:stretch>
        </p:blipFill>
        <p:spPr>
          <a:xfrm>
            <a:off x="1938528" y="3474720"/>
            <a:ext cx="2606040" cy="1828800"/>
          </a:xfrm>
          <a:prstGeom prst="rect">
            <a:avLst/>
          </a:prstGeom>
        </p:spPr>
      </p:pic>
      <p:pic>
        <p:nvPicPr>
          <p:cNvPr id="32" name="s4_pic_29" descr="طالبة تشير">    </p:cNvPr>
          <p:cNvPicPr>
            <a:picLocks noChangeAspect="1"/>
          </p:cNvPicPr>
          <p:nvPr/>
        </p:nvPicPr>
        <p:blipFill>
          <a:blip r:embed="rId24"/>
          <a:stretch>
            <a:fillRect/>
          </a:stretch>
        </p:blipFill>
        <p:spPr>
          <a:xfrm>
            <a:off x="10287000" y="3794760"/>
            <a:ext cx="1858456" cy="2148840"/>
          </a:xfrm>
          <a:prstGeom prst="rect">
            <a:avLst/>
          </a:prstGeom>
        </p:spPr>
      </p:pic>
      <p:sp>
        <p:nvSpPr>
          <p:cNvPr id="33" name="s4_t_30"/>
          <p:cNvSpPr txBox="1"/>
          <p:nvPr/>
        </p:nvSpPr>
        <p:spPr>
          <a:xfrm>
            <a:off x="2926080" y="5486400"/>
            <a:ext cx="5486400" cy="548640"/>
          </a:xfrm>
          <a:prstGeom prst="roundRect">
            <a:avLst>
              <a:gd name="adj" fmla="val 50000"/>
            </a:avLst>
          </a:prstGeom>
          <a:solidFill>
            <a:srgbClr val="FFFFFF"/>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2000" b="1" dirty="0">
                <a:solidFill>
                  <a:srgbClr val="6B4FC0"/>
                </a:solidFill>
                <a:latin typeface="Tahoma" pitchFamily="34" charset="0"/>
                <a:ea typeface="Tahoma" pitchFamily="34" charset="-122"/>
                <a:cs typeface="Tahoma" pitchFamily="34" charset="-120"/>
              </a:rPr>
              <a:t>✨ اضغطي على أي بطاقة لتظهر المفردة!</a:t>
            </a:r>
            <a:endParaRPr lang="ar-SA" sz="2000" dirty="0"/>
          </a:p>
        </p:txBody>
      </p:sp>
    </p:spTree>
  </p:cSld>
  <p:clrMapOvr>
    <a:masterClrMapping/>
  </p:clrMapOvr>
  <p:transition spd="slow">
    <p:fade/>
  </p:transition>
  <p:timing>
    <p:tnLst>
      <p:par>
        <p:cTn id="1" dur="indefinite" restart="never" nodeType="tmRoot">
          <p:childTnLst>
            <p:seq concurrent="1" nextAc="seek">
              <p:cTn id="3" restart="whenNotActive" fill="hold" evtFilter="cancelBubble" nodeType="interactiveSeq">
                <p:stCondLst>
                  <p:cond evt="onClick" delay="0">
                    <p:tgtEl>
                      <p:spTgt spid="7"/>
                    </p:tgtEl>
                  </p:cond>
                </p:stCondLst>
                <p:endSync evt="end" delay="0">
                  <p:rtn val="all"/>
                </p:endSync>
                <p:childTnLst>
                  <p:par>
                    <p:cTn id="4" fill="hold">
                      <p:stCondLst>
                        <p:cond delay="0"/>
                      </p:stCondLst>
                      <p:childTnLst>
                        <p:par>
                          <p:cTn id="5" fill="hold">
                            <p:stCondLst>
                              <p:cond delay="0"/>
                            </p:stCondLst>
                            <p:childTnLst>
                              <p:par>
                                <p:cTn id="8" presetID="10" presetClass="exit" presetSubtype="0" fill="hold" grpId="1"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par>
                                <p:cTn id="13" presetID="53" presetClass="entr" presetSubtype="16" fill="hold" grpId="0" nodeType="withEffect">
                                  <p:stCondLst>
                                    <p:cond delay="15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ppt_w</p:attrName>
                                        </p:attrNameLst>
                                      </p:cBhvr>
                                      <p:tavLst>
                                        <p:tav tm="0">
                                          <p:val>
                                            <p:fltVal val="0"/>
                                          </p:val>
                                        </p:tav>
                                        <p:tav tm="100000">
                                          <p:val>
                                            <p:strVal val="#ppt_w"/>
                                          </p:val>
                                        </p:tav>
                                      </p:tavLst>
                                    </p:anim>
                                    <p:anim calcmode="lin" valueType="num">
                                      <p:cBhvr>
                                        <p:cTn id="11" dur="500" fill="hold"/>
                                        <p:tgtEl>
                                          <p:spTgt spid="4"/>
                                        </p:tgtEl>
                                        <p:attrNameLst>
                                          <p:attrName>ppt_h</p:attrName>
                                        </p:attrNameLst>
                                      </p:cBhvr>
                                      <p:tavLst>
                                        <p:tav tm="0">
                                          <p:val>
                                            <p:fltVal val="0"/>
                                          </p:val>
                                        </p:tav>
                                        <p:tav tm="100000">
                                          <p:val>
                                            <p:strVal val="#ppt_h"/>
                                          </p:val>
                                        </p:tav>
                                      </p:tavLst>
                                    </p:anim>
                                    <p:animEffect transition="in" filter="fade">
                                      <p:cBhvr>
                                        <p:cTn id="12" dur="500"/>
                                        <p:tgtEl>
                                          <p:spTgt spid="4"/>
                                        </p:tgtEl>
                                      </p:cBhvr>
                                    </p:animEffect>
                                  </p:childTnLst>
                                </p:cTn>
                              </p:par>
                              <p:par>
                                <p:cTn id="18" presetID="53" presetClass="entr" presetSubtype="16" fill="hold" grpId="0" nodeType="withEffect">
                                  <p:stCondLst>
                                    <p:cond delay="15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Effect transition="in" filter="fade">
                                      <p:cBhvr>
                                        <p:cTn id="17" dur="500"/>
                                        <p:tgtEl>
                                          <p:spTgt spid="5"/>
                                        </p:tgtEl>
                                      </p:cBhvr>
                                    </p:animEffect>
                                  </p:childTnLst>
                                </p:cTn>
                              </p:par>
                              <p:par>
                                <p:cTn id="23" presetID="53" presetClass="entr" presetSubtype="16" fill="hold" grpId="0" nodeType="withEffect">
                                  <p:stCondLst>
                                    <p:cond delay="45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childTnLst>
                          </p:cTn>
                        </p:par>
                      </p:childTnLst>
                    </p:cTn>
                  </p:par>
                </p:childTnLst>
              </p:cTn>
              <p:nextCondLst>
                <p:cond evt="onClick" delay="0">
                  <p:tgtEl>
                    <p:spTgt spid="7"/>
                  </p:tgtEl>
                </p:cond>
              </p:nextCondLst>
            </p:seq>
            <p:seq concurrent="1" nextAc="seek">
              <p:cTn id="24" restart="whenNotActive" fill="hold" evtFilter="cancelBubble" nodeType="interactiveSeq">
                <p:stCondLst>
                  <p:cond evt="onClick" delay="0">
                    <p:tgtEl>
                      <p:spTgt spid="11"/>
                    </p:tgtEl>
                  </p:cond>
                </p:stCondLst>
                <p:endSync evt="end" delay="0">
                  <p:rtn val="all"/>
                </p:endSync>
                <p:childTnLst>
                  <p:par>
                    <p:cTn id="25" fill="hold">
                      <p:stCondLst>
                        <p:cond delay="0"/>
                      </p:stCondLst>
                      <p:childTnLst>
                        <p:par>
                          <p:cTn id="26" fill="hold">
                            <p:stCondLst>
                              <p:cond delay="0"/>
                            </p:stCondLst>
                            <p:childTnLst>
                              <p:par>
                                <p:cTn id="29" presetID="10" presetClass="exit" presetSubtype="0" fill="hold" grpId="1" nodeType="clickEffect">
                                  <p:stCondLst>
                                    <p:cond delay="0"/>
                                  </p:stCondLst>
                                  <p:childTnLst>
                                    <p:animEffect transition="out" filter="fade">
                                      <p:cBhvr>
                                        <p:cTn id="27" dur="500"/>
                                        <p:tgtEl>
                                          <p:spTgt spid="11"/>
                                        </p:tgtEl>
                                      </p:cBhvr>
                                    </p:animEffect>
                                    <p:set>
                                      <p:cBhvr>
                                        <p:cTn id="28" dur="1" fill="hold">
                                          <p:stCondLst>
                                            <p:cond delay="499"/>
                                          </p:stCondLst>
                                        </p:cTn>
                                        <p:tgtEl>
                                          <p:spTgt spid="11"/>
                                        </p:tgtEl>
                                        <p:attrNameLst>
                                          <p:attrName>style.visibility</p:attrName>
                                        </p:attrNameLst>
                                      </p:cBhvr>
                                      <p:to>
                                        <p:strVal val="hidden"/>
                                      </p:to>
                                    </p:set>
                                  </p:childTnLst>
                                </p:cTn>
                              </p:par>
                              <p:par>
                                <p:cTn id="34" presetID="53" presetClass="entr" presetSubtype="16" fill="hold" grpId="0" nodeType="withEffect">
                                  <p:stCondLst>
                                    <p:cond delay="150"/>
                                  </p:stCondLst>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ppt_w</p:attrName>
                                        </p:attrNameLst>
                                      </p:cBhvr>
                                      <p:tavLst>
                                        <p:tav tm="0">
                                          <p:val>
                                            <p:fltVal val="0"/>
                                          </p:val>
                                        </p:tav>
                                        <p:tav tm="100000">
                                          <p:val>
                                            <p:strVal val="#ppt_w"/>
                                          </p:val>
                                        </p:tav>
                                      </p:tavLst>
                                    </p:anim>
                                    <p:anim calcmode="lin" valueType="num">
                                      <p:cBhvr>
                                        <p:cTn id="32" dur="500" fill="hold"/>
                                        <p:tgtEl>
                                          <p:spTgt spid="8"/>
                                        </p:tgtEl>
                                        <p:attrNameLst>
                                          <p:attrName>ppt_h</p:attrName>
                                        </p:attrNameLst>
                                      </p:cBhvr>
                                      <p:tavLst>
                                        <p:tav tm="0">
                                          <p:val>
                                            <p:fltVal val="0"/>
                                          </p:val>
                                        </p:tav>
                                        <p:tav tm="100000">
                                          <p:val>
                                            <p:strVal val="#ppt_h"/>
                                          </p:val>
                                        </p:tav>
                                      </p:tavLst>
                                    </p:anim>
                                    <p:animEffect transition="in" filter="fade">
                                      <p:cBhvr>
                                        <p:cTn id="33" dur="500"/>
                                        <p:tgtEl>
                                          <p:spTgt spid="8"/>
                                        </p:tgtEl>
                                      </p:cBhvr>
                                    </p:animEffect>
                                  </p:childTnLst>
                                </p:cTn>
                              </p:par>
                              <p:par>
                                <p:cTn id="39" presetID="53" presetClass="entr" presetSubtype="16" fill="hold" grpId="0" nodeType="withEffect">
                                  <p:stCondLst>
                                    <p:cond delay="150"/>
                                  </p:stCondLst>
                                  <p:childTnLst>
                                    <p:set>
                                      <p:cBhvr>
                                        <p:cTn id="35" dur="1" fill="hold">
                                          <p:stCondLst>
                                            <p:cond delay="0"/>
                                          </p:stCondLst>
                                        </p:cTn>
                                        <p:tgtEl>
                                          <p:spTgt spid="9"/>
                                        </p:tgtEl>
                                        <p:attrNameLst>
                                          <p:attrName>style.visibility</p:attrName>
                                        </p:attrNameLst>
                                      </p:cBhvr>
                                      <p:to>
                                        <p:strVal val="visible"/>
                                      </p:to>
                                    </p:set>
                                    <p:anim calcmode="lin" valueType="num">
                                      <p:cBhvr>
                                        <p:cTn id="36" dur="500" fill="hold"/>
                                        <p:tgtEl>
                                          <p:spTgt spid="9"/>
                                        </p:tgtEl>
                                        <p:attrNameLst>
                                          <p:attrName>ppt_w</p:attrName>
                                        </p:attrNameLst>
                                      </p:cBhvr>
                                      <p:tavLst>
                                        <p:tav tm="0">
                                          <p:val>
                                            <p:fltVal val="0"/>
                                          </p:val>
                                        </p:tav>
                                        <p:tav tm="100000">
                                          <p:val>
                                            <p:strVal val="#ppt_w"/>
                                          </p:val>
                                        </p:tav>
                                      </p:tavLst>
                                    </p:anim>
                                    <p:anim calcmode="lin" valueType="num">
                                      <p:cBhvr>
                                        <p:cTn id="37" dur="500" fill="hold"/>
                                        <p:tgtEl>
                                          <p:spTgt spid="9"/>
                                        </p:tgtEl>
                                        <p:attrNameLst>
                                          <p:attrName>ppt_h</p:attrName>
                                        </p:attrNameLst>
                                      </p:cBhvr>
                                      <p:tavLst>
                                        <p:tav tm="0">
                                          <p:val>
                                            <p:fltVal val="0"/>
                                          </p:val>
                                        </p:tav>
                                        <p:tav tm="100000">
                                          <p:val>
                                            <p:strVal val="#ppt_h"/>
                                          </p:val>
                                        </p:tav>
                                      </p:tavLst>
                                    </p:anim>
                                    <p:animEffect transition="in" filter="fade">
                                      <p:cBhvr>
                                        <p:cTn id="38" dur="500"/>
                                        <p:tgtEl>
                                          <p:spTgt spid="9"/>
                                        </p:tgtEl>
                                      </p:cBhvr>
                                    </p:animEffect>
                                  </p:childTnLst>
                                </p:cTn>
                              </p:par>
                              <p:par>
                                <p:cTn id="44" presetID="53" presetClass="entr" presetSubtype="16" fill="hold" grpId="0" nodeType="withEffect">
                                  <p:stCondLst>
                                    <p:cond delay="450"/>
                                  </p:stCondLst>
                                  <p:childTnLst>
                                    <p:set>
                                      <p:cBhvr>
                                        <p:cTn id="40" dur="1" fill="hold">
                                          <p:stCondLst>
                                            <p:cond delay="0"/>
                                          </p:stCondLst>
                                        </p:cTn>
                                        <p:tgtEl>
                                          <p:spTgt spid="10"/>
                                        </p:tgtEl>
                                        <p:attrNameLst>
                                          <p:attrName>style.visibility</p:attrName>
                                        </p:attrNameLst>
                                      </p:cBhvr>
                                      <p:to>
                                        <p:strVal val="visible"/>
                                      </p:to>
                                    </p:set>
                                    <p:anim calcmode="lin" valueType="num">
                                      <p:cBhvr>
                                        <p:cTn id="41" dur="500" fill="hold"/>
                                        <p:tgtEl>
                                          <p:spTgt spid="10"/>
                                        </p:tgtEl>
                                        <p:attrNameLst>
                                          <p:attrName>ppt_w</p:attrName>
                                        </p:attrNameLst>
                                      </p:cBhvr>
                                      <p:tavLst>
                                        <p:tav tm="0">
                                          <p:val>
                                            <p:fltVal val="0"/>
                                          </p:val>
                                        </p:tav>
                                        <p:tav tm="100000">
                                          <p:val>
                                            <p:strVal val="#ppt_w"/>
                                          </p:val>
                                        </p:tav>
                                      </p:tavLst>
                                    </p:anim>
                                    <p:anim calcmode="lin" valueType="num">
                                      <p:cBhvr>
                                        <p:cTn id="42" dur="500" fill="hold"/>
                                        <p:tgtEl>
                                          <p:spTgt spid="10"/>
                                        </p:tgtEl>
                                        <p:attrNameLst>
                                          <p:attrName>ppt_h</p:attrName>
                                        </p:attrNameLst>
                                      </p:cBhvr>
                                      <p:tavLst>
                                        <p:tav tm="0">
                                          <p:val>
                                            <p:fltVal val="0"/>
                                          </p:val>
                                        </p:tav>
                                        <p:tav tm="100000">
                                          <p:val>
                                            <p:strVal val="#ppt_h"/>
                                          </p:val>
                                        </p:tav>
                                      </p:tavLst>
                                    </p:anim>
                                    <p:animEffect transition="in" filter="fade">
                                      <p:cBhvr>
                                        <p:cTn id="43" dur="500"/>
                                        <p:tgtEl>
                                          <p:spTgt spid="10"/>
                                        </p:tgtEl>
                                      </p:cBhvr>
                                    </p:animEffect>
                                  </p:childTnLst>
                                </p:cTn>
                              </p:par>
                            </p:childTnLst>
                          </p:cTn>
                        </p:par>
                      </p:childTnLst>
                    </p:cTn>
                  </p:par>
                </p:childTnLst>
              </p:cTn>
              <p:nextCondLst>
                <p:cond evt="onClick" delay="0">
                  <p:tgtEl>
                    <p:spTgt spid="11"/>
                  </p:tgtEl>
                </p:cond>
              </p:nextCondLst>
            </p:seq>
            <p:seq concurrent="1" nextAc="seek">
              <p:cTn id="45" restart="whenNotActive" fill="hold" evtFilter="cancelBubble" nodeType="interactiveSeq">
                <p:stCondLst>
                  <p:cond evt="onClick" delay="0">
                    <p:tgtEl>
                      <p:spTgt spid="15"/>
                    </p:tgtEl>
                  </p:cond>
                </p:stCondLst>
                <p:endSync evt="end" delay="0">
                  <p:rtn val="all"/>
                </p:endSync>
                <p:childTnLst>
                  <p:par>
                    <p:cTn id="46" fill="hold">
                      <p:stCondLst>
                        <p:cond delay="0"/>
                      </p:stCondLst>
                      <p:childTnLst>
                        <p:par>
                          <p:cTn id="47" fill="hold">
                            <p:stCondLst>
                              <p:cond delay="0"/>
                            </p:stCondLst>
                            <p:childTnLst>
                              <p:par>
                                <p:cTn id="50" presetID="10" presetClass="exit" presetSubtype="0" fill="hold" grpId="1" nodeType="clickEffect">
                                  <p:stCondLst>
                                    <p:cond delay="0"/>
                                  </p:stCondLst>
                                  <p:childTnLst>
                                    <p:animEffect transition="out" filter="fade">
                                      <p:cBhvr>
                                        <p:cTn id="48" dur="500"/>
                                        <p:tgtEl>
                                          <p:spTgt spid="15"/>
                                        </p:tgtEl>
                                      </p:cBhvr>
                                    </p:animEffect>
                                    <p:set>
                                      <p:cBhvr>
                                        <p:cTn id="49" dur="1" fill="hold">
                                          <p:stCondLst>
                                            <p:cond delay="499"/>
                                          </p:stCondLst>
                                        </p:cTn>
                                        <p:tgtEl>
                                          <p:spTgt spid="15"/>
                                        </p:tgtEl>
                                        <p:attrNameLst>
                                          <p:attrName>style.visibility</p:attrName>
                                        </p:attrNameLst>
                                      </p:cBhvr>
                                      <p:to>
                                        <p:strVal val="hidden"/>
                                      </p:to>
                                    </p:set>
                                  </p:childTnLst>
                                </p:cTn>
                              </p:par>
                              <p:par>
                                <p:cTn id="55" presetID="53" presetClass="entr" presetSubtype="16" fill="hold" grpId="0" nodeType="withEffect">
                                  <p:stCondLst>
                                    <p:cond delay="150"/>
                                  </p:stCondLst>
                                  <p:childTnLst>
                                    <p:set>
                                      <p:cBhvr>
                                        <p:cTn id="51" dur="1" fill="hold">
                                          <p:stCondLst>
                                            <p:cond delay="0"/>
                                          </p:stCondLst>
                                        </p:cTn>
                                        <p:tgtEl>
                                          <p:spTgt spid="12"/>
                                        </p:tgtEl>
                                        <p:attrNameLst>
                                          <p:attrName>style.visibility</p:attrName>
                                        </p:attrNameLst>
                                      </p:cBhvr>
                                      <p:to>
                                        <p:strVal val="visible"/>
                                      </p:to>
                                    </p:set>
                                    <p:anim calcmode="lin" valueType="num">
                                      <p:cBhvr>
                                        <p:cTn id="52" dur="500" fill="hold"/>
                                        <p:tgtEl>
                                          <p:spTgt spid="12"/>
                                        </p:tgtEl>
                                        <p:attrNameLst>
                                          <p:attrName>ppt_w</p:attrName>
                                        </p:attrNameLst>
                                      </p:cBhvr>
                                      <p:tavLst>
                                        <p:tav tm="0">
                                          <p:val>
                                            <p:fltVal val="0"/>
                                          </p:val>
                                        </p:tav>
                                        <p:tav tm="100000">
                                          <p:val>
                                            <p:strVal val="#ppt_w"/>
                                          </p:val>
                                        </p:tav>
                                      </p:tavLst>
                                    </p:anim>
                                    <p:anim calcmode="lin" valueType="num">
                                      <p:cBhvr>
                                        <p:cTn id="53" dur="500" fill="hold"/>
                                        <p:tgtEl>
                                          <p:spTgt spid="12"/>
                                        </p:tgtEl>
                                        <p:attrNameLst>
                                          <p:attrName>ppt_h</p:attrName>
                                        </p:attrNameLst>
                                      </p:cBhvr>
                                      <p:tavLst>
                                        <p:tav tm="0">
                                          <p:val>
                                            <p:fltVal val="0"/>
                                          </p:val>
                                        </p:tav>
                                        <p:tav tm="100000">
                                          <p:val>
                                            <p:strVal val="#ppt_h"/>
                                          </p:val>
                                        </p:tav>
                                      </p:tavLst>
                                    </p:anim>
                                    <p:animEffect transition="in" filter="fade">
                                      <p:cBhvr>
                                        <p:cTn id="54" dur="500"/>
                                        <p:tgtEl>
                                          <p:spTgt spid="12"/>
                                        </p:tgtEl>
                                      </p:cBhvr>
                                    </p:animEffect>
                                  </p:childTnLst>
                                </p:cTn>
                              </p:par>
                              <p:par>
                                <p:cTn id="60" presetID="53" presetClass="entr" presetSubtype="16" fill="hold" grpId="0" nodeType="withEffect">
                                  <p:stCondLst>
                                    <p:cond delay="150"/>
                                  </p:stCondLst>
                                  <p:childTnLst>
                                    <p:set>
                                      <p:cBhvr>
                                        <p:cTn id="56" dur="1" fill="hold">
                                          <p:stCondLst>
                                            <p:cond delay="0"/>
                                          </p:stCondLst>
                                        </p:cTn>
                                        <p:tgtEl>
                                          <p:spTgt spid="13"/>
                                        </p:tgtEl>
                                        <p:attrNameLst>
                                          <p:attrName>style.visibility</p:attrName>
                                        </p:attrNameLst>
                                      </p:cBhvr>
                                      <p:to>
                                        <p:strVal val="visible"/>
                                      </p:to>
                                    </p:set>
                                    <p:anim calcmode="lin" valueType="num">
                                      <p:cBhvr>
                                        <p:cTn id="57" dur="500" fill="hold"/>
                                        <p:tgtEl>
                                          <p:spTgt spid="13"/>
                                        </p:tgtEl>
                                        <p:attrNameLst>
                                          <p:attrName>ppt_w</p:attrName>
                                        </p:attrNameLst>
                                      </p:cBhvr>
                                      <p:tavLst>
                                        <p:tav tm="0">
                                          <p:val>
                                            <p:fltVal val="0"/>
                                          </p:val>
                                        </p:tav>
                                        <p:tav tm="100000">
                                          <p:val>
                                            <p:strVal val="#ppt_w"/>
                                          </p:val>
                                        </p:tav>
                                      </p:tavLst>
                                    </p:anim>
                                    <p:anim calcmode="lin" valueType="num">
                                      <p:cBhvr>
                                        <p:cTn id="58" dur="500" fill="hold"/>
                                        <p:tgtEl>
                                          <p:spTgt spid="13"/>
                                        </p:tgtEl>
                                        <p:attrNameLst>
                                          <p:attrName>ppt_h</p:attrName>
                                        </p:attrNameLst>
                                      </p:cBhvr>
                                      <p:tavLst>
                                        <p:tav tm="0">
                                          <p:val>
                                            <p:fltVal val="0"/>
                                          </p:val>
                                        </p:tav>
                                        <p:tav tm="100000">
                                          <p:val>
                                            <p:strVal val="#ppt_h"/>
                                          </p:val>
                                        </p:tav>
                                      </p:tavLst>
                                    </p:anim>
                                    <p:animEffect transition="in" filter="fade">
                                      <p:cBhvr>
                                        <p:cTn id="59" dur="500"/>
                                        <p:tgtEl>
                                          <p:spTgt spid="13"/>
                                        </p:tgtEl>
                                      </p:cBhvr>
                                    </p:animEffect>
                                  </p:childTnLst>
                                </p:cTn>
                              </p:par>
                              <p:par>
                                <p:cTn id="65" presetID="53" presetClass="entr" presetSubtype="16" fill="hold" grpId="0" nodeType="withEffect">
                                  <p:stCondLst>
                                    <p:cond delay="450"/>
                                  </p:stCondLst>
                                  <p:childTnLst>
                                    <p:set>
                                      <p:cBhvr>
                                        <p:cTn id="61" dur="1" fill="hold">
                                          <p:stCondLst>
                                            <p:cond delay="0"/>
                                          </p:stCondLst>
                                        </p:cTn>
                                        <p:tgtEl>
                                          <p:spTgt spid="14"/>
                                        </p:tgtEl>
                                        <p:attrNameLst>
                                          <p:attrName>style.visibility</p:attrName>
                                        </p:attrNameLst>
                                      </p:cBhvr>
                                      <p:to>
                                        <p:strVal val="visible"/>
                                      </p:to>
                                    </p:set>
                                    <p:anim calcmode="lin" valueType="num">
                                      <p:cBhvr>
                                        <p:cTn id="62" dur="500" fill="hold"/>
                                        <p:tgtEl>
                                          <p:spTgt spid="14"/>
                                        </p:tgtEl>
                                        <p:attrNameLst>
                                          <p:attrName>ppt_w</p:attrName>
                                        </p:attrNameLst>
                                      </p:cBhvr>
                                      <p:tavLst>
                                        <p:tav tm="0">
                                          <p:val>
                                            <p:fltVal val="0"/>
                                          </p:val>
                                        </p:tav>
                                        <p:tav tm="100000">
                                          <p:val>
                                            <p:strVal val="#ppt_w"/>
                                          </p:val>
                                        </p:tav>
                                      </p:tavLst>
                                    </p:anim>
                                    <p:anim calcmode="lin" valueType="num">
                                      <p:cBhvr>
                                        <p:cTn id="63" dur="500" fill="hold"/>
                                        <p:tgtEl>
                                          <p:spTgt spid="14"/>
                                        </p:tgtEl>
                                        <p:attrNameLst>
                                          <p:attrName>ppt_h</p:attrName>
                                        </p:attrNameLst>
                                      </p:cBhvr>
                                      <p:tavLst>
                                        <p:tav tm="0">
                                          <p:val>
                                            <p:fltVal val="0"/>
                                          </p:val>
                                        </p:tav>
                                        <p:tav tm="100000">
                                          <p:val>
                                            <p:strVal val="#ppt_h"/>
                                          </p:val>
                                        </p:tav>
                                      </p:tavLst>
                                    </p:anim>
                                    <p:animEffect transition="in" filter="fade">
                                      <p:cBhvr>
                                        <p:cTn id="64" dur="500"/>
                                        <p:tgtEl>
                                          <p:spTgt spid="14"/>
                                        </p:tgtEl>
                                      </p:cBhvr>
                                    </p:animEffect>
                                  </p:childTnLst>
                                </p:cTn>
                              </p:par>
                            </p:childTnLst>
                          </p:cTn>
                        </p:par>
                      </p:childTnLst>
                    </p:cTn>
                  </p:par>
                </p:childTnLst>
              </p:cTn>
              <p:nextCondLst>
                <p:cond evt="onClick" delay="0">
                  <p:tgtEl>
                    <p:spTgt spid="15"/>
                  </p:tgtEl>
                </p:cond>
              </p:nextCondLst>
            </p:seq>
            <p:seq concurrent="1" nextAc="seek">
              <p:cTn id="66" restart="whenNotActive" fill="hold" evtFilter="cancelBubble" nodeType="interactiveSeq">
                <p:stCondLst>
                  <p:cond evt="onClick" delay="0">
                    <p:tgtEl>
                      <p:spTgt spid="19"/>
                    </p:tgtEl>
                  </p:cond>
                </p:stCondLst>
                <p:endSync evt="end" delay="0">
                  <p:rtn val="all"/>
                </p:endSync>
                <p:childTnLst>
                  <p:par>
                    <p:cTn id="67" fill="hold">
                      <p:stCondLst>
                        <p:cond delay="0"/>
                      </p:stCondLst>
                      <p:childTnLst>
                        <p:par>
                          <p:cTn id="68" fill="hold">
                            <p:stCondLst>
                              <p:cond delay="0"/>
                            </p:stCondLst>
                            <p:childTnLst>
                              <p:par>
                                <p:cTn id="71" presetID="10" presetClass="exit" presetSubtype="0" fill="hold" grpId="1" nodeType="clickEffect">
                                  <p:stCondLst>
                                    <p:cond delay="0"/>
                                  </p:stCondLst>
                                  <p:childTnLst>
                                    <p:animEffect transition="out" filter="fade">
                                      <p:cBhvr>
                                        <p:cTn id="69" dur="500"/>
                                        <p:tgtEl>
                                          <p:spTgt spid="19"/>
                                        </p:tgtEl>
                                      </p:cBhvr>
                                    </p:animEffect>
                                    <p:set>
                                      <p:cBhvr>
                                        <p:cTn id="70" dur="1" fill="hold">
                                          <p:stCondLst>
                                            <p:cond delay="499"/>
                                          </p:stCondLst>
                                        </p:cTn>
                                        <p:tgtEl>
                                          <p:spTgt spid="19"/>
                                        </p:tgtEl>
                                        <p:attrNameLst>
                                          <p:attrName>style.visibility</p:attrName>
                                        </p:attrNameLst>
                                      </p:cBhvr>
                                      <p:to>
                                        <p:strVal val="hidden"/>
                                      </p:to>
                                    </p:set>
                                  </p:childTnLst>
                                </p:cTn>
                              </p:par>
                              <p:par>
                                <p:cTn id="76" presetID="53" presetClass="entr" presetSubtype="16" fill="hold" grpId="0" nodeType="withEffect">
                                  <p:stCondLst>
                                    <p:cond delay="150"/>
                                  </p:stCondLst>
                                  <p:childTnLst>
                                    <p:set>
                                      <p:cBhvr>
                                        <p:cTn id="72" dur="1" fill="hold">
                                          <p:stCondLst>
                                            <p:cond delay="0"/>
                                          </p:stCondLst>
                                        </p:cTn>
                                        <p:tgtEl>
                                          <p:spTgt spid="16"/>
                                        </p:tgtEl>
                                        <p:attrNameLst>
                                          <p:attrName>style.visibility</p:attrName>
                                        </p:attrNameLst>
                                      </p:cBhvr>
                                      <p:to>
                                        <p:strVal val="visible"/>
                                      </p:to>
                                    </p:set>
                                    <p:anim calcmode="lin" valueType="num">
                                      <p:cBhvr>
                                        <p:cTn id="73" dur="500" fill="hold"/>
                                        <p:tgtEl>
                                          <p:spTgt spid="16"/>
                                        </p:tgtEl>
                                        <p:attrNameLst>
                                          <p:attrName>ppt_w</p:attrName>
                                        </p:attrNameLst>
                                      </p:cBhvr>
                                      <p:tavLst>
                                        <p:tav tm="0">
                                          <p:val>
                                            <p:fltVal val="0"/>
                                          </p:val>
                                        </p:tav>
                                        <p:tav tm="100000">
                                          <p:val>
                                            <p:strVal val="#ppt_w"/>
                                          </p:val>
                                        </p:tav>
                                      </p:tavLst>
                                    </p:anim>
                                    <p:anim calcmode="lin" valueType="num">
                                      <p:cBhvr>
                                        <p:cTn id="74" dur="500" fill="hold"/>
                                        <p:tgtEl>
                                          <p:spTgt spid="16"/>
                                        </p:tgtEl>
                                        <p:attrNameLst>
                                          <p:attrName>ppt_h</p:attrName>
                                        </p:attrNameLst>
                                      </p:cBhvr>
                                      <p:tavLst>
                                        <p:tav tm="0">
                                          <p:val>
                                            <p:fltVal val="0"/>
                                          </p:val>
                                        </p:tav>
                                        <p:tav tm="100000">
                                          <p:val>
                                            <p:strVal val="#ppt_h"/>
                                          </p:val>
                                        </p:tav>
                                      </p:tavLst>
                                    </p:anim>
                                    <p:animEffect transition="in" filter="fade">
                                      <p:cBhvr>
                                        <p:cTn id="75" dur="500"/>
                                        <p:tgtEl>
                                          <p:spTgt spid="16"/>
                                        </p:tgtEl>
                                      </p:cBhvr>
                                    </p:animEffect>
                                  </p:childTnLst>
                                </p:cTn>
                              </p:par>
                              <p:par>
                                <p:cTn id="81" presetID="53" presetClass="entr" presetSubtype="16" fill="hold" grpId="0" nodeType="withEffect">
                                  <p:stCondLst>
                                    <p:cond delay="150"/>
                                  </p:stCondLst>
                                  <p:childTnLst>
                                    <p:set>
                                      <p:cBhvr>
                                        <p:cTn id="77" dur="1" fill="hold">
                                          <p:stCondLst>
                                            <p:cond delay="0"/>
                                          </p:stCondLst>
                                        </p:cTn>
                                        <p:tgtEl>
                                          <p:spTgt spid="17"/>
                                        </p:tgtEl>
                                        <p:attrNameLst>
                                          <p:attrName>style.visibility</p:attrName>
                                        </p:attrNameLst>
                                      </p:cBhvr>
                                      <p:to>
                                        <p:strVal val="visible"/>
                                      </p:to>
                                    </p:set>
                                    <p:anim calcmode="lin" valueType="num">
                                      <p:cBhvr>
                                        <p:cTn id="78" dur="500" fill="hold"/>
                                        <p:tgtEl>
                                          <p:spTgt spid="17"/>
                                        </p:tgtEl>
                                        <p:attrNameLst>
                                          <p:attrName>ppt_w</p:attrName>
                                        </p:attrNameLst>
                                      </p:cBhvr>
                                      <p:tavLst>
                                        <p:tav tm="0">
                                          <p:val>
                                            <p:fltVal val="0"/>
                                          </p:val>
                                        </p:tav>
                                        <p:tav tm="100000">
                                          <p:val>
                                            <p:strVal val="#ppt_w"/>
                                          </p:val>
                                        </p:tav>
                                      </p:tavLst>
                                    </p:anim>
                                    <p:anim calcmode="lin" valueType="num">
                                      <p:cBhvr>
                                        <p:cTn id="79" dur="500" fill="hold"/>
                                        <p:tgtEl>
                                          <p:spTgt spid="17"/>
                                        </p:tgtEl>
                                        <p:attrNameLst>
                                          <p:attrName>ppt_h</p:attrName>
                                        </p:attrNameLst>
                                      </p:cBhvr>
                                      <p:tavLst>
                                        <p:tav tm="0">
                                          <p:val>
                                            <p:fltVal val="0"/>
                                          </p:val>
                                        </p:tav>
                                        <p:tav tm="100000">
                                          <p:val>
                                            <p:strVal val="#ppt_h"/>
                                          </p:val>
                                        </p:tav>
                                      </p:tavLst>
                                    </p:anim>
                                    <p:animEffect transition="in" filter="fade">
                                      <p:cBhvr>
                                        <p:cTn id="80" dur="500"/>
                                        <p:tgtEl>
                                          <p:spTgt spid="17"/>
                                        </p:tgtEl>
                                      </p:cBhvr>
                                    </p:animEffect>
                                  </p:childTnLst>
                                </p:cTn>
                              </p:par>
                              <p:par>
                                <p:cTn id="86" presetID="53" presetClass="entr" presetSubtype="16" fill="hold" grpId="0" nodeType="withEffect">
                                  <p:stCondLst>
                                    <p:cond delay="450"/>
                                  </p:stCondLst>
                                  <p:childTnLst>
                                    <p:set>
                                      <p:cBhvr>
                                        <p:cTn id="82" dur="1" fill="hold">
                                          <p:stCondLst>
                                            <p:cond delay="0"/>
                                          </p:stCondLst>
                                        </p:cTn>
                                        <p:tgtEl>
                                          <p:spTgt spid="18"/>
                                        </p:tgtEl>
                                        <p:attrNameLst>
                                          <p:attrName>style.visibility</p:attrName>
                                        </p:attrNameLst>
                                      </p:cBhvr>
                                      <p:to>
                                        <p:strVal val="visible"/>
                                      </p:to>
                                    </p:set>
                                    <p:anim calcmode="lin" valueType="num">
                                      <p:cBhvr>
                                        <p:cTn id="83" dur="500" fill="hold"/>
                                        <p:tgtEl>
                                          <p:spTgt spid="18"/>
                                        </p:tgtEl>
                                        <p:attrNameLst>
                                          <p:attrName>ppt_w</p:attrName>
                                        </p:attrNameLst>
                                      </p:cBhvr>
                                      <p:tavLst>
                                        <p:tav tm="0">
                                          <p:val>
                                            <p:fltVal val="0"/>
                                          </p:val>
                                        </p:tav>
                                        <p:tav tm="100000">
                                          <p:val>
                                            <p:strVal val="#ppt_w"/>
                                          </p:val>
                                        </p:tav>
                                      </p:tavLst>
                                    </p:anim>
                                    <p:anim calcmode="lin" valueType="num">
                                      <p:cBhvr>
                                        <p:cTn id="84" dur="500" fill="hold"/>
                                        <p:tgtEl>
                                          <p:spTgt spid="18"/>
                                        </p:tgtEl>
                                        <p:attrNameLst>
                                          <p:attrName>ppt_h</p:attrName>
                                        </p:attrNameLst>
                                      </p:cBhvr>
                                      <p:tavLst>
                                        <p:tav tm="0">
                                          <p:val>
                                            <p:fltVal val="0"/>
                                          </p:val>
                                        </p:tav>
                                        <p:tav tm="100000">
                                          <p:val>
                                            <p:strVal val="#ppt_h"/>
                                          </p:val>
                                        </p:tav>
                                      </p:tavLst>
                                    </p:anim>
                                    <p:animEffect transition="in" filter="fade">
                                      <p:cBhvr>
                                        <p:cTn id="85" dur="500"/>
                                        <p:tgtEl>
                                          <p:spTgt spid="18"/>
                                        </p:tgtEl>
                                      </p:cBhvr>
                                    </p:animEffect>
                                  </p:childTnLst>
                                </p:cTn>
                              </p:par>
                            </p:childTnLst>
                          </p:cTn>
                        </p:par>
                      </p:childTnLst>
                    </p:cTn>
                  </p:par>
                </p:childTnLst>
              </p:cTn>
              <p:nextCondLst>
                <p:cond evt="onClick" delay="0">
                  <p:tgtEl>
                    <p:spTgt spid="19"/>
                  </p:tgtEl>
                </p:cond>
              </p:nextCondLst>
            </p:seq>
            <p:seq concurrent="1" nextAc="seek">
              <p:cTn id="87" restart="whenNotActive" fill="hold" evtFilter="cancelBubble" nodeType="interactiveSeq">
                <p:stCondLst>
                  <p:cond evt="onClick" delay="0">
                    <p:tgtEl>
                      <p:spTgt spid="23"/>
                    </p:tgtEl>
                  </p:cond>
                </p:stCondLst>
                <p:endSync evt="end" delay="0">
                  <p:rtn val="all"/>
                </p:endSync>
                <p:childTnLst>
                  <p:par>
                    <p:cTn id="88" fill="hold">
                      <p:stCondLst>
                        <p:cond delay="0"/>
                      </p:stCondLst>
                      <p:childTnLst>
                        <p:par>
                          <p:cTn id="89" fill="hold">
                            <p:stCondLst>
                              <p:cond delay="0"/>
                            </p:stCondLst>
                            <p:childTnLst>
                              <p:par>
                                <p:cTn id="92" presetID="10" presetClass="exit" presetSubtype="0" fill="hold" grpId="1" nodeType="clickEffect">
                                  <p:stCondLst>
                                    <p:cond delay="0"/>
                                  </p:stCondLst>
                                  <p:childTnLst>
                                    <p:animEffect transition="out" filter="fade">
                                      <p:cBhvr>
                                        <p:cTn id="90" dur="500"/>
                                        <p:tgtEl>
                                          <p:spTgt spid="23"/>
                                        </p:tgtEl>
                                      </p:cBhvr>
                                    </p:animEffect>
                                    <p:set>
                                      <p:cBhvr>
                                        <p:cTn id="91" dur="1" fill="hold">
                                          <p:stCondLst>
                                            <p:cond delay="499"/>
                                          </p:stCondLst>
                                        </p:cTn>
                                        <p:tgtEl>
                                          <p:spTgt spid="23"/>
                                        </p:tgtEl>
                                        <p:attrNameLst>
                                          <p:attrName>style.visibility</p:attrName>
                                        </p:attrNameLst>
                                      </p:cBhvr>
                                      <p:to>
                                        <p:strVal val="hidden"/>
                                      </p:to>
                                    </p:set>
                                  </p:childTnLst>
                                </p:cTn>
                              </p:par>
                              <p:par>
                                <p:cTn id="97" presetID="53" presetClass="entr" presetSubtype="16" fill="hold" grpId="0" nodeType="withEffect">
                                  <p:stCondLst>
                                    <p:cond delay="150"/>
                                  </p:stCondLst>
                                  <p:childTnLst>
                                    <p:set>
                                      <p:cBhvr>
                                        <p:cTn id="93" dur="1" fill="hold">
                                          <p:stCondLst>
                                            <p:cond delay="0"/>
                                          </p:stCondLst>
                                        </p:cTn>
                                        <p:tgtEl>
                                          <p:spTgt spid="20"/>
                                        </p:tgtEl>
                                        <p:attrNameLst>
                                          <p:attrName>style.visibility</p:attrName>
                                        </p:attrNameLst>
                                      </p:cBhvr>
                                      <p:to>
                                        <p:strVal val="visible"/>
                                      </p:to>
                                    </p:set>
                                    <p:anim calcmode="lin" valueType="num">
                                      <p:cBhvr>
                                        <p:cTn id="94" dur="500" fill="hold"/>
                                        <p:tgtEl>
                                          <p:spTgt spid="20"/>
                                        </p:tgtEl>
                                        <p:attrNameLst>
                                          <p:attrName>ppt_w</p:attrName>
                                        </p:attrNameLst>
                                      </p:cBhvr>
                                      <p:tavLst>
                                        <p:tav tm="0">
                                          <p:val>
                                            <p:fltVal val="0"/>
                                          </p:val>
                                        </p:tav>
                                        <p:tav tm="100000">
                                          <p:val>
                                            <p:strVal val="#ppt_w"/>
                                          </p:val>
                                        </p:tav>
                                      </p:tavLst>
                                    </p:anim>
                                    <p:anim calcmode="lin" valueType="num">
                                      <p:cBhvr>
                                        <p:cTn id="95" dur="500" fill="hold"/>
                                        <p:tgtEl>
                                          <p:spTgt spid="20"/>
                                        </p:tgtEl>
                                        <p:attrNameLst>
                                          <p:attrName>ppt_h</p:attrName>
                                        </p:attrNameLst>
                                      </p:cBhvr>
                                      <p:tavLst>
                                        <p:tav tm="0">
                                          <p:val>
                                            <p:fltVal val="0"/>
                                          </p:val>
                                        </p:tav>
                                        <p:tav tm="100000">
                                          <p:val>
                                            <p:strVal val="#ppt_h"/>
                                          </p:val>
                                        </p:tav>
                                      </p:tavLst>
                                    </p:anim>
                                    <p:animEffect transition="in" filter="fade">
                                      <p:cBhvr>
                                        <p:cTn id="96" dur="500"/>
                                        <p:tgtEl>
                                          <p:spTgt spid="20"/>
                                        </p:tgtEl>
                                      </p:cBhvr>
                                    </p:animEffect>
                                  </p:childTnLst>
                                </p:cTn>
                              </p:par>
                              <p:par>
                                <p:cTn id="102" presetID="53" presetClass="entr" presetSubtype="16" fill="hold" grpId="0" nodeType="withEffect">
                                  <p:stCondLst>
                                    <p:cond delay="150"/>
                                  </p:stCondLst>
                                  <p:childTnLst>
                                    <p:set>
                                      <p:cBhvr>
                                        <p:cTn id="98" dur="1" fill="hold">
                                          <p:stCondLst>
                                            <p:cond delay="0"/>
                                          </p:stCondLst>
                                        </p:cTn>
                                        <p:tgtEl>
                                          <p:spTgt spid="21"/>
                                        </p:tgtEl>
                                        <p:attrNameLst>
                                          <p:attrName>style.visibility</p:attrName>
                                        </p:attrNameLst>
                                      </p:cBhvr>
                                      <p:to>
                                        <p:strVal val="visible"/>
                                      </p:to>
                                    </p:set>
                                    <p:anim calcmode="lin" valueType="num">
                                      <p:cBhvr>
                                        <p:cTn id="99" dur="500" fill="hold"/>
                                        <p:tgtEl>
                                          <p:spTgt spid="21"/>
                                        </p:tgtEl>
                                        <p:attrNameLst>
                                          <p:attrName>ppt_w</p:attrName>
                                        </p:attrNameLst>
                                      </p:cBhvr>
                                      <p:tavLst>
                                        <p:tav tm="0">
                                          <p:val>
                                            <p:fltVal val="0"/>
                                          </p:val>
                                        </p:tav>
                                        <p:tav tm="100000">
                                          <p:val>
                                            <p:strVal val="#ppt_w"/>
                                          </p:val>
                                        </p:tav>
                                      </p:tavLst>
                                    </p:anim>
                                    <p:anim calcmode="lin" valueType="num">
                                      <p:cBhvr>
                                        <p:cTn id="100" dur="500" fill="hold"/>
                                        <p:tgtEl>
                                          <p:spTgt spid="21"/>
                                        </p:tgtEl>
                                        <p:attrNameLst>
                                          <p:attrName>ppt_h</p:attrName>
                                        </p:attrNameLst>
                                      </p:cBhvr>
                                      <p:tavLst>
                                        <p:tav tm="0">
                                          <p:val>
                                            <p:fltVal val="0"/>
                                          </p:val>
                                        </p:tav>
                                        <p:tav tm="100000">
                                          <p:val>
                                            <p:strVal val="#ppt_h"/>
                                          </p:val>
                                        </p:tav>
                                      </p:tavLst>
                                    </p:anim>
                                    <p:animEffect transition="in" filter="fade">
                                      <p:cBhvr>
                                        <p:cTn id="101" dur="500"/>
                                        <p:tgtEl>
                                          <p:spTgt spid="21"/>
                                        </p:tgtEl>
                                      </p:cBhvr>
                                    </p:animEffect>
                                  </p:childTnLst>
                                </p:cTn>
                              </p:par>
                              <p:par>
                                <p:cTn id="107" presetID="53" presetClass="entr" presetSubtype="16" fill="hold" grpId="0" nodeType="withEffect">
                                  <p:stCondLst>
                                    <p:cond delay="450"/>
                                  </p:stCondLst>
                                  <p:childTnLst>
                                    <p:set>
                                      <p:cBhvr>
                                        <p:cTn id="103" dur="1" fill="hold">
                                          <p:stCondLst>
                                            <p:cond delay="0"/>
                                          </p:stCondLst>
                                        </p:cTn>
                                        <p:tgtEl>
                                          <p:spTgt spid="22"/>
                                        </p:tgtEl>
                                        <p:attrNameLst>
                                          <p:attrName>style.visibility</p:attrName>
                                        </p:attrNameLst>
                                      </p:cBhvr>
                                      <p:to>
                                        <p:strVal val="visible"/>
                                      </p:to>
                                    </p:set>
                                    <p:anim calcmode="lin" valueType="num">
                                      <p:cBhvr>
                                        <p:cTn id="104" dur="500" fill="hold"/>
                                        <p:tgtEl>
                                          <p:spTgt spid="22"/>
                                        </p:tgtEl>
                                        <p:attrNameLst>
                                          <p:attrName>ppt_w</p:attrName>
                                        </p:attrNameLst>
                                      </p:cBhvr>
                                      <p:tavLst>
                                        <p:tav tm="0">
                                          <p:val>
                                            <p:fltVal val="0"/>
                                          </p:val>
                                        </p:tav>
                                        <p:tav tm="100000">
                                          <p:val>
                                            <p:strVal val="#ppt_w"/>
                                          </p:val>
                                        </p:tav>
                                      </p:tavLst>
                                    </p:anim>
                                    <p:anim calcmode="lin" valueType="num">
                                      <p:cBhvr>
                                        <p:cTn id="105" dur="500" fill="hold"/>
                                        <p:tgtEl>
                                          <p:spTgt spid="22"/>
                                        </p:tgtEl>
                                        <p:attrNameLst>
                                          <p:attrName>ppt_h</p:attrName>
                                        </p:attrNameLst>
                                      </p:cBhvr>
                                      <p:tavLst>
                                        <p:tav tm="0">
                                          <p:val>
                                            <p:fltVal val="0"/>
                                          </p:val>
                                        </p:tav>
                                        <p:tav tm="100000">
                                          <p:val>
                                            <p:strVal val="#ppt_h"/>
                                          </p:val>
                                        </p:tav>
                                      </p:tavLst>
                                    </p:anim>
                                    <p:animEffect transition="in" filter="fade">
                                      <p:cBhvr>
                                        <p:cTn id="106" dur="500"/>
                                        <p:tgtEl>
                                          <p:spTgt spid="22"/>
                                        </p:tgtEl>
                                      </p:cBhvr>
                                    </p:animEffect>
                                  </p:childTnLst>
                                </p:cTn>
                              </p:par>
                            </p:childTnLst>
                          </p:cTn>
                        </p:par>
                      </p:childTnLst>
                    </p:cTn>
                  </p:par>
                </p:childTnLst>
              </p:cTn>
              <p:nextCondLst>
                <p:cond evt="onClick" delay="0">
                  <p:tgtEl>
                    <p:spTgt spid="23"/>
                  </p:tgtEl>
                </p:cond>
              </p:nextCondLst>
            </p:seq>
            <p:seq concurrent="1" nextAc="seek">
              <p:cTn id="108" restart="whenNotActive" fill="hold" evtFilter="cancelBubble" nodeType="interactiveSeq">
                <p:stCondLst>
                  <p:cond evt="onClick" delay="0">
                    <p:tgtEl>
                      <p:spTgt spid="27"/>
                    </p:tgtEl>
                  </p:cond>
                </p:stCondLst>
                <p:endSync evt="end" delay="0">
                  <p:rtn val="all"/>
                </p:endSync>
                <p:childTnLst>
                  <p:par>
                    <p:cTn id="109" fill="hold">
                      <p:stCondLst>
                        <p:cond delay="0"/>
                      </p:stCondLst>
                      <p:childTnLst>
                        <p:par>
                          <p:cTn id="110" fill="hold">
                            <p:stCondLst>
                              <p:cond delay="0"/>
                            </p:stCondLst>
                            <p:childTnLst>
                              <p:par>
                                <p:cTn id="113" presetID="10" presetClass="exit" presetSubtype="0" fill="hold" grpId="1" nodeType="clickEffect">
                                  <p:stCondLst>
                                    <p:cond delay="0"/>
                                  </p:stCondLst>
                                  <p:childTnLst>
                                    <p:animEffect transition="out" filter="fade">
                                      <p:cBhvr>
                                        <p:cTn id="111" dur="500"/>
                                        <p:tgtEl>
                                          <p:spTgt spid="27"/>
                                        </p:tgtEl>
                                      </p:cBhvr>
                                    </p:animEffect>
                                    <p:set>
                                      <p:cBhvr>
                                        <p:cTn id="112" dur="1" fill="hold">
                                          <p:stCondLst>
                                            <p:cond delay="499"/>
                                          </p:stCondLst>
                                        </p:cTn>
                                        <p:tgtEl>
                                          <p:spTgt spid="27"/>
                                        </p:tgtEl>
                                        <p:attrNameLst>
                                          <p:attrName>style.visibility</p:attrName>
                                        </p:attrNameLst>
                                      </p:cBhvr>
                                      <p:to>
                                        <p:strVal val="hidden"/>
                                      </p:to>
                                    </p:set>
                                  </p:childTnLst>
                                </p:cTn>
                              </p:par>
                              <p:par>
                                <p:cTn id="118" presetID="53" presetClass="entr" presetSubtype="16" fill="hold" grpId="0" nodeType="withEffect">
                                  <p:stCondLst>
                                    <p:cond delay="150"/>
                                  </p:stCondLst>
                                  <p:childTnLst>
                                    <p:set>
                                      <p:cBhvr>
                                        <p:cTn id="114" dur="1" fill="hold">
                                          <p:stCondLst>
                                            <p:cond delay="0"/>
                                          </p:stCondLst>
                                        </p:cTn>
                                        <p:tgtEl>
                                          <p:spTgt spid="24"/>
                                        </p:tgtEl>
                                        <p:attrNameLst>
                                          <p:attrName>style.visibility</p:attrName>
                                        </p:attrNameLst>
                                      </p:cBhvr>
                                      <p:to>
                                        <p:strVal val="visible"/>
                                      </p:to>
                                    </p:set>
                                    <p:anim calcmode="lin" valueType="num">
                                      <p:cBhvr>
                                        <p:cTn id="115" dur="500" fill="hold"/>
                                        <p:tgtEl>
                                          <p:spTgt spid="24"/>
                                        </p:tgtEl>
                                        <p:attrNameLst>
                                          <p:attrName>ppt_w</p:attrName>
                                        </p:attrNameLst>
                                      </p:cBhvr>
                                      <p:tavLst>
                                        <p:tav tm="0">
                                          <p:val>
                                            <p:fltVal val="0"/>
                                          </p:val>
                                        </p:tav>
                                        <p:tav tm="100000">
                                          <p:val>
                                            <p:strVal val="#ppt_w"/>
                                          </p:val>
                                        </p:tav>
                                      </p:tavLst>
                                    </p:anim>
                                    <p:anim calcmode="lin" valueType="num">
                                      <p:cBhvr>
                                        <p:cTn id="116" dur="500" fill="hold"/>
                                        <p:tgtEl>
                                          <p:spTgt spid="24"/>
                                        </p:tgtEl>
                                        <p:attrNameLst>
                                          <p:attrName>ppt_h</p:attrName>
                                        </p:attrNameLst>
                                      </p:cBhvr>
                                      <p:tavLst>
                                        <p:tav tm="0">
                                          <p:val>
                                            <p:fltVal val="0"/>
                                          </p:val>
                                        </p:tav>
                                        <p:tav tm="100000">
                                          <p:val>
                                            <p:strVal val="#ppt_h"/>
                                          </p:val>
                                        </p:tav>
                                      </p:tavLst>
                                    </p:anim>
                                    <p:animEffect transition="in" filter="fade">
                                      <p:cBhvr>
                                        <p:cTn id="117" dur="500"/>
                                        <p:tgtEl>
                                          <p:spTgt spid="24"/>
                                        </p:tgtEl>
                                      </p:cBhvr>
                                    </p:animEffect>
                                  </p:childTnLst>
                                </p:cTn>
                              </p:par>
                              <p:par>
                                <p:cTn id="123" presetID="53" presetClass="entr" presetSubtype="16" fill="hold" grpId="0" nodeType="withEffect">
                                  <p:stCondLst>
                                    <p:cond delay="150"/>
                                  </p:stCondLst>
                                  <p:childTnLst>
                                    <p:set>
                                      <p:cBhvr>
                                        <p:cTn id="119" dur="1" fill="hold">
                                          <p:stCondLst>
                                            <p:cond delay="0"/>
                                          </p:stCondLst>
                                        </p:cTn>
                                        <p:tgtEl>
                                          <p:spTgt spid="25"/>
                                        </p:tgtEl>
                                        <p:attrNameLst>
                                          <p:attrName>style.visibility</p:attrName>
                                        </p:attrNameLst>
                                      </p:cBhvr>
                                      <p:to>
                                        <p:strVal val="visible"/>
                                      </p:to>
                                    </p:set>
                                    <p:anim calcmode="lin" valueType="num">
                                      <p:cBhvr>
                                        <p:cTn id="120" dur="500" fill="hold"/>
                                        <p:tgtEl>
                                          <p:spTgt spid="25"/>
                                        </p:tgtEl>
                                        <p:attrNameLst>
                                          <p:attrName>ppt_w</p:attrName>
                                        </p:attrNameLst>
                                      </p:cBhvr>
                                      <p:tavLst>
                                        <p:tav tm="0">
                                          <p:val>
                                            <p:fltVal val="0"/>
                                          </p:val>
                                        </p:tav>
                                        <p:tav tm="100000">
                                          <p:val>
                                            <p:strVal val="#ppt_w"/>
                                          </p:val>
                                        </p:tav>
                                      </p:tavLst>
                                    </p:anim>
                                    <p:anim calcmode="lin" valueType="num">
                                      <p:cBhvr>
                                        <p:cTn id="121" dur="500" fill="hold"/>
                                        <p:tgtEl>
                                          <p:spTgt spid="25"/>
                                        </p:tgtEl>
                                        <p:attrNameLst>
                                          <p:attrName>ppt_h</p:attrName>
                                        </p:attrNameLst>
                                      </p:cBhvr>
                                      <p:tavLst>
                                        <p:tav tm="0">
                                          <p:val>
                                            <p:fltVal val="0"/>
                                          </p:val>
                                        </p:tav>
                                        <p:tav tm="100000">
                                          <p:val>
                                            <p:strVal val="#ppt_h"/>
                                          </p:val>
                                        </p:tav>
                                      </p:tavLst>
                                    </p:anim>
                                    <p:animEffect transition="in" filter="fade">
                                      <p:cBhvr>
                                        <p:cTn id="122" dur="500"/>
                                        <p:tgtEl>
                                          <p:spTgt spid="25"/>
                                        </p:tgtEl>
                                      </p:cBhvr>
                                    </p:animEffect>
                                  </p:childTnLst>
                                </p:cTn>
                              </p:par>
                              <p:par>
                                <p:cTn id="128" presetID="53" presetClass="entr" presetSubtype="16" fill="hold" grpId="0" nodeType="withEffect">
                                  <p:stCondLst>
                                    <p:cond delay="450"/>
                                  </p:stCondLst>
                                  <p:childTnLst>
                                    <p:set>
                                      <p:cBhvr>
                                        <p:cTn id="124" dur="1" fill="hold">
                                          <p:stCondLst>
                                            <p:cond delay="0"/>
                                          </p:stCondLst>
                                        </p:cTn>
                                        <p:tgtEl>
                                          <p:spTgt spid="26"/>
                                        </p:tgtEl>
                                        <p:attrNameLst>
                                          <p:attrName>style.visibility</p:attrName>
                                        </p:attrNameLst>
                                      </p:cBhvr>
                                      <p:to>
                                        <p:strVal val="visible"/>
                                      </p:to>
                                    </p:set>
                                    <p:anim calcmode="lin" valueType="num">
                                      <p:cBhvr>
                                        <p:cTn id="125" dur="500" fill="hold"/>
                                        <p:tgtEl>
                                          <p:spTgt spid="26"/>
                                        </p:tgtEl>
                                        <p:attrNameLst>
                                          <p:attrName>ppt_w</p:attrName>
                                        </p:attrNameLst>
                                      </p:cBhvr>
                                      <p:tavLst>
                                        <p:tav tm="0">
                                          <p:val>
                                            <p:fltVal val="0"/>
                                          </p:val>
                                        </p:tav>
                                        <p:tav tm="100000">
                                          <p:val>
                                            <p:strVal val="#ppt_w"/>
                                          </p:val>
                                        </p:tav>
                                      </p:tavLst>
                                    </p:anim>
                                    <p:anim calcmode="lin" valueType="num">
                                      <p:cBhvr>
                                        <p:cTn id="126" dur="500" fill="hold"/>
                                        <p:tgtEl>
                                          <p:spTgt spid="26"/>
                                        </p:tgtEl>
                                        <p:attrNameLst>
                                          <p:attrName>ppt_h</p:attrName>
                                        </p:attrNameLst>
                                      </p:cBhvr>
                                      <p:tavLst>
                                        <p:tav tm="0">
                                          <p:val>
                                            <p:fltVal val="0"/>
                                          </p:val>
                                        </p:tav>
                                        <p:tav tm="100000">
                                          <p:val>
                                            <p:strVal val="#ppt_h"/>
                                          </p:val>
                                        </p:tav>
                                      </p:tavLst>
                                    </p:anim>
                                    <p:animEffect transition="in" filter="fade">
                                      <p:cBhvr>
                                        <p:cTn id="127" dur="500"/>
                                        <p:tgtEl>
                                          <p:spTgt spid="26"/>
                                        </p:tgtEl>
                                      </p:cBhvr>
                                    </p:animEffect>
                                  </p:childTnLst>
                                </p:cTn>
                              </p:par>
                            </p:childTnLst>
                          </p:cTn>
                        </p:par>
                      </p:childTnLst>
                    </p:cTn>
                  </p:par>
                </p:childTnLst>
              </p:cTn>
              <p:nextCondLst>
                <p:cond evt="onClick" delay="0">
                  <p:tgtEl>
                    <p:spTgt spid="27"/>
                  </p:tgtEl>
                </p:cond>
              </p:nextCondLst>
            </p:seq>
            <p:seq concurrent="1" nextAc="seek">
              <p:cTn id="129" restart="whenNotActive" fill="hold" evtFilter="cancelBubble" nodeType="interactiveSeq">
                <p:stCondLst>
                  <p:cond evt="onClick" delay="0">
                    <p:tgtEl>
                      <p:spTgt spid="31"/>
                    </p:tgtEl>
                  </p:cond>
                </p:stCondLst>
                <p:endSync evt="end" delay="0">
                  <p:rtn val="all"/>
                </p:endSync>
                <p:childTnLst>
                  <p:par>
                    <p:cTn id="130" fill="hold">
                      <p:stCondLst>
                        <p:cond delay="0"/>
                      </p:stCondLst>
                      <p:childTnLst>
                        <p:par>
                          <p:cTn id="131" fill="hold">
                            <p:stCondLst>
                              <p:cond delay="0"/>
                            </p:stCondLst>
                            <p:childTnLst>
                              <p:par>
                                <p:cTn id="134" presetID="10" presetClass="exit" presetSubtype="0" fill="hold" grpId="1" nodeType="clickEffect">
                                  <p:stCondLst>
                                    <p:cond delay="0"/>
                                  </p:stCondLst>
                                  <p:childTnLst>
                                    <p:animEffect transition="out" filter="fade">
                                      <p:cBhvr>
                                        <p:cTn id="132" dur="500"/>
                                        <p:tgtEl>
                                          <p:spTgt spid="31"/>
                                        </p:tgtEl>
                                      </p:cBhvr>
                                    </p:animEffect>
                                    <p:set>
                                      <p:cBhvr>
                                        <p:cTn id="133" dur="1" fill="hold">
                                          <p:stCondLst>
                                            <p:cond delay="499"/>
                                          </p:stCondLst>
                                        </p:cTn>
                                        <p:tgtEl>
                                          <p:spTgt spid="31"/>
                                        </p:tgtEl>
                                        <p:attrNameLst>
                                          <p:attrName>style.visibility</p:attrName>
                                        </p:attrNameLst>
                                      </p:cBhvr>
                                      <p:to>
                                        <p:strVal val="hidden"/>
                                      </p:to>
                                    </p:set>
                                  </p:childTnLst>
                                </p:cTn>
                              </p:par>
                              <p:par>
                                <p:cTn id="139" presetID="53" presetClass="entr" presetSubtype="16" fill="hold" grpId="0" nodeType="withEffect">
                                  <p:stCondLst>
                                    <p:cond delay="150"/>
                                  </p:stCondLst>
                                  <p:childTnLst>
                                    <p:set>
                                      <p:cBhvr>
                                        <p:cTn id="135" dur="1" fill="hold">
                                          <p:stCondLst>
                                            <p:cond delay="0"/>
                                          </p:stCondLst>
                                        </p:cTn>
                                        <p:tgtEl>
                                          <p:spTgt spid="28"/>
                                        </p:tgtEl>
                                        <p:attrNameLst>
                                          <p:attrName>style.visibility</p:attrName>
                                        </p:attrNameLst>
                                      </p:cBhvr>
                                      <p:to>
                                        <p:strVal val="visible"/>
                                      </p:to>
                                    </p:set>
                                    <p:anim calcmode="lin" valueType="num">
                                      <p:cBhvr>
                                        <p:cTn id="136" dur="500" fill="hold"/>
                                        <p:tgtEl>
                                          <p:spTgt spid="28"/>
                                        </p:tgtEl>
                                        <p:attrNameLst>
                                          <p:attrName>ppt_w</p:attrName>
                                        </p:attrNameLst>
                                      </p:cBhvr>
                                      <p:tavLst>
                                        <p:tav tm="0">
                                          <p:val>
                                            <p:fltVal val="0"/>
                                          </p:val>
                                        </p:tav>
                                        <p:tav tm="100000">
                                          <p:val>
                                            <p:strVal val="#ppt_w"/>
                                          </p:val>
                                        </p:tav>
                                      </p:tavLst>
                                    </p:anim>
                                    <p:anim calcmode="lin" valueType="num">
                                      <p:cBhvr>
                                        <p:cTn id="137" dur="500" fill="hold"/>
                                        <p:tgtEl>
                                          <p:spTgt spid="28"/>
                                        </p:tgtEl>
                                        <p:attrNameLst>
                                          <p:attrName>ppt_h</p:attrName>
                                        </p:attrNameLst>
                                      </p:cBhvr>
                                      <p:tavLst>
                                        <p:tav tm="0">
                                          <p:val>
                                            <p:fltVal val="0"/>
                                          </p:val>
                                        </p:tav>
                                        <p:tav tm="100000">
                                          <p:val>
                                            <p:strVal val="#ppt_h"/>
                                          </p:val>
                                        </p:tav>
                                      </p:tavLst>
                                    </p:anim>
                                    <p:animEffect transition="in" filter="fade">
                                      <p:cBhvr>
                                        <p:cTn id="138" dur="500"/>
                                        <p:tgtEl>
                                          <p:spTgt spid="28"/>
                                        </p:tgtEl>
                                      </p:cBhvr>
                                    </p:animEffect>
                                  </p:childTnLst>
                                </p:cTn>
                              </p:par>
                              <p:par>
                                <p:cTn id="144" presetID="53" presetClass="entr" presetSubtype="16" fill="hold" grpId="0" nodeType="withEffect">
                                  <p:stCondLst>
                                    <p:cond delay="150"/>
                                  </p:stCondLst>
                                  <p:childTnLst>
                                    <p:set>
                                      <p:cBhvr>
                                        <p:cTn id="140" dur="1" fill="hold">
                                          <p:stCondLst>
                                            <p:cond delay="0"/>
                                          </p:stCondLst>
                                        </p:cTn>
                                        <p:tgtEl>
                                          <p:spTgt spid="29"/>
                                        </p:tgtEl>
                                        <p:attrNameLst>
                                          <p:attrName>style.visibility</p:attrName>
                                        </p:attrNameLst>
                                      </p:cBhvr>
                                      <p:to>
                                        <p:strVal val="visible"/>
                                      </p:to>
                                    </p:set>
                                    <p:anim calcmode="lin" valueType="num">
                                      <p:cBhvr>
                                        <p:cTn id="141" dur="500" fill="hold"/>
                                        <p:tgtEl>
                                          <p:spTgt spid="29"/>
                                        </p:tgtEl>
                                        <p:attrNameLst>
                                          <p:attrName>ppt_w</p:attrName>
                                        </p:attrNameLst>
                                      </p:cBhvr>
                                      <p:tavLst>
                                        <p:tav tm="0">
                                          <p:val>
                                            <p:fltVal val="0"/>
                                          </p:val>
                                        </p:tav>
                                        <p:tav tm="100000">
                                          <p:val>
                                            <p:strVal val="#ppt_w"/>
                                          </p:val>
                                        </p:tav>
                                      </p:tavLst>
                                    </p:anim>
                                    <p:anim calcmode="lin" valueType="num">
                                      <p:cBhvr>
                                        <p:cTn id="142" dur="500" fill="hold"/>
                                        <p:tgtEl>
                                          <p:spTgt spid="29"/>
                                        </p:tgtEl>
                                        <p:attrNameLst>
                                          <p:attrName>ppt_h</p:attrName>
                                        </p:attrNameLst>
                                      </p:cBhvr>
                                      <p:tavLst>
                                        <p:tav tm="0">
                                          <p:val>
                                            <p:fltVal val="0"/>
                                          </p:val>
                                        </p:tav>
                                        <p:tav tm="100000">
                                          <p:val>
                                            <p:strVal val="#ppt_h"/>
                                          </p:val>
                                        </p:tav>
                                      </p:tavLst>
                                    </p:anim>
                                    <p:animEffect transition="in" filter="fade">
                                      <p:cBhvr>
                                        <p:cTn id="143" dur="500"/>
                                        <p:tgtEl>
                                          <p:spTgt spid="29"/>
                                        </p:tgtEl>
                                      </p:cBhvr>
                                    </p:animEffect>
                                  </p:childTnLst>
                                </p:cTn>
                              </p:par>
                              <p:par>
                                <p:cTn id="149" presetID="53" presetClass="entr" presetSubtype="16" fill="hold" grpId="0" nodeType="withEffect">
                                  <p:stCondLst>
                                    <p:cond delay="450"/>
                                  </p:stCondLst>
                                  <p:childTnLst>
                                    <p:set>
                                      <p:cBhvr>
                                        <p:cTn id="145" dur="1" fill="hold">
                                          <p:stCondLst>
                                            <p:cond delay="0"/>
                                          </p:stCondLst>
                                        </p:cTn>
                                        <p:tgtEl>
                                          <p:spTgt spid="30"/>
                                        </p:tgtEl>
                                        <p:attrNameLst>
                                          <p:attrName>style.visibility</p:attrName>
                                        </p:attrNameLst>
                                      </p:cBhvr>
                                      <p:to>
                                        <p:strVal val="visible"/>
                                      </p:to>
                                    </p:set>
                                    <p:anim calcmode="lin" valueType="num">
                                      <p:cBhvr>
                                        <p:cTn id="146" dur="500" fill="hold"/>
                                        <p:tgtEl>
                                          <p:spTgt spid="30"/>
                                        </p:tgtEl>
                                        <p:attrNameLst>
                                          <p:attrName>ppt_w</p:attrName>
                                        </p:attrNameLst>
                                      </p:cBhvr>
                                      <p:tavLst>
                                        <p:tav tm="0">
                                          <p:val>
                                            <p:fltVal val="0"/>
                                          </p:val>
                                        </p:tav>
                                        <p:tav tm="100000">
                                          <p:val>
                                            <p:strVal val="#ppt_w"/>
                                          </p:val>
                                        </p:tav>
                                      </p:tavLst>
                                    </p:anim>
                                    <p:anim calcmode="lin" valueType="num">
                                      <p:cBhvr>
                                        <p:cTn id="147" dur="500" fill="hold"/>
                                        <p:tgtEl>
                                          <p:spTgt spid="30"/>
                                        </p:tgtEl>
                                        <p:attrNameLst>
                                          <p:attrName>ppt_h</p:attrName>
                                        </p:attrNameLst>
                                      </p:cBhvr>
                                      <p:tavLst>
                                        <p:tav tm="0">
                                          <p:val>
                                            <p:fltVal val="0"/>
                                          </p:val>
                                        </p:tav>
                                        <p:tav tm="100000">
                                          <p:val>
                                            <p:strVal val="#ppt_h"/>
                                          </p:val>
                                        </p:tav>
                                      </p:tavLst>
                                    </p:anim>
                                    <p:animEffect transition="in" filter="fade">
                                      <p:cBhvr>
                                        <p:cTn id="148" dur="500"/>
                                        <p:tgtEl>
                                          <p:spTgt spid="30"/>
                                        </p:tgtEl>
                                      </p:cBhvr>
                                    </p:animEffect>
                                  </p:childTnLst>
                                </p:cTn>
                              </p:par>
                            </p:childTnLst>
                          </p:cTn>
                        </p:par>
                      </p:childTnLst>
                    </p:cTn>
                  </p:par>
                </p:childTnLst>
              </p:cTn>
              <p:nextCondLst>
                <p:cond evt="onClick" delay="0">
                  <p:tgtEl>
                    <p:spTgt spid="31"/>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5_title" descr="لعبة: من أنا؟">    </p:cNvPr>
          <p:cNvPicPr>
            <a:picLocks noChangeAspect="1"/>
          </p:cNvPicPr>
          <p:nvPr/>
        </p:nvPicPr>
        <p:blipFill>
          <a:blip r:embed="rId2"/>
          <a:stretch>
            <a:fillRect/>
          </a:stretch>
        </p:blipFill>
        <p:spPr>
          <a:xfrm>
            <a:off x="8993854" y="109728"/>
            <a:ext cx="2847626" cy="868680"/>
          </a:xfrm>
          <a:prstGeom prst="rect">
            <a:avLst/>
          </a:prstGeom>
        </p:spPr>
      </p:pic>
      <p:sp>
        <p:nvSpPr>
          <p:cNvPr id="3" name="s5_strategy"/>
          <p:cNvSpPr txBox="1"/>
          <p:nvPr/>
        </p:nvSpPr>
        <p:spPr>
          <a:xfrm>
            <a:off x="411480" y="274320"/>
            <a:ext cx="352044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التعلم باللعب</a:t>
            </a:r>
            <a:endParaRPr lang="ar-SA" sz="1700" dirty="0"/>
          </a:p>
        </p:txBody>
      </p:sp>
      <p:pic>
        <p:nvPicPr>
          <p:cNvPr id="4" name="s5_pic_1" descr="/tmp/claude-0/-home-user-Scienceshamah/8386cda7-7741-5ea4-8952-60ee8e67fc31/scratchpad/w/img/card_1215x225_BDE6FA_s_i.png">    </p:cNvPr>
          <p:cNvPicPr>
            <a:picLocks noChangeAspect="1"/>
          </p:cNvPicPr>
          <p:nvPr/>
        </p:nvPicPr>
        <p:blipFill>
          <a:blip r:embed="rId3"/>
          <a:stretch>
            <a:fillRect/>
          </a:stretch>
        </p:blipFill>
        <p:spPr>
          <a:xfrm>
            <a:off x="4343400" y="1325880"/>
            <a:ext cx="7406640" cy="1371600"/>
          </a:xfrm>
          <a:prstGeom prst="rect">
            <a:avLst/>
          </a:prstGeom>
        </p:spPr>
      </p:pic>
      <p:sp>
        <p:nvSpPr>
          <p:cNvPr id="5" name="s5_t_2"/>
          <p:cNvSpPr txBox="1"/>
          <p:nvPr/>
        </p:nvSpPr>
        <p:spPr>
          <a:xfrm>
            <a:off x="10927080" y="1673352"/>
            <a:ext cx="685800" cy="685800"/>
          </a:xfrm>
          <a:prstGeom prst="ellipse">
            <a:avLst/>
          </a:prstGeom>
          <a:solidFill>
            <a:srgbClr val="34405E"/>
          </a:solidFill>
          <a:ln/>
        </p:spPr>
        <p:txBody>
          <a:bodyPr wrap="square" lIns="0" tIns="0" rIns="0" bIns="0" rtlCol="0" anchor="ctr"/>
          <a:lstStyle/>
          <a:p>
            <a:pPr rtl="1" algn="ctr" indent="0" marL="0">
              <a:lnSpc>
                <a:spcPct val="108000"/>
              </a:lnSpc>
              <a:buNone/>
            </a:pPr>
            <a:r>
              <a:rPr lang="ar-SA" altLang="en-US" sz="2400" b="1" dirty="0">
                <a:solidFill>
                  <a:srgbClr val="FFFFFF"/>
                </a:solidFill>
                <a:latin typeface="Tahoma" pitchFamily="34" charset="0"/>
                <a:ea typeface="Tahoma" pitchFamily="34" charset="-122"/>
                <a:cs typeface="Tahoma" pitchFamily="34" charset="-120"/>
              </a:rPr>
              <a:t>١</a:t>
            </a:r>
            <a:endParaRPr lang="ar-SA" sz="2400" dirty="0"/>
          </a:p>
        </p:txBody>
      </p:sp>
      <p:sp>
        <p:nvSpPr>
          <p:cNvPr id="6" name="s5_t_3"/>
          <p:cNvSpPr txBox="1"/>
          <p:nvPr/>
        </p:nvSpPr>
        <p:spPr>
          <a:xfrm>
            <a:off x="4572000" y="1435608"/>
            <a:ext cx="6263640" cy="1143000"/>
          </a:xfrm>
          <a:prstGeom prst="rect">
            <a:avLst/>
          </a:prstGeom>
          <a:noFill/>
          <a:ln/>
        </p:spPr>
        <p:txBody>
          <a:bodyPr wrap="square" lIns="762" tIns="762" rIns="762" bIns="762" rtlCol="0" anchor="ctr"/>
          <a:lstStyle/>
          <a:p>
            <a:pPr rtl="1" algn="r" indent="0" marL="0">
              <a:lnSpc>
                <a:spcPct val="108000"/>
              </a:lnSpc>
              <a:buNone/>
            </a:pPr>
            <a:r>
              <a:rPr lang="ar-SA" altLang="en-US" sz="2300" b="1" dirty="0">
                <a:solidFill>
                  <a:srgbClr val="C2366F"/>
                </a:solidFill>
                <a:latin typeface="Tahoma" pitchFamily="34" charset="0"/>
                <a:ea typeface="Tahoma" pitchFamily="34" charset="-122"/>
                <a:cs typeface="Tahoma" pitchFamily="34" charset="-120"/>
              </a:rPr>
              <a:t>أنا: </a:t>
            </a:r>
            <a:pPr rtl="1" algn="r" indent="0" marL="0">
              <a:lnSpc>
                <a:spcPct val="108000"/>
              </a:lnSpc>
              <a:buNone/>
            </a:pPr>
            <a:r>
              <a:rPr lang="ar-SA" altLang="en-US" sz="2300" b="1" dirty="0">
                <a:solidFill>
                  <a:srgbClr val="34405E"/>
                </a:solidFill>
                <a:latin typeface="Tahoma" pitchFamily="34" charset="0"/>
                <a:ea typeface="Tahoma" pitchFamily="34" charset="-122"/>
                <a:cs typeface="Tahoma" pitchFamily="34" charset="-120"/>
              </a:rPr>
              <a:t>المكان الذي يعيش فيه المخلوق الحي.</a:t>
            </a:r>
            <a:endParaRPr lang="ar-SA" sz="2300" dirty="0"/>
          </a:p>
        </p:txBody>
      </p:sp>
      <p:pic>
        <p:nvPicPr>
          <p:cNvPr id="7" name="s5_pic_4" descr="/tmp/claude-0/-home-user-Scienceshamah/8386cda7-7741-5ea4-8952-60ee8e67fc31/scratchpad/w/img/card_593x225_9FE3A6_s_i.png">    </p:cNvPr>
          <p:cNvPicPr>
            <a:picLocks noChangeAspect="1"/>
          </p:cNvPicPr>
          <p:nvPr/>
        </p:nvPicPr>
        <p:blipFill>
          <a:blip r:embed="rId4"/>
          <a:stretch>
            <a:fillRect/>
          </a:stretch>
        </p:blipFill>
        <p:spPr>
          <a:xfrm>
            <a:off x="502920" y="1325880"/>
            <a:ext cx="3611880" cy="1371600"/>
          </a:xfrm>
          <a:prstGeom prst="rect">
            <a:avLst/>
          </a:prstGeom>
        </p:spPr>
      </p:pic>
      <p:sp>
        <p:nvSpPr>
          <p:cNvPr id="8" name="s5_t_5"/>
          <p:cNvSpPr txBox="1"/>
          <p:nvPr/>
        </p:nvSpPr>
        <p:spPr>
          <a:xfrm>
            <a:off x="640080" y="1463040"/>
            <a:ext cx="3337560" cy="1097280"/>
          </a:xfrm>
          <a:prstGeom prst="rect">
            <a:avLst/>
          </a:prstGeom>
          <a:noFill/>
          <a:ln/>
        </p:spPr>
        <p:txBody>
          <a:bodyPr wrap="square" lIns="762" tIns="762" rIns="762" bIns="762" rtlCol="0" anchor="ctr"/>
          <a:lstStyle/>
          <a:p>
            <a:pPr rtl="1" algn="ctr" indent="0" marL="0">
              <a:lnSpc>
                <a:spcPct val="108000"/>
              </a:lnSpc>
              <a:buNone/>
            </a:pPr>
            <a:r>
              <a:rPr lang="ar-SA" altLang="en-US" sz="2800" b="1" dirty="0">
                <a:solidFill>
                  <a:srgbClr val="2F8A3A"/>
                </a:solidFill>
                <a:latin typeface="Tahoma" pitchFamily="34" charset="0"/>
                <a:ea typeface="Tahoma" pitchFamily="34" charset="-122"/>
                <a:cs typeface="Tahoma" pitchFamily="34" charset="-120"/>
              </a:rPr>
              <a:t>الموطن</a:t>
            </a:r>
            <a:endParaRPr lang="ar-SA" sz="2800" dirty="0"/>
          </a:p>
        </p:txBody>
      </p:sp>
      <p:pic>
        <p:nvPicPr>
          <p:cNvPr id="9" name="s5_pic_6" descr="من أنا؟ اضغطي لتعرفي الإجابة">    </p:cNvPr>
          <p:cNvPicPr>
            <a:picLocks noChangeAspect="1"/>
          </p:cNvPicPr>
          <p:nvPr/>
        </p:nvPicPr>
        <p:blipFill>
          <a:blip r:embed="rId5"/>
          <a:stretch>
            <a:fillRect/>
          </a:stretch>
        </p:blipFill>
        <p:spPr>
          <a:xfrm>
            <a:off x="502920" y="1325880"/>
            <a:ext cx="3611880" cy="1371600"/>
          </a:xfrm>
          <a:prstGeom prst="rect">
            <a:avLst/>
          </a:prstGeom>
        </p:spPr>
      </p:pic>
      <p:pic>
        <p:nvPicPr>
          <p:cNvPr id="10" name="s5_pic_7" descr="/tmp/claude-0/-home-user-Scienceshamah/8386cda7-7741-5ea4-8952-60ee8e67fc31/scratchpad/w/img/card_1215x225_FFE8A3_s_i.png">    </p:cNvPr>
          <p:cNvPicPr>
            <a:picLocks noChangeAspect="1"/>
          </p:cNvPicPr>
          <p:nvPr/>
        </p:nvPicPr>
        <p:blipFill>
          <a:blip r:embed="rId6"/>
          <a:stretch>
            <a:fillRect/>
          </a:stretch>
        </p:blipFill>
        <p:spPr>
          <a:xfrm>
            <a:off x="4343400" y="2926080"/>
            <a:ext cx="7406640" cy="1371600"/>
          </a:xfrm>
          <a:prstGeom prst="rect">
            <a:avLst/>
          </a:prstGeom>
        </p:spPr>
      </p:pic>
      <p:sp>
        <p:nvSpPr>
          <p:cNvPr id="11" name="s5_t_8"/>
          <p:cNvSpPr txBox="1"/>
          <p:nvPr/>
        </p:nvSpPr>
        <p:spPr>
          <a:xfrm>
            <a:off x="10927080" y="3273552"/>
            <a:ext cx="685800" cy="685800"/>
          </a:xfrm>
          <a:prstGeom prst="ellipse">
            <a:avLst/>
          </a:prstGeom>
          <a:solidFill>
            <a:srgbClr val="34405E"/>
          </a:solidFill>
          <a:ln/>
        </p:spPr>
        <p:txBody>
          <a:bodyPr wrap="square" lIns="0" tIns="0" rIns="0" bIns="0" rtlCol="0" anchor="ctr"/>
          <a:lstStyle/>
          <a:p>
            <a:pPr rtl="1" algn="ctr" indent="0" marL="0">
              <a:lnSpc>
                <a:spcPct val="108000"/>
              </a:lnSpc>
              <a:buNone/>
            </a:pPr>
            <a:r>
              <a:rPr lang="ar-SA" altLang="en-US" sz="2400" b="1" dirty="0">
                <a:solidFill>
                  <a:srgbClr val="FFFFFF"/>
                </a:solidFill>
                <a:latin typeface="Tahoma" pitchFamily="34" charset="0"/>
                <a:ea typeface="Tahoma" pitchFamily="34" charset="-122"/>
                <a:cs typeface="Tahoma" pitchFamily="34" charset="-120"/>
              </a:rPr>
              <a:t>٢</a:t>
            </a:r>
            <a:endParaRPr lang="ar-SA" sz="2400" dirty="0"/>
          </a:p>
        </p:txBody>
      </p:sp>
      <p:sp>
        <p:nvSpPr>
          <p:cNvPr id="12" name="s5_t_9"/>
          <p:cNvSpPr txBox="1"/>
          <p:nvPr/>
        </p:nvSpPr>
        <p:spPr>
          <a:xfrm>
            <a:off x="4572000" y="3035808"/>
            <a:ext cx="6263640" cy="1143000"/>
          </a:xfrm>
          <a:prstGeom prst="rect">
            <a:avLst/>
          </a:prstGeom>
          <a:noFill/>
          <a:ln/>
        </p:spPr>
        <p:txBody>
          <a:bodyPr wrap="square" lIns="762" tIns="762" rIns="762" bIns="762" rtlCol="0" anchor="ctr"/>
          <a:lstStyle/>
          <a:p>
            <a:pPr rtl="1" algn="r" indent="0" marL="0">
              <a:lnSpc>
                <a:spcPct val="108000"/>
              </a:lnSpc>
              <a:buNone/>
            </a:pPr>
            <a:r>
              <a:rPr lang="ar-SA" altLang="en-US" sz="2300" b="1" dirty="0">
                <a:solidFill>
                  <a:srgbClr val="C2366F"/>
                </a:solidFill>
                <a:latin typeface="Tahoma" pitchFamily="34" charset="0"/>
                <a:ea typeface="Tahoma" pitchFamily="34" charset="-122"/>
                <a:cs typeface="Tahoma" pitchFamily="34" charset="-120"/>
              </a:rPr>
              <a:t>أنا: </a:t>
            </a:r>
            <a:pPr rtl="1" algn="r" indent="0" marL="0">
              <a:lnSpc>
                <a:spcPct val="108000"/>
              </a:lnSpc>
              <a:buNone/>
            </a:pPr>
            <a:r>
              <a:rPr lang="ar-SA" altLang="en-US" sz="2300" b="1" dirty="0">
                <a:solidFill>
                  <a:srgbClr val="34405E"/>
                </a:solidFill>
                <a:latin typeface="Tahoma" pitchFamily="34" charset="0"/>
                <a:ea typeface="Tahoma" pitchFamily="34" charset="-122"/>
                <a:cs typeface="Tahoma" pitchFamily="34" charset="-120"/>
              </a:rPr>
              <a:t>جميع الجماعات التي تعيش في النظام البيئي.</a:t>
            </a:r>
            <a:endParaRPr lang="ar-SA" sz="2300" dirty="0"/>
          </a:p>
        </p:txBody>
      </p:sp>
      <p:pic>
        <p:nvPicPr>
          <p:cNvPr id="13" name="s5_pic_10" descr="/tmp/claude-0/-home-user-Scienceshamah/8386cda7-7741-5ea4-8952-60ee8e67fc31/scratchpad/w/img/card_593x225_9FE3A6_s_i.png">    </p:cNvPr>
          <p:cNvPicPr>
            <a:picLocks noChangeAspect="1"/>
          </p:cNvPicPr>
          <p:nvPr/>
        </p:nvPicPr>
        <p:blipFill>
          <a:blip r:embed="rId7"/>
          <a:stretch>
            <a:fillRect/>
          </a:stretch>
        </p:blipFill>
        <p:spPr>
          <a:xfrm>
            <a:off x="502920" y="2926080"/>
            <a:ext cx="3611880" cy="1371600"/>
          </a:xfrm>
          <a:prstGeom prst="rect">
            <a:avLst/>
          </a:prstGeom>
        </p:spPr>
      </p:pic>
      <p:sp>
        <p:nvSpPr>
          <p:cNvPr id="14" name="s5_t_11"/>
          <p:cNvSpPr txBox="1"/>
          <p:nvPr/>
        </p:nvSpPr>
        <p:spPr>
          <a:xfrm>
            <a:off x="640080" y="3063240"/>
            <a:ext cx="3337560" cy="1097280"/>
          </a:xfrm>
          <a:prstGeom prst="rect">
            <a:avLst/>
          </a:prstGeom>
          <a:noFill/>
          <a:ln/>
        </p:spPr>
        <p:txBody>
          <a:bodyPr wrap="square" lIns="762" tIns="762" rIns="762" bIns="762" rtlCol="0" anchor="ctr"/>
          <a:lstStyle/>
          <a:p>
            <a:pPr rtl="1" algn="ctr" indent="0" marL="0">
              <a:lnSpc>
                <a:spcPct val="108000"/>
              </a:lnSpc>
              <a:buNone/>
            </a:pPr>
            <a:r>
              <a:rPr lang="ar-SA" altLang="en-US" sz="2800" b="1" dirty="0">
                <a:solidFill>
                  <a:srgbClr val="2F8A3A"/>
                </a:solidFill>
                <a:latin typeface="Tahoma" pitchFamily="34" charset="0"/>
                <a:ea typeface="Tahoma" pitchFamily="34" charset="-122"/>
                <a:cs typeface="Tahoma" pitchFamily="34" charset="-120"/>
              </a:rPr>
              <a:t>المجتمع الحيوي</a:t>
            </a:r>
            <a:endParaRPr lang="ar-SA" sz="2800" dirty="0"/>
          </a:p>
        </p:txBody>
      </p:sp>
      <p:pic>
        <p:nvPicPr>
          <p:cNvPr id="15" name="s5_pic_12" descr="من أنا؟ اضغطي لتعرفي الإجابة">    </p:cNvPr>
          <p:cNvPicPr>
            <a:picLocks noChangeAspect="1"/>
          </p:cNvPicPr>
          <p:nvPr/>
        </p:nvPicPr>
        <p:blipFill>
          <a:blip r:embed="rId8"/>
          <a:stretch>
            <a:fillRect/>
          </a:stretch>
        </p:blipFill>
        <p:spPr>
          <a:xfrm>
            <a:off x="502920" y="2926080"/>
            <a:ext cx="3611880" cy="1371600"/>
          </a:xfrm>
          <a:prstGeom prst="rect">
            <a:avLst/>
          </a:prstGeom>
        </p:spPr>
      </p:pic>
      <p:pic>
        <p:nvPicPr>
          <p:cNvPr id="16" name="s5_pic_13" descr="/tmp/claude-0/-home-user-Scienceshamah/8386cda7-7741-5ea4-8952-60ee8e67fc31/scratchpad/w/img/card_1215x225_BFEBB8_s_i.png">    </p:cNvPr>
          <p:cNvPicPr>
            <a:picLocks noChangeAspect="1"/>
          </p:cNvPicPr>
          <p:nvPr/>
        </p:nvPicPr>
        <p:blipFill>
          <a:blip r:embed="rId9"/>
          <a:stretch>
            <a:fillRect/>
          </a:stretch>
        </p:blipFill>
        <p:spPr>
          <a:xfrm>
            <a:off x="4343400" y="4526280"/>
            <a:ext cx="7406640" cy="1371600"/>
          </a:xfrm>
          <a:prstGeom prst="rect">
            <a:avLst/>
          </a:prstGeom>
        </p:spPr>
      </p:pic>
      <p:sp>
        <p:nvSpPr>
          <p:cNvPr id="17" name="s5_t_14"/>
          <p:cNvSpPr txBox="1"/>
          <p:nvPr/>
        </p:nvSpPr>
        <p:spPr>
          <a:xfrm>
            <a:off x="10927080" y="4873752"/>
            <a:ext cx="685800" cy="685800"/>
          </a:xfrm>
          <a:prstGeom prst="ellipse">
            <a:avLst/>
          </a:prstGeom>
          <a:solidFill>
            <a:srgbClr val="34405E"/>
          </a:solidFill>
          <a:ln/>
        </p:spPr>
        <p:txBody>
          <a:bodyPr wrap="square" lIns="0" tIns="0" rIns="0" bIns="0" rtlCol="0" anchor="ctr"/>
          <a:lstStyle/>
          <a:p>
            <a:pPr rtl="1" algn="ctr" indent="0" marL="0">
              <a:lnSpc>
                <a:spcPct val="108000"/>
              </a:lnSpc>
              <a:buNone/>
            </a:pPr>
            <a:r>
              <a:rPr lang="ar-SA" altLang="en-US" sz="2400" b="1" dirty="0">
                <a:solidFill>
                  <a:srgbClr val="FFFFFF"/>
                </a:solidFill>
                <a:latin typeface="Tahoma" pitchFamily="34" charset="0"/>
                <a:ea typeface="Tahoma" pitchFamily="34" charset="-122"/>
                <a:cs typeface="Tahoma" pitchFamily="34" charset="-120"/>
              </a:rPr>
              <a:t>٣</a:t>
            </a:r>
            <a:endParaRPr lang="ar-SA" sz="2400" dirty="0"/>
          </a:p>
        </p:txBody>
      </p:sp>
      <p:sp>
        <p:nvSpPr>
          <p:cNvPr id="18" name="s5_t_15"/>
          <p:cNvSpPr txBox="1"/>
          <p:nvPr/>
        </p:nvSpPr>
        <p:spPr>
          <a:xfrm>
            <a:off x="4572000" y="4636008"/>
            <a:ext cx="6263640" cy="1143000"/>
          </a:xfrm>
          <a:prstGeom prst="rect">
            <a:avLst/>
          </a:prstGeom>
          <a:noFill/>
          <a:ln/>
        </p:spPr>
        <p:txBody>
          <a:bodyPr wrap="square" lIns="762" tIns="762" rIns="762" bIns="762" rtlCol="0" anchor="ctr"/>
          <a:lstStyle/>
          <a:p>
            <a:pPr rtl="1" algn="r" indent="0" marL="0">
              <a:lnSpc>
                <a:spcPct val="108000"/>
              </a:lnSpc>
              <a:buNone/>
            </a:pPr>
            <a:r>
              <a:rPr lang="ar-SA" altLang="en-US" sz="2300" b="1" dirty="0">
                <a:solidFill>
                  <a:srgbClr val="C2366F"/>
                </a:solidFill>
                <a:latin typeface="Tahoma" pitchFamily="34" charset="0"/>
                <a:ea typeface="Tahoma" pitchFamily="34" charset="-122"/>
                <a:cs typeface="Tahoma" pitchFamily="34" charset="-120"/>
              </a:rPr>
              <a:t>أنا: </a:t>
            </a:r>
            <a:pPr rtl="1" algn="r" indent="0" marL="0">
              <a:lnSpc>
                <a:spcPct val="108000"/>
              </a:lnSpc>
              <a:buNone/>
            </a:pPr>
            <a:r>
              <a:rPr lang="ar-SA" altLang="en-US" sz="2300" b="1" dirty="0">
                <a:solidFill>
                  <a:srgbClr val="34405E"/>
                </a:solidFill>
                <a:latin typeface="Tahoma" pitchFamily="34" charset="0"/>
                <a:ea typeface="Tahoma" pitchFamily="34" charset="-122"/>
                <a:cs typeface="Tahoma" pitchFamily="34" charset="-120"/>
              </a:rPr>
              <a:t>المخلوقات الحية في النظام البيئي.</a:t>
            </a:r>
            <a:endParaRPr lang="ar-SA" sz="2300" dirty="0"/>
          </a:p>
        </p:txBody>
      </p:sp>
      <p:pic>
        <p:nvPicPr>
          <p:cNvPr id="19" name="s5_pic_16" descr="/tmp/claude-0/-home-user-Scienceshamah/8386cda7-7741-5ea4-8952-60ee8e67fc31/scratchpad/w/img/card_593x225_9FE3A6_s_i.png">    </p:cNvPr>
          <p:cNvPicPr>
            <a:picLocks noChangeAspect="1"/>
          </p:cNvPicPr>
          <p:nvPr/>
        </p:nvPicPr>
        <p:blipFill>
          <a:blip r:embed="rId10"/>
          <a:stretch>
            <a:fillRect/>
          </a:stretch>
        </p:blipFill>
        <p:spPr>
          <a:xfrm>
            <a:off x="502920" y="4526280"/>
            <a:ext cx="3611880" cy="1371600"/>
          </a:xfrm>
          <a:prstGeom prst="rect">
            <a:avLst/>
          </a:prstGeom>
        </p:spPr>
      </p:pic>
      <p:sp>
        <p:nvSpPr>
          <p:cNvPr id="20" name="s5_t_17"/>
          <p:cNvSpPr txBox="1"/>
          <p:nvPr/>
        </p:nvSpPr>
        <p:spPr>
          <a:xfrm>
            <a:off x="640080" y="4663440"/>
            <a:ext cx="3337560" cy="1097280"/>
          </a:xfrm>
          <a:prstGeom prst="rect">
            <a:avLst/>
          </a:prstGeom>
          <a:noFill/>
          <a:ln/>
        </p:spPr>
        <p:txBody>
          <a:bodyPr wrap="square" lIns="762" tIns="762" rIns="762" bIns="762" rtlCol="0" anchor="ctr"/>
          <a:lstStyle/>
          <a:p>
            <a:pPr rtl="1" algn="ctr" indent="0" marL="0">
              <a:lnSpc>
                <a:spcPct val="108000"/>
              </a:lnSpc>
              <a:buNone/>
            </a:pPr>
            <a:r>
              <a:rPr lang="ar-SA" altLang="en-US" sz="2800" b="1" dirty="0">
                <a:solidFill>
                  <a:srgbClr val="2F8A3A"/>
                </a:solidFill>
                <a:latin typeface="Tahoma" pitchFamily="34" charset="0"/>
                <a:ea typeface="Tahoma" pitchFamily="34" charset="-122"/>
                <a:cs typeface="Tahoma" pitchFamily="34" charset="-120"/>
              </a:rPr>
              <a:t>العوامل الحيوية</a:t>
            </a:r>
            <a:endParaRPr lang="ar-SA" sz="2800" dirty="0"/>
          </a:p>
        </p:txBody>
      </p:sp>
      <p:pic>
        <p:nvPicPr>
          <p:cNvPr id="21" name="s5_pic_18" descr="من أنا؟ اضغطي لتعرفي الإجابة">    </p:cNvPr>
          <p:cNvPicPr>
            <a:picLocks noChangeAspect="1"/>
          </p:cNvPicPr>
          <p:nvPr/>
        </p:nvPicPr>
        <p:blipFill>
          <a:blip r:embed="rId11"/>
          <a:stretch>
            <a:fillRect/>
          </a:stretch>
        </p:blipFill>
        <p:spPr>
          <a:xfrm>
            <a:off x="502920" y="4526280"/>
            <a:ext cx="3611880" cy="1371600"/>
          </a:xfrm>
          <a:prstGeom prst="rect">
            <a:avLst/>
          </a:prstGeom>
        </p:spPr>
      </p:pic>
    </p:spTree>
  </p:cSld>
  <p:clrMapOvr>
    <a:masterClrMapping/>
  </p:clrMapOvr>
  <p:transition spd="slow">
    <p:fade/>
  </p:transition>
  <p:timing>
    <p:tnLst>
      <p:par>
        <p:cTn id="1" dur="indefinite" restart="never" nodeType="tmRoot">
          <p:childTnLst>
            <p:seq concurrent="1" nextAc="seek">
              <p:cTn id="3" restart="whenNotActive" fill="hold" evtFilter="cancelBubble" nodeType="interactiveSeq">
                <p:stCondLst>
                  <p:cond evt="onClick" delay="0">
                    <p:tgtEl>
                      <p:spTgt spid="9"/>
                    </p:tgtEl>
                  </p:cond>
                </p:stCondLst>
                <p:endSync evt="end" delay="0">
                  <p:rtn val="all"/>
                </p:endSync>
                <p:childTnLst>
                  <p:par>
                    <p:cTn id="4" fill="hold">
                      <p:stCondLst>
                        <p:cond delay="0"/>
                      </p:stCondLst>
                      <p:childTnLst>
                        <p:par>
                          <p:cTn id="5" fill="hold">
                            <p:stCondLst>
                              <p:cond delay="0"/>
                            </p:stCondLst>
                            <p:childTnLst>
                              <p:par>
                                <p:cTn id="8" presetID="10" presetClass="exit" presetSubtype="0" fill="hold" grpId="1"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13" presetID="53" presetClass="entr" presetSubtype="16" fill="hold" grpId="0" nodeType="withEffect">
                                  <p:stCondLst>
                                    <p:cond delay="120"/>
                                  </p:stCondLst>
                                  <p:childTnLst>
                                    <p:set>
                                      <p:cBhvr>
                                        <p:cTn id="9" dur="1" fill="hold">
                                          <p:stCondLst>
                                            <p:cond delay="0"/>
                                          </p:stCondLst>
                                        </p:cTn>
                                        <p:tgtEl>
                                          <p:spTgt spid="7"/>
                                        </p:tgtEl>
                                        <p:attrNameLst>
                                          <p:attrName>style.visibility</p:attrName>
                                        </p:attrNameLst>
                                      </p:cBhvr>
                                      <p:to>
                                        <p:strVal val="visible"/>
                                      </p:to>
                                    </p:set>
                                    <p:anim calcmode="lin" valueType="num">
                                      <p:cBhvr>
                                        <p:cTn id="10" dur="500" fill="hold"/>
                                        <p:tgtEl>
                                          <p:spTgt spid="7"/>
                                        </p:tgtEl>
                                        <p:attrNameLst>
                                          <p:attrName>ppt_w</p:attrName>
                                        </p:attrNameLst>
                                      </p:cBhvr>
                                      <p:tavLst>
                                        <p:tav tm="0">
                                          <p:val>
                                            <p:fltVal val="0"/>
                                          </p:val>
                                        </p:tav>
                                        <p:tav tm="100000">
                                          <p:val>
                                            <p:strVal val="#ppt_w"/>
                                          </p:val>
                                        </p:tav>
                                      </p:tavLst>
                                    </p:anim>
                                    <p:anim calcmode="lin" valueType="num">
                                      <p:cBhvr>
                                        <p:cTn id="11" dur="500" fill="hold"/>
                                        <p:tgtEl>
                                          <p:spTgt spid="7"/>
                                        </p:tgtEl>
                                        <p:attrNameLst>
                                          <p:attrName>ppt_h</p:attrName>
                                        </p:attrNameLst>
                                      </p:cBhvr>
                                      <p:tavLst>
                                        <p:tav tm="0">
                                          <p:val>
                                            <p:fltVal val="0"/>
                                          </p:val>
                                        </p:tav>
                                        <p:tav tm="100000">
                                          <p:val>
                                            <p:strVal val="#ppt_h"/>
                                          </p:val>
                                        </p:tav>
                                      </p:tavLst>
                                    </p:anim>
                                    <p:animEffect transition="in" filter="fade">
                                      <p:cBhvr>
                                        <p:cTn id="12" dur="500"/>
                                        <p:tgtEl>
                                          <p:spTgt spid="7"/>
                                        </p:tgtEl>
                                      </p:cBhvr>
                                    </p:animEffect>
                                  </p:childTnLst>
                                </p:cTn>
                              </p:par>
                              <p:par>
                                <p:cTn id="18" presetID="53" presetClass="entr" presetSubtype="16" fill="hold" grpId="0" nodeType="withEffect">
                                  <p:stCondLst>
                                    <p:cond delay="12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Effect transition="in" filter="fade">
                                      <p:cBhvr>
                                        <p:cTn id="17" dur="500"/>
                                        <p:tgtEl>
                                          <p:spTgt spid="8"/>
                                        </p:tgtEl>
                                      </p:cBhvr>
                                    </p:animEffect>
                                  </p:childTnLst>
                                </p:cTn>
                              </p:par>
                            </p:childTnLst>
                          </p:cTn>
                        </p:par>
                      </p:childTnLst>
                    </p:cTn>
                  </p:par>
                </p:childTnLst>
              </p:cTn>
              <p:nextCondLst>
                <p:cond evt="onClick" delay="0">
                  <p:tgtEl>
                    <p:spTgt spid="9"/>
                  </p:tgtEl>
                </p:cond>
              </p:nextCondLst>
            </p:seq>
            <p:seq concurrent="1" nextAc="seek">
              <p:cTn id="19" restart="whenNotActive" fill="hold" evtFilter="cancelBubble" nodeType="interactiveSeq">
                <p:stCondLst>
                  <p:cond evt="onClick" delay="0">
                    <p:tgtEl>
                      <p:spTgt spid="15"/>
                    </p:tgtEl>
                  </p:cond>
                </p:stCondLst>
                <p:endSync evt="end" delay="0">
                  <p:rtn val="all"/>
                </p:endSync>
                <p:childTnLst>
                  <p:par>
                    <p:cTn id="20" fill="hold">
                      <p:stCondLst>
                        <p:cond delay="0"/>
                      </p:stCondLst>
                      <p:childTnLst>
                        <p:par>
                          <p:cTn id="21" fill="hold">
                            <p:stCondLst>
                              <p:cond delay="0"/>
                            </p:stCondLst>
                            <p:childTnLst>
                              <p:par>
                                <p:cTn id="24" presetID="10" presetClass="exit" presetSubtype="0" fill="hold" grpId="1" nodeType="clickEffect">
                                  <p:stCondLst>
                                    <p:cond delay="0"/>
                                  </p:stCondLst>
                                  <p:childTnLst>
                                    <p:animEffect transition="out" filter="fade">
                                      <p:cBhvr>
                                        <p:cTn id="22" dur="500"/>
                                        <p:tgtEl>
                                          <p:spTgt spid="15"/>
                                        </p:tgtEl>
                                      </p:cBhvr>
                                    </p:animEffect>
                                    <p:set>
                                      <p:cBhvr>
                                        <p:cTn id="23" dur="1" fill="hold">
                                          <p:stCondLst>
                                            <p:cond delay="499"/>
                                          </p:stCondLst>
                                        </p:cTn>
                                        <p:tgtEl>
                                          <p:spTgt spid="15"/>
                                        </p:tgtEl>
                                        <p:attrNameLst>
                                          <p:attrName>style.visibility</p:attrName>
                                        </p:attrNameLst>
                                      </p:cBhvr>
                                      <p:to>
                                        <p:strVal val="hidden"/>
                                      </p:to>
                                    </p:set>
                                  </p:childTnLst>
                                </p:cTn>
                              </p:par>
                              <p:par>
                                <p:cTn id="29" presetID="53" presetClass="entr" presetSubtype="16" fill="hold" grpId="0" nodeType="withEffect">
                                  <p:stCondLst>
                                    <p:cond delay="120"/>
                                  </p:stCondLst>
                                  <p:childTnLst>
                                    <p:set>
                                      <p:cBhvr>
                                        <p:cTn id="25" dur="1" fill="hold">
                                          <p:stCondLst>
                                            <p:cond delay="0"/>
                                          </p:stCondLst>
                                        </p:cTn>
                                        <p:tgtEl>
                                          <p:spTgt spid="13"/>
                                        </p:tgtEl>
                                        <p:attrNameLst>
                                          <p:attrName>style.visibility</p:attrName>
                                        </p:attrNameLst>
                                      </p:cBhvr>
                                      <p:to>
                                        <p:strVal val="visible"/>
                                      </p:to>
                                    </p:set>
                                    <p:anim calcmode="lin" valueType="num">
                                      <p:cBhvr>
                                        <p:cTn id="26" dur="500" fill="hold"/>
                                        <p:tgtEl>
                                          <p:spTgt spid="13"/>
                                        </p:tgtEl>
                                        <p:attrNameLst>
                                          <p:attrName>ppt_w</p:attrName>
                                        </p:attrNameLst>
                                      </p:cBhvr>
                                      <p:tavLst>
                                        <p:tav tm="0">
                                          <p:val>
                                            <p:fltVal val="0"/>
                                          </p:val>
                                        </p:tav>
                                        <p:tav tm="100000">
                                          <p:val>
                                            <p:strVal val="#ppt_w"/>
                                          </p:val>
                                        </p:tav>
                                      </p:tavLst>
                                    </p:anim>
                                    <p:anim calcmode="lin" valueType="num">
                                      <p:cBhvr>
                                        <p:cTn id="27" dur="500" fill="hold"/>
                                        <p:tgtEl>
                                          <p:spTgt spid="13"/>
                                        </p:tgtEl>
                                        <p:attrNameLst>
                                          <p:attrName>ppt_h</p:attrName>
                                        </p:attrNameLst>
                                      </p:cBhvr>
                                      <p:tavLst>
                                        <p:tav tm="0">
                                          <p:val>
                                            <p:fltVal val="0"/>
                                          </p:val>
                                        </p:tav>
                                        <p:tav tm="100000">
                                          <p:val>
                                            <p:strVal val="#ppt_h"/>
                                          </p:val>
                                        </p:tav>
                                      </p:tavLst>
                                    </p:anim>
                                    <p:animEffect transition="in" filter="fade">
                                      <p:cBhvr>
                                        <p:cTn id="28" dur="500"/>
                                        <p:tgtEl>
                                          <p:spTgt spid="13"/>
                                        </p:tgtEl>
                                      </p:cBhvr>
                                    </p:animEffect>
                                  </p:childTnLst>
                                </p:cTn>
                              </p:par>
                              <p:par>
                                <p:cTn id="34" presetID="53" presetClass="entr" presetSubtype="16" fill="hold" grpId="0" nodeType="withEffect">
                                  <p:stCondLst>
                                    <p:cond delay="12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animEffect transition="in" filter="fade">
                                      <p:cBhvr>
                                        <p:cTn id="33" dur="500"/>
                                        <p:tgtEl>
                                          <p:spTgt spid="14"/>
                                        </p:tgtEl>
                                      </p:cBhvr>
                                    </p:animEffect>
                                  </p:childTnLst>
                                </p:cTn>
                              </p:par>
                            </p:childTnLst>
                          </p:cTn>
                        </p:par>
                      </p:childTnLst>
                    </p:cTn>
                  </p:par>
                </p:childTnLst>
              </p:cTn>
              <p:nextCondLst>
                <p:cond evt="onClick" delay="0">
                  <p:tgtEl>
                    <p:spTgt spid="15"/>
                  </p:tgtEl>
                </p:cond>
              </p:nextCondLst>
            </p:seq>
            <p:seq concurrent="1" nextAc="seek">
              <p:cTn id="35" restart="whenNotActive" fill="hold" evtFilter="cancelBubble" nodeType="interactiveSeq">
                <p:stCondLst>
                  <p:cond evt="onClick" delay="0">
                    <p:tgtEl>
                      <p:spTgt spid="21"/>
                    </p:tgtEl>
                  </p:cond>
                </p:stCondLst>
                <p:endSync evt="end" delay="0">
                  <p:rtn val="all"/>
                </p:endSync>
                <p:childTnLst>
                  <p:par>
                    <p:cTn id="36" fill="hold">
                      <p:stCondLst>
                        <p:cond delay="0"/>
                      </p:stCondLst>
                      <p:childTnLst>
                        <p:par>
                          <p:cTn id="37" fill="hold">
                            <p:stCondLst>
                              <p:cond delay="0"/>
                            </p:stCondLst>
                            <p:childTnLst>
                              <p:par>
                                <p:cTn id="40" presetID="10" presetClass="exit" presetSubtype="0" fill="hold" grpId="1" nodeType="clickEffect">
                                  <p:stCondLst>
                                    <p:cond delay="0"/>
                                  </p:stCondLst>
                                  <p:childTnLst>
                                    <p:animEffect transition="out" filter="fade">
                                      <p:cBhvr>
                                        <p:cTn id="38" dur="500"/>
                                        <p:tgtEl>
                                          <p:spTgt spid="21"/>
                                        </p:tgtEl>
                                      </p:cBhvr>
                                    </p:animEffect>
                                    <p:set>
                                      <p:cBhvr>
                                        <p:cTn id="39" dur="1" fill="hold">
                                          <p:stCondLst>
                                            <p:cond delay="499"/>
                                          </p:stCondLst>
                                        </p:cTn>
                                        <p:tgtEl>
                                          <p:spTgt spid="21"/>
                                        </p:tgtEl>
                                        <p:attrNameLst>
                                          <p:attrName>style.visibility</p:attrName>
                                        </p:attrNameLst>
                                      </p:cBhvr>
                                      <p:to>
                                        <p:strVal val="hidden"/>
                                      </p:to>
                                    </p:set>
                                  </p:childTnLst>
                                </p:cTn>
                              </p:par>
                              <p:par>
                                <p:cTn id="45" presetID="53" presetClass="entr" presetSubtype="16" fill="hold" grpId="0" nodeType="withEffect">
                                  <p:stCondLst>
                                    <p:cond delay="120"/>
                                  </p:stCondLst>
                                  <p:childTnLst>
                                    <p:set>
                                      <p:cBhvr>
                                        <p:cTn id="41" dur="1" fill="hold">
                                          <p:stCondLst>
                                            <p:cond delay="0"/>
                                          </p:stCondLst>
                                        </p:cTn>
                                        <p:tgtEl>
                                          <p:spTgt spid="19"/>
                                        </p:tgtEl>
                                        <p:attrNameLst>
                                          <p:attrName>style.visibility</p:attrName>
                                        </p:attrNameLst>
                                      </p:cBhvr>
                                      <p:to>
                                        <p:strVal val="visible"/>
                                      </p:to>
                                    </p:set>
                                    <p:anim calcmode="lin" valueType="num">
                                      <p:cBhvr>
                                        <p:cTn id="42" dur="500" fill="hold"/>
                                        <p:tgtEl>
                                          <p:spTgt spid="19"/>
                                        </p:tgtEl>
                                        <p:attrNameLst>
                                          <p:attrName>ppt_w</p:attrName>
                                        </p:attrNameLst>
                                      </p:cBhvr>
                                      <p:tavLst>
                                        <p:tav tm="0">
                                          <p:val>
                                            <p:fltVal val="0"/>
                                          </p:val>
                                        </p:tav>
                                        <p:tav tm="100000">
                                          <p:val>
                                            <p:strVal val="#ppt_w"/>
                                          </p:val>
                                        </p:tav>
                                      </p:tavLst>
                                    </p:anim>
                                    <p:anim calcmode="lin" valueType="num">
                                      <p:cBhvr>
                                        <p:cTn id="43" dur="500" fill="hold"/>
                                        <p:tgtEl>
                                          <p:spTgt spid="19"/>
                                        </p:tgtEl>
                                        <p:attrNameLst>
                                          <p:attrName>ppt_h</p:attrName>
                                        </p:attrNameLst>
                                      </p:cBhvr>
                                      <p:tavLst>
                                        <p:tav tm="0">
                                          <p:val>
                                            <p:fltVal val="0"/>
                                          </p:val>
                                        </p:tav>
                                        <p:tav tm="100000">
                                          <p:val>
                                            <p:strVal val="#ppt_h"/>
                                          </p:val>
                                        </p:tav>
                                      </p:tavLst>
                                    </p:anim>
                                    <p:animEffect transition="in" filter="fade">
                                      <p:cBhvr>
                                        <p:cTn id="44" dur="500"/>
                                        <p:tgtEl>
                                          <p:spTgt spid="19"/>
                                        </p:tgtEl>
                                      </p:cBhvr>
                                    </p:animEffect>
                                  </p:childTnLst>
                                </p:cTn>
                              </p:par>
                              <p:par>
                                <p:cTn id="50" presetID="53" presetClass="entr" presetSubtype="16" fill="hold" grpId="0" nodeType="withEffect">
                                  <p:stCondLst>
                                    <p:cond delay="120"/>
                                  </p:stCondLst>
                                  <p:childTnLst>
                                    <p:set>
                                      <p:cBhvr>
                                        <p:cTn id="46" dur="1" fill="hold">
                                          <p:stCondLst>
                                            <p:cond delay="0"/>
                                          </p:stCondLst>
                                        </p:cTn>
                                        <p:tgtEl>
                                          <p:spTgt spid="20"/>
                                        </p:tgtEl>
                                        <p:attrNameLst>
                                          <p:attrName>style.visibility</p:attrName>
                                        </p:attrNameLst>
                                      </p:cBhvr>
                                      <p:to>
                                        <p:strVal val="visible"/>
                                      </p:to>
                                    </p:set>
                                    <p:anim calcmode="lin" valueType="num">
                                      <p:cBhvr>
                                        <p:cTn id="47" dur="500" fill="hold"/>
                                        <p:tgtEl>
                                          <p:spTgt spid="20"/>
                                        </p:tgtEl>
                                        <p:attrNameLst>
                                          <p:attrName>ppt_w</p:attrName>
                                        </p:attrNameLst>
                                      </p:cBhvr>
                                      <p:tavLst>
                                        <p:tav tm="0">
                                          <p:val>
                                            <p:fltVal val="0"/>
                                          </p:val>
                                        </p:tav>
                                        <p:tav tm="100000">
                                          <p:val>
                                            <p:strVal val="#ppt_w"/>
                                          </p:val>
                                        </p:tav>
                                      </p:tavLst>
                                    </p:anim>
                                    <p:anim calcmode="lin" valueType="num">
                                      <p:cBhvr>
                                        <p:cTn id="48" dur="500" fill="hold"/>
                                        <p:tgtEl>
                                          <p:spTgt spid="20"/>
                                        </p:tgtEl>
                                        <p:attrNameLst>
                                          <p:attrName>ppt_h</p:attrName>
                                        </p:attrNameLst>
                                      </p:cBhvr>
                                      <p:tavLst>
                                        <p:tav tm="0">
                                          <p:val>
                                            <p:fltVal val="0"/>
                                          </p:val>
                                        </p:tav>
                                        <p:tav tm="100000">
                                          <p:val>
                                            <p:strVal val="#ppt_h"/>
                                          </p:val>
                                        </p:tav>
                                      </p:tavLst>
                                    </p:anim>
                                    <p:animEffect transition="in" filter="fade">
                                      <p:cBhvr>
                                        <p:cTn id="49" dur="500"/>
                                        <p:tgtEl>
                                          <p:spTgt spid="20"/>
                                        </p:tgtEl>
                                      </p:cBhvr>
                                    </p:animEffect>
                                  </p:childTnLst>
                                </p:cTn>
                              </p:par>
                            </p:childTnLst>
                          </p:cTn>
                        </p:par>
                      </p:childTnLst>
                    </p:cTn>
                  </p:par>
                </p:childTnLst>
              </p:cTn>
              <p:nextCondLst>
                <p:cond evt="onClick" delay="0">
                  <p:tgtEl>
                    <p:spTgt spid="21"/>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6_title" descr="شريط الذكريات">    </p:cNvPr>
          <p:cNvPicPr>
            <a:picLocks noChangeAspect="1"/>
          </p:cNvPicPr>
          <p:nvPr/>
        </p:nvPicPr>
        <p:blipFill>
          <a:blip r:embed="rId2"/>
          <a:stretch>
            <a:fillRect/>
          </a:stretch>
        </p:blipFill>
        <p:spPr>
          <a:xfrm>
            <a:off x="8341059" y="109728"/>
            <a:ext cx="3500421" cy="868680"/>
          </a:xfrm>
          <a:prstGeom prst="rect">
            <a:avLst/>
          </a:prstGeom>
        </p:spPr>
      </p:pic>
      <p:sp>
        <p:nvSpPr>
          <p:cNvPr id="3" name="s6_strategy"/>
          <p:cNvSpPr txBox="1"/>
          <p:nvPr/>
        </p:nvSpPr>
        <p:spPr>
          <a:xfrm>
            <a:off x="411480" y="274320"/>
            <a:ext cx="324612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ماذا تعلمت؟</a:t>
            </a:r>
            <a:endParaRPr lang="ar-SA" sz="1700" dirty="0"/>
          </a:p>
        </p:txBody>
      </p:sp>
      <p:pic>
        <p:nvPicPr>
          <p:cNvPr id="4" name="s6_pic_1" descr="/tmp/claude-0/-home-user-Scienceshamah/8386cda7-7741-5ea4-8952-60ee8e67fc31/scratchpad/w/img/card_893x825_FFFFFF_s_i.png">    </p:cNvPr>
          <p:cNvPicPr>
            <a:picLocks noChangeAspect="1"/>
          </p:cNvPicPr>
          <p:nvPr/>
        </p:nvPicPr>
        <p:blipFill>
          <a:blip r:embed="rId3"/>
          <a:stretch>
            <a:fillRect/>
          </a:stretch>
        </p:blipFill>
        <p:spPr>
          <a:xfrm>
            <a:off x="384048" y="1207008"/>
            <a:ext cx="5440680" cy="5029200"/>
          </a:xfrm>
          <a:prstGeom prst="rect">
            <a:avLst/>
          </a:prstGeom>
        </p:spPr>
      </p:pic>
      <p:pic>
        <p:nvPicPr>
          <p:cNvPr id="5" name="s6_pic_2" descr="خريطة المناطق الحيوية من كتاب الطالبة">    </p:cNvPr>
          <p:cNvPicPr>
            <a:picLocks noChangeAspect="1"/>
          </p:cNvPicPr>
          <p:nvPr/>
        </p:nvPicPr>
        <p:blipFill>
          <a:blip r:embed="rId4"/>
          <a:stretch>
            <a:fillRect/>
          </a:stretch>
        </p:blipFill>
        <p:spPr>
          <a:xfrm>
            <a:off x="548640" y="1371600"/>
            <a:ext cx="5120640" cy="4741333"/>
          </a:xfrm>
          <a:prstGeom prst="rect">
            <a:avLst/>
          </a:prstGeom>
        </p:spPr>
      </p:pic>
      <p:sp>
        <p:nvSpPr>
          <p:cNvPr id="6" name="s6_t_3"/>
          <p:cNvSpPr txBox="1"/>
          <p:nvPr/>
        </p:nvSpPr>
        <p:spPr>
          <a:xfrm>
            <a:off x="1737360" y="1051560"/>
            <a:ext cx="2743200" cy="438912"/>
          </a:xfrm>
          <a:prstGeom prst="roundRect">
            <a:avLst>
              <a:gd name="adj" fmla="val 50000"/>
            </a:avLst>
          </a:prstGeom>
          <a:solidFill>
            <a:srgbClr val="FFE8A3"/>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600" b="1" dirty="0">
                <a:solidFill>
                  <a:srgbClr val="34405E"/>
                </a:solidFill>
                <a:latin typeface="Tahoma" pitchFamily="34" charset="0"/>
                <a:ea typeface="Tahoma" pitchFamily="34" charset="-122"/>
                <a:cs typeface="Tahoma" pitchFamily="34" charset="-120"/>
              </a:rPr>
              <a:t>مراجعة الدرس السابق</a:t>
            </a:r>
            <a:endParaRPr lang="ar-SA" sz="1600" dirty="0"/>
          </a:p>
        </p:txBody>
      </p:sp>
      <p:pic>
        <p:nvPicPr>
          <p:cNvPr id="7" name="s6_pic_4" descr="/tmp/claude-0/-home-user-Scienceshamah/8386cda7-7741-5ea4-8952-60ee8e67fc31/scratchpad/w/img/card_938x255_BDE6FA_s_i.png">    </p:cNvPr>
          <p:cNvPicPr>
            <a:picLocks noChangeAspect="1"/>
          </p:cNvPicPr>
          <p:nvPr/>
        </p:nvPicPr>
        <p:blipFill>
          <a:blip r:embed="rId5"/>
          <a:stretch>
            <a:fillRect/>
          </a:stretch>
        </p:blipFill>
        <p:spPr>
          <a:xfrm>
            <a:off x="6035040" y="1234440"/>
            <a:ext cx="5715000" cy="1554480"/>
          </a:xfrm>
          <a:prstGeom prst="rect">
            <a:avLst/>
          </a:prstGeom>
        </p:spPr>
      </p:pic>
      <p:sp>
        <p:nvSpPr>
          <p:cNvPr id="8" name="s6_t_5"/>
          <p:cNvSpPr txBox="1"/>
          <p:nvPr/>
        </p:nvSpPr>
        <p:spPr>
          <a:xfrm>
            <a:off x="6217920" y="1307592"/>
            <a:ext cx="5349240" cy="566928"/>
          </a:xfrm>
          <a:prstGeom prst="rect">
            <a:avLst/>
          </a:prstGeom>
          <a:noFill/>
          <a:ln/>
        </p:spPr>
        <p:txBody>
          <a:bodyPr wrap="square" lIns="762" tIns="762" rIns="762" bIns="762" rtlCol="0" anchor="ctr"/>
          <a:lstStyle/>
          <a:p>
            <a:pPr rtl="1" algn="r" indent="0" marL="0">
              <a:lnSpc>
                <a:spcPct val="108000"/>
              </a:lnSpc>
              <a:buNone/>
            </a:pPr>
            <a:r>
              <a:rPr lang="ar-SA" altLang="en-US" sz="2000" b="1" dirty="0">
                <a:solidFill>
                  <a:srgbClr val="1E7FB8"/>
                </a:solidFill>
                <a:latin typeface="Tahoma" pitchFamily="34" charset="0"/>
                <a:ea typeface="Tahoma" pitchFamily="34" charset="-122"/>
                <a:cs typeface="Tahoma" pitchFamily="34" charset="-120"/>
              </a:rPr>
              <a:t>ماذا تعلّمتِ عن الموطن؟</a:t>
            </a:r>
            <a:endParaRPr lang="ar-SA" sz="2000" dirty="0"/>
          </a:p>
        </p:txBody>
      </p:sp>
      <p:sp>
        <p:nvSpPr>
          <p:cNvPr id="9" name="s6_t_6"/>
          <p:cNvSpPr txBox="1"/>
          <p:nvPr/>
        </p:nvSpPr>
        <p:spPr>
          <a:xfrm>
            <a:off x="6217920" y="1874520"/>
            <a:ext cx="5349240" cy="822960"/>
          </a:xfrm>
          <a:prstGeom prst="rect">
            <a:avLst/>
          </a:prstGeom>
          <a:noFill/>
          <a:ln/>
        </p:spPr>
        <p:txBody>
          <a:bodyPr wrap="square" lIns="762" tIns="762" rIns="762" bIns="762" rtlCol="0" anchor="t"/>
          <a:lstStyle/>
          <a:p>
            <a:pPr rtl="1" algn="r" indent="0" marL="0">
              <a:lnSpc>
                <a:spcPct val="108000"/>
              </a:lnSpc>
              <a:buNone/>
            </a:pPr>
            <a:r>
              <a:rPr lang="ar-SA" altLang="en-US" sz="1800" dirty="0">
                <a:solidFill>
                  <a:srgbClr val="34405E"/>
                </a:solidFill>
                <a:latin typeface="Tahoma" pitchFamily="34" charset="0"/>
                <a:ea typeface="Tahoma" pitchFamily="34" charset="-122"/>
                <a:cs typeface="Tahoma" pitchFamily="34" charset="-120"/>
              </a:rPr>
              <a:t>الموطن هو المكان الذي يعيش فيه المخلوق الحي، ولكل مخلوق حي في النظام البيئي موطن خاص يعيش فيه.</a:t>
            </a:r>
            <a:endParaRPr lang="ar-SA" sz="1800" dirty="0"/>
          </a:p>
        </p:txBody>
      </p:sp>
      <p:pic>
        <p:nvPicPr>
          <p:cNvPr id="10" name="s6_pic_7" descr="/tmp/claude-0/-home-user-Scienceshamah/8386cda7-7741-5ea4-8952-60ee8e67fc31/scratchpad/w/img/card_938x255_BFEBB8_s_i.png">    </p:cNvPr>
          <p:cNvPicPr>
            <a:picLocks noChangeAspect="1"/>
          </p:cNvPicPr>
          <p:nvPr/>
        </p:nvPicPr>
        <p:blipFill>
          <a:blip r:embed="rId6"/>
          <a:stretch>
            <a:fillRect/>
          </a:stretch>
        </p:blipFill>
        <p:spPr>
          <a:xfrm>
            <a:off x="6035040" y="2907792"/>
            <a:ext cx="5715000" cy="1554480"/>
          </a:xfrm>
          <a:prstGeom prst="rect">
            <a:avLst/>
          </a:prstGeom>
        </p:spPr>
      </p:pic>
      <p:sp>
        <p:nvSpPr>
          <p:cNvPr id="11" name="s6_t_8"/>
          <p:cNvSpPr txBox="1"/>
          <p:nvPr/>
        </p:nvSpPr>
        <p:spPr>
          <a:xfrm>
            <a:off x="6217920" y="2980944"/>
            <a:ext cx="5349240" cy="566928"/>
          </a:xfrm>
          <a:prstGeom prst="rect">
            <a:avLst/>
          </a:prstGeom>
          <a:noFill/>
          <a:ln/>
        </p:spPr>
        <p:txBody>
          <a:bodyPr wrap="square" lIns="762" tIns="762" rIns="762" bIns="762" rtlCol="0" anchor="ctr"/>
          <a:lstStyle/>
          <a:p>
            <a:pPr rtl="1" algn="r" indent="0" marL="0">
              <a:lnSpc>
                <a:spcPct val="108000"/>
              </a:lnSpc>
              <a:buNone/>
            </a:pPr>
            <a:r>
              <a:rPr lang="ar-SA" altLang="en-US" sz="2000" b="1" dirty="0">
                <a:solidFill>
                  <a:srgbClr val="2F8A3A"/>
                </a:solidFill>
                <a:latin typeface="Tahoma" pitchFamily="34" charset="0"/>
                <a:ea typeface="Tahoma" pitchFamily="34" charset="-122"/>
                <a:cs typeface="Tahoma" pitchFamily="34" charset="-120"/>
              </a:rPr>
              <a:t>ما المناطق الحيوية على اليابسة؟</a:t>
            </a:r>
            <a:endParaRPr lang="ar-SA" sz="2000" dirty="0"/>
          </a:p>
        </p:txBody>
      </p:sp>
      <p:sp>
        <p:nvSpPr>
          <p:cNvPr id="12" name="s6_t_9"/>
          <p:cNvSpPr txBox="1"/>
          <p:nvPr/>
        </p:nvSpPr>
        <p:spPr>
          <a:xfrm>
            <a:off x="6217920" y="3547872"/>
            <a:ext cx="5349240" cy="822960"/>
          </a:xfrm>
          <a:prstGeom prst="rect">
            <a:avLst/>
          </a:prstGeom>
          <a:noFill/>
          <a:ln/>
        </p:spPr>
        <p:txBody>
          <a:bodyPr wrap="square" lIns="762" tIns="762" rIns="762" bIns="762" rtlCol="0" anchor="t"/>
          <a:lstStyle/>
          <a:p>
            <a:pPr rtl="1" algn="r" indent="0" marL="0">
              <a:lnSpc>
                <a:spcPct val="108000"/>
              </a:lnSpc>
              <a:buNone/>
            </a:pPr>
            <a:r>
              <a:rPr lang="ar-SA" altLang="en-US" sz="1800" dirty="0">
                <a:solidFill>
                  <a:srgbClr val="34405E"/>
                </a:solidFill>
                <a:latin typeface="Tahoma" pitchFamily="34" charset="0"/>
                <a:ea typeface="Tahoma" pitchFamily="34" charset="-122"/>
                <a:cs typeface="Tahoma" pitchFamily="34" charset="-120"/>
              </a:rPr>
              <a:t>الصحراء، والمناطق العشبية، ومناطق الغابات، والمناطق الجبلية (كما في خريطة الكتاب).</a:t>
            </a:r>
            <a:endParaRPr lang="ar-SA" sz="1800" dirty="0"/>
          </a:p>
        </p:txBody>
      </p:sp>
      <p:pic>
        <p:nvPicPr>
          <p:cNvPr id="13" name="s6_pic_10" descr="/tmp/claude-0/-home-user-Scienceshamah/8386cda7-7741-5ea4-8952-60ee8e67fc31/scratchpad/w/img/card_938x255_FFD1E0_s_i.png">    </p:cNvPr>
          <p:cNvPicPr>
            <a:picLocks noChangeAspect="1"/>
          </p:cNvPicPr>
          <p:nvPr/>
        </p:nvPicPr>
        <p:blipFill>
          <a:blip r:embed="rId7"/>
          <a:stretch>
            <a:fillRect/>
          </a:stretch>
        </p:blipFill>
        <p:spPr>
          <a:xfrm>
            <a:off x="6035040" y="4581144"/>
            <a:ext cx="5715000" cy="1554480"/>
          </a:xfrm>
          <a:prstGeom prst="rect">
            <a:avLst/>
          </a:prstGeom>
        </p:spPr>
      </p:pic>
      <p:sp>
        <p:nvSpPr>
          <p:cNvPr id="14" name="s6_t_11"/>
          <p:cNvSpPr txBox="1"/>
          <p:nvPr/>
        </p:nvSpPr>
        <p:spPr>
          <a:xfrm>
            <a:off x="6217920" y="4654296"/>
            <a:ext cx="5349240" cy="868680"/>
          </a:xfrm>
          <a:prstGeom prst="rect">
            <a:avLst/>
          </a:prstGeom>
          <a:noFill/>
          <a:ln/>
        </p:spPr>
        <p:txBody>
          <a:bodyPr wrap="square" lIns="762" tIns="762" rIns="762" bIns="762" rtlCol="0" anchor="ctr"/>
          <a:lstStyle/>
          <a:p>
            <a:pPr rtl="1" algn="r" indent="0" marL="0">
              <a:lnSpc>
                <a:spcPct val="108000"/>
              </a:lnSpc>
              <a:buNone/>
            </a:pPr>
            <a:r>
              <a:rPr lang="ar-SA" altLang="en-US" sz="2000" b="1" dirty="0">
                <a:solidFill>
                  <a:srgbClr val="C2366F"/>
                </a:solidFill>
                <a:latin typeface="Tahoma" pitchFamily="34" charset="0"/>
                <a:ea typeface="Tahoma" pitchFamily="34" charset="-122"/>
                <a:cs typeface="Tahoma" pitchFamily="34" charset="-120"/>
              </a:rPr>
              <a:t>ما المنطقة الحيوية التي ينتمي إليها معظم الوطن العربي؟</a:t>
            </a:r>
            <a:endParaRPr lang="ar-SA" sz="2000" dirty="0"/>
          </a:p>
        </p:txBody>
      </p:sp>
      <p:sp>
        <p:nvSpPr>
          <p:cNvPr id="15" name="s6_t_12"/>
          <p:cNvSpPr txBox="1"/>
          <p:nvPr/>
        </p:nvSpPr>
        <p:spPr>
          <a:xfrm>
            <a:off x="6217920" y="5522976"/>
            <a:ext cx="5349240" cy="521208"/>
          </a:xfrm>
          <a:prstGeom prst="rect">
            <a:avLst/>
          </a:prstGeom>
          <a:noFill/>
          <a:ln/>
        </p:spPr>
        <p:txBody>
          <a:bodyPr wrap="square" lIns="762" tIns="762" rIns="762" bIns="762" rtlCol="0" anchor="t"/>
          <a:lstStyle/>
          <a:p>
            <a:pPr rtl="1" algn="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الصحراء.</a:t>
            </a:r>
            <a:endParaRPr lang="ar-SA" sz="22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2" presetID="10"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7"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7_title" descr="المناطق الحيوية على اليابسة">    </p:cNvPr>
          <p:cNvPicPr>
            <a:picLocks noChangeAspect="1"/>
          </p:cNvPicPr>
          <p:nvPr/>
        </p:nvPicPr>
        <p:blipFill>
          <a:blip r:embed="rId2"/>
          <a:stretch>
            <a:fillRect/>
          </a:stretch>
        </p:blipFill>
        <p:spPr>
          <a:xfrm>
            <a:off x="5909783" y="109728"/>
            <a:ext cx="5931697" cy="868680"/>
          </a:xfrm>
          <a:prstGeom prst="rect">
            <a:avLst/>
          </a:prstGeom>
        </p:spPr>
      </p:pic>
      <p:sp>
        <p:nvSpPr>
          <p:cNvPr id="3" name="s7_strategy"/>
          <p:cNvSpPr txBox="1"/>
          <p:nvPr/>
        </p:nvSpPr>
        <p:spPr>
          <a:xfrm>
            <a:off x="411480" y="274320"/>
            <a:ext cx="324612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ماذا تعلمت؟</a:t>
            </a:r>
            <a:endParaRPr lang="ar-SA" sz="1700" dirty="0"/>
          </a:p>
        </p:txBody>
      </p:sp>
      <p:pic>
        <p:nvPicPr>
          <p:cNvPr id="4" name="s7_pic_1" descr="/tmp/claude-0/-home-user-Scienceshamah/8386cda7-7741-5ea4-8952-60ee8e67fc31/scratchpad/w/img/card_1853x188_FFFFFF_s_i.png">    </p:cNvPr>
          <p:cNvPicPr>
            <a:picLocks noChangeAspect="1"/>
          </p:cNvPicPr>
          <p:nvPr/>
        </p:nvPicPr>
        <p:blipFill>
          <a:blip r:embed="rId3"/>
          <a:stretch>
            <a:fillRect/>
          </a:stretch>
        </p:blipFill>
        <p:spPr>
          <a:xfrm>
            <a:off x="457200" y="1097280"/>
            <a:ext cx="11292840" cy="1143000"/>
          </a:xfrm>
          <a:prstGeom prst="rect">
            <a:avLst/>
          </a:prstGeom>
        </p:spPr>
      </p:pic>
      <p:sp>
        <p:nvSpPr>
          <p:cNvPr id="5" name="s7_t_2"/>
          <p:cNvSpPr txBox="1"/>
          <p:nvPr/>
        </p:nvSpPr>
        <p:spPr>
          <a:xfrm>
            <a:off x="640080" y="1133856"/>
            <a:ext cx="10927080" cy="1069848"/>
          </a:xfrm>
          <a:prstGeom prst="rect">
            <a:avLst/>
          </a:prstGeom>
          <a:noFill/>
          <a:ln/>
        </p:spPr>
        <p:txBody>
          <a:bodyPr wrap="square" lIns="762" tIns="762" rIns="762" bIns="762" rtlCol="0" anchor="ctr"/>
          <a:lstStyle/>
          <a:p>
            <a:pPr rtl="1" algn="r" indent="0" marL="0">
              <a:lnSpc>
                <a:spcPct val="115000"/>
              </a:lnSpc>
              <a:buNone/>
            </a:pPr>
            <a:r>
              <a:rPr lang="ar-SA" altLang="en-US" sz="2000" b="1" dirty="0">
                <a:solidFill>
                  <a:srgbClr val="A87400"/>
                </a:solidFill>
                <a:latin typeface="Tahoma" pitchFamily="34" charset="0"/>
                <a:ea typeface="Tahoma" pitchFamily="34" charset="-122"/>
                <a:cs typeface="Tahoma" pitchFamily="34" charset="-120"/>
              </a:rPr>
              <a:t>المنطقة الحيوية: </a:t>
            </a:r>
            <a:pPr rtl="1" algn="r" indent="0" marL="0">
              <a:lnSpc>
                <a:spcPct val="115000"/>
              </a:lnSpc>
              <a:buNone/>
            </a:pPr>
            <a:r>
              <a:rPr lang="ar-SA" altLang="en-US" sz="2000" dirty="0">
                <a:solidFill>
                  <a:srgbClr val="34405E"/>
                </a:solidFill>
                <a:latin typeface="Tahoma" pitchFamily="34" charset="0"/>
                <a:ea typeface="Tahoma" pitchFamily="34" charset="-122"/>
                <a:cs typeface="Tahoma" pitchFamily="34" charset="-120"/>
              </a:rPr>
              <a:t>نظام بيئي كبير له نباتاته وحيواناته وتربته الخاصة، ولكل منطقة حيوية متوسط درجات حرارة ومتوسط هطول أمطار خاصّان بها.</a:t>
            </a:r>
            <a:endParaRPr lang="ar-SA" sz="2000" dirty="0"/>
          </a:p>
        </p:txBody>
      </p:sp>
      <p:pic>
        <p:nvPicPr>
          <p:cNvPr id="6" name="s7_pic_3" descr="/tmp/claude-0/-home-user-Scienceshamah/8386cda7-7741-5ea4-8952-60ee8e67fc31/scratchpad/w/img/card_593x623_FFE8A3_s_i.png">    </p:cNvPr>
          <p:cNvPicPr>
            <a:picLocks noChangeAspect="1"/>
          </p:cNvPicPr>
          <p:nvPr/>
        </p:nvPicPr>
        <p:blipFill>
          <a:blip r:embed="rId4"/>
          <a:stretch>
            <a:fillRect/>
          </a:stretch>
        </p:blipFill>
        <p:spPr>
          <a:xfrm>
            <a:off x="8001000" y="2423160"/>
            <a:ext cx="3611880" cy="3794760"/>
          </a:xfrm>
          <a:prstGeom prst="rect">
            <a:avLst/>
          </a:prstGeom>
        </p:spPr>
      </p:pic>
      <p:pic>
        <p:nvPicPr>
          <p:cNvPr id="7" name="s7_pic_4" descr="صورة الصحراء من كتاب الطالبة">    </p:cNvPr>
          <p:cNvPicPr>
            <a:picLocks noChangeAspect="1"/>
          </p:cNvPicPr>
          <p:nvPr/>
        </p:nvPicPr>
        <p:blipFill>
          <a:blip r:embed="rId5"/>
          <a:stretch>
            <a:fillRect/>
          </a:stretch>
        </p:blipFill>
        <p:spPr>
          <a:xfrm>
            <a:off x="8229600" y="2560320"/>
            <a:ext cx="3154680" cy="1600200"/>
          </a:xfrm>
          <a:prstGeom prst="rect">
            <a:avLst/>
          </a:prstGeom>
        </p:spPr>
      </p:pic>
      <p:sp>
        <p:nvSpPr>
          <p:cNvPr id="8" name="s7_t_5"/>
          <p:cNvSpPr txBox="1"/>
          <p:nvPr/>
        </p:nvSpPr>
        <p:spPr>
          <a:xfrm>
            <a:off x="8183880" y="4206240"/>
            <a:ext cx="3246120" cy="457200"/>
          </a:xfrm>
          <a:prstGeom prst="rect">
            <a:avLst/>
          </a:prstGeom>
          <a:noFill/>
          <a:ln/>
        </p:spPr>
        <p:txBody>
          <a:bodyPr wrap="square" lIns="762" tIns="762" rIns="762" bIns="762" rtlCol="0" anchor="ctr"/>
          <a:lstStyle/>
          <a:p>
            <a:pPr rtl="1" algn="ctr" indent="0" marL="0">
              <a:lnSpc>
                <a:spcPct val="108000"/>
              </a:lnSpc>
              <a:buNone/>
            </a:pPr>
            <a:r>
              <a:rPr lang="ar-SA" altLang="en-US" sz="2300" b="1" dirty="0">
                <a:solidFill>
                  <a:srgbClr val="34405E"/>
                </a:solidFill>
                <a:latin typeface="Tahoma" pitchFamily="34" charset="0"/>
                <a:ea typeface="Tahoma" pitchFamily="34" charset="-122"/>
                <a:cs typeface="Tahoma" pitchFamily="34" charset="-120"/>
              </a:rPr>
              <a:t>الصحراء</a:t>
            </a:r>
            <a:endParaRPr lang="ar-SA" sz="2300" dirty="0"/>
          </a:p>
        </p:txBody>
      </p:sp>
      <p:sp>
        <p:nvSpPr>
          <p:cNvPr id="9" name="s7_t_6"/>
          <p:cNvSpPr txBox="1"/>
          <p:nvPr/>
        </p:nvSpPr>
        <p:spPr>
          <a:xfrm>
            <a:off x="8202168" y="4663440"/>
            <a:ext cx="3200400" cy="1463040"/>
          </a:xfrm>
          <a:prstGeom prst="rect">
            <a:avLst/>
          </a:prstGeom>
          <a:noFill/>
          <a:ln/>
        </p:spPr>
        <p:txBody>
          <a:bodyPr wrap="square" lIns="762" tIns="762" rIns="762" bIns="762" rtlCol="0" anchor="t"/>
          <a:lstStyle/>
          <a:p>
            <a:pPr rtl="1" algn="ctr" indent="0" marL="0">
              <a:lnSpc>
                <a:spcPct val="108000"/>
              </a:lnSpc>
              <a:buNone/>
            </a:pPr>
            <a:r>
              <a:rPr lang="ar-SA" altLang="en-US" sz="1600" dirty="0">
                <a:solidFill>
                  <a:srgbClr val="34405E"/>
                </a:solidFill>
                <a:latin typeface="Tahoma" pitchFamily="34" charset="0"/>
                <a:ea typeface="Tahoma" pitchFamily="34" charset="-122"/>
                <a:cs typeface="Tahoma" pitchFamily="34" charset="-120"/>
              </a:rPr>
              <a:t>تربة جافة، وندرة في الأمطار، وتقلّبات في درجات الحرارة.</a:t>
            </a:r>
            <a:endParaRPr lang="ar-SA" sz="1600" dirty="0"/>
          </a:p>
        </p:txBody>
      </p:sp>
      <p:pic>
        <p:nvPicPr>
          <p:cNvPr id="10" name="s7_pic_7" descr="/tmp/claude-0/-home-user-Scienceshamah/8386cda7-7741-5ea4-8952-60ee8e67fc31/scratchpad/w/img/card_593x623_BFEBB8_s_i.png">    </p:cNvPr>
          <p:cNvPicPr>
            <a:picLocks noChangeAspect="1"/>
          </p:cNvPicPr>
          <p:nvPr/>
        </p:nvPicPr>
        <p:blipFill>
          <a:blip r:embed="rId6"/>
          <a:stretch>
            <a:fillRect/>
          </a:stretch>
        </p:blipFill>
        <p:spPr>
          <a:xfrm>
            <a:off x="4233672" y="2423160"/>
            <a:ext cx="3611880" cy="3794760"/>
          </a:xfrm>
          <a:prstGeom prst="rect">
            <a:avLst/>
          </a:prstGeom>
        </p:spPr>
      </p:pic>
      <p:pic>
        <p:nvPicPr>
          <p:cNvPr id="11" name="s7_pic_8" descr="صورة المناطق العشبية من كتاب الطالبة">    </p:cNvPr>
          <p:cNvPicPr>
            <a:picLocks noChangeAspect="1"/>
          </p:cNvPicPr>
          <p:nvPr/>
        </p:nvPicPr>
        <p:blipFill>
          <a:blip r:embed="rId7"/>
          <a:stretch>
            <a:fillRect/>
          </a:stretch>
        </p:blipFill>
        <p:spPr>
          <a:xfrm>
            <a:off x="4462272" y="2560320"/>
            <a:ext cx="3154680" cy="1600200"/>
          </a:xfrm>
          <a:prstGeom prst="rect">
            <a:avLst/>
          </a:prstGeom>
        </p:spPr>
      </p:pic>
      <p:sp>
        <p:nvSpPr>
          <p:cNvPr id="12" name="s7_t_9"/>
          <p:cNvSpPr txBox="1"/>
          <p:nvPr/>
        </p:nvSpPr>
        <p:spPr>
          <a:xfrm>
            <a:off x="4416552" y="4206240"/>
            <a:ext cx="3246120" cy="457200"/>
          </a:xfrm>
          <a:prstGeom prst="rect">
            <a:avLst/>
          </a:prstGeom>
          <a:noFill/>
          <a:ln/>
        </p:spPr>
        <p:txBody>
          <a:bodyPr wrap="square" lIns="762" tIns="762" rIns="762" bIns="762" rtlCol="0" anchor="ctr"/>
          <a:lstStyle/>
          <a:p>
            <a:pPr rtl="1" algn="ctr" indent="0" marL="0">
              <a:lnSpc>
                <a:spcPct val="108000"/>
              </a:lnSpc>
              <a:buNone/>
            </a:pPr>
            <a:r>
              <a:rPr lang="ar-SA" altLang="en-US" sz="2300" b="1" dirty="0">
                <a:solidFill>
                  <a:srgbClr val="34405E"/>
                </a:solidFill>
                <a:latin typeface="Tahoma" pitchFamily="34" charset="0"/>
                <a:ea typeface="Tahoma" pitchFamily="34" charset="-122"/>
                <a:cs typeface="Tahoma" pitchFamily="34" charset="-120"/>
              </a:rPr>
              <a:t>المناطق العشبية</a:t>
            </a:r>
            <a:endParaRPr lang="ar-SA" sz="2300" dirty="0"/>
          </a:p>
        </p:txBody>
      </p:sp>
      <p:sp>
        <p:nvSpPr>
          <p:cNvPr id="13" name="s7_t_10"/>
          <p:cNvSpPr txBox="1"/>
          <p:nvPr/>
        </p:nvSpPr>
        <p:spPr>
          <a:xfrm>
            <a:off x="4434840" y="4663440"/>
            <a:ext cx="3200400" cy="1463040"/>
          </a:xfrm>
          <a:prstGeom prst="rect">
            <a:avLst/>
          </a:prstGeom>
          <a:noFill/>
          <a:ln/>
        </p:spPr>
        <p:txBody>
          <a:bodyPr wrap="square" lIns="762" tIns="762" rIns="762" bIns="762" rtlCol="0" anchor="t"/>
          <a:lstStyle/>
          <a:p>
            <a:pPr rtl="1" algn="ctr" indent="0" marL="0">
              <a:lnSpc>
                <a:spcPct val="108000"/>
              </a:lnSpc>
              <a:buNone/>
            </a:pPr>
            <a:r>
              <a:rPr lang="ar-SA" altLang="en-US" sz="1600" dirty="0">
                <a:solidFill>
                  <a:srgbClr val="34405E"/>
                </a:solidFill>
                <a:latin typeface="Tahoma" pitchFamily="34" charset="0"/>
                <a:ea typeface="Tahoma" pitchFamily="34" charset="-122"/>
                <a:cs typeface="Tahoma" pitchFamily="34" charset="-120"/>
              </a:rPr>
              <a:t>الحرارة: معتدلة البرودة في الشتاء، دافئة إلى حارة في الصيف. الأمطار: معتدلة. التربة: خصبة.</a:t>
            </a:r>
            <a:endParaRPr lang="ar-SA" sz="1600" dirty="0"/>
          </a:p>
        </p:txBody>
      </p:sp>
      <p:pic>
        <p:nvPicPr>
          <p:cNvPr id="14" name="s7_pic_11" descr="/tmp/claude-0/-home-user-Scienceshamah/8386cda7-7741-5ea4-8952-60ee8e67fc31/scratchpad/w/img/card_593x623_FFDCC7_s_i.png">    </p:cNvPr>
          <p:cNvPicPr>
            <a:picLocks noChangeAspect="1"/>
          </p:cNvPicPr>
          <p:nvPr/>
        </p:nvPicPr>
        <p:blipFill>
          <a:blip r:embed="rId8"/>
          <a:stretch>
            <a:fillRect/>
          </a:stretch>
        </p:blipFill>
        <p:spPr>
          <a:xfrm>
            <a:off x="466344" y="2423160"/>
            <a:ext cx="3611880" cy="3794760"/>
          </a:xfrm>
          <a:prstGeom prst="rect">
            <a:avLst/>
          </a:prstGeom>
        </p:spPr>
      </p:pic>
      <p:pic>
        <p:nvPicPr>
          <p:cNvPr id="15" name="s7_pic_12" descr="صورة مناطق الغابات من كتاب الطالبة">    </p:cNvPr>
          <p:cNvPicPr>
            <a:picLocks noChangeAspect="1"/>
          </p:cNvPicPr>
          <p:nvPr/>
        </p:nvPicPr>
        <p:blipFill>
          <a:blip r:embed="rId9"/>
          <a:stretch>
            <a:fillRect/>
          </a:stretch>
        </p:blipFill>
        <p:spPr>
          <a:xfrm>
            <a:off x="694944" y="2560320"/>
            <a:ext cx="3154680" cy="1600200"/>
          </a:xfrm>
          <a:prstGeom prst="rect">
            <a:avLst/>
          </a:prstGeom>
        </p:spPr>
      </p:pic>
      <p:sp>
        <p:nvSpPr>
          <p:cNvPr id="16" name="s7_t_13"/>
          <p:cNvSpPr txBox="1"/>
          <p:nvPr/>
        </p:nvSpPr>
        <p:spPr>
          <a:xfrm>
            <a:off x="649224" y="4206240"/>
            <a:ext cx="3246120" cy="457200"/>
          </a:xfrm>
          <a:prstGeom prst="rect">
            <a:avLst/>
          </a:prstGeom>
          <a:noFill/>
          <a:ln/>
        </p:spPr>
        <p:txBody>
          <a:bodyPr wrap="square" lIns="762" tIns="762" rIns="762" bIns="762" rtlCol="0" anchor="ctr"/>
          <a:lstStyle/>
          <a:p>
            <a:pPr rtl="1" algn="ctr" indent="0" marL="0">
              <a:lnSpc>
                <a:spcPct val="108000"/>
              </a:lnSpc>
              <a:buNone/>
            </a:pPr>
            <a:r>
              <a:rPr lang="ar-SA" altLang="en-US" sz="2300" b="1" dirty="0">
                <a:solidFill>
                  <a:srgbClr val="34405E"/>
                </a:solidFill>
                <a:latin typeface="Tahoma" pitchFamily="34" charset="0"/>
                <a:ea typeface="Tahoma" pitchFamily="34" charset="-122"/>
                <a:cs typeface="Tahoma" pitchFamily="34" charset="-120"/>
              </a:rPr>
              <a:t>مناطق الغابات</a:t>
            </a:r>
            <a:endParaRPr lang="ar-SA" sz="2300" dirty="0"/>
          </a:p>
        </p:txBody>
      </p:sp>
      <p:sp>
        <p:nvSpPr>
          <p:cNvPr id="17" name="s7_t_14"/>
          <p:cNvSpPr txBox="1"/>
          <p:nvPr/>
        </p:nvSpPr>
        <p:spPr>
          <a:xfrm>
            <a:off x="667512" y="4663440"/>
            <a:ext cx="3200400" cy="1463040"/>
          </a:xfrm>
          <a:prstGeom prst="rect">
            <a:avLst/>
          </a:prstGeom>
          <a:noFill/>
          <a:ln/>
        </p:spPr>
        <p:txBody>
          <a:bodyPr wrap="square" lIns="762" tIns="762" rIns="762" bIns="762" rtlCol="0" anchor="t"/>
          <a:lstStyle/>
          <a:p>
            <a:pPr rtl="1" algn="ctr" indent="0" marL="0">
              <a:lnSpc>
                <a:spcPct val="108000"/>
              </a:lnSpc>
              <a:buNone/>
            </a:pPr>
            <a:r>
              <a:rPr lang="ar-SA" altLang="en-US" sz="1600" dirty="0">
                <a:solidFill>
                  <a:srgbClr val="34405E"/>
                </a:solidFill>
                <a:latin typeface="Tahoma" pitchFamily="34" charset="0"/>
                <a:ea typeface="Tahoma" pitchFamily="34" charset="-122"/>
                <a:cs typeface="Tahoma" pitchFamily="34" charset="-120"/>
              </a:rPr>
              <a:t>الحرارة: باردة إلى معتدلة في الشتاء، دافئة في الصيف. الأمطار: على مدار السنة. التربة: خصبة.</a:t>
            </a:r>
            <a:endParaRPr lang="ar-SA" sz="16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7" presetID="53"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par>
                                <p:cTn id="22" presetID="53" presetClass="entr" presetSubtype="16"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par>
                                <p:cTn id="27" presetID="53" presetClass="entr" presetSubtype="16"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500" fill="hold"/>
                                        <p:tgtEl>
                                          <p:spTgt spid="8"/>
                                        </p:tgtEl>
                                        <p:attrNameLst>
                                          <p:attrName>ppt_w</p:attrName>
                                        </p:attrNameLst>
                                      </p:cBhvr>
                                      <p:tavLst>
                                        <p:tav tm="0">
                                          <p:val>
                                            <p:fltVal val="0"/>
                                          </p:val>
                                        </p:tav>
                                        <p:tav tm="100000">
                                          <p:val>
                                            <p:strVal val="#ppt_w"/>
                                          </p:val>
                                        </p:tav>
                                      </p:tavLst>
                                    </p:anim>
                                    <p:anim calcmode="lin" valueType="num">
                                      <p:cBhvr>
                                        <p:cTn id="25" dur="500" fill="hold"/>
                                        <p:tgtEl>
                                          <p:spTgt spid="8"/>
                                        </p:tgtEl>
                                        <p:attrNameLst>
                                          <p:attrName>ppt_h</p:attrName>
                                        </p:attrNameLst>
                                      </p:cBhvr>
                                      <p:tavLst>
                                        <p:tav tm="0">
                                          <p:val>
                                            <p:fltVal val="0"/>
                                          </p:val>
                                        </p:tav>
                                        <p:tav tm="100000">
                                          <p:val>
                                            <p:strVal val="#ppt_h"/>
                                          </p:val>
                                        </p:tav>
                                      </p:tavLst>
                                    </p:anim>
                                    <p:animEffect transition="in" filter="fade">
                                      <p:cBhvr>
                                        <p:cTn id="26" dur="500"/>
                                        <p:tgtEl>
                                          <p:spTgt spid="8"/>
                                        </p:tgtEl>
                                      </p:cBhvr>
                                    </p:animEffect>
                                  </p:childTnLst>
                                </p:cTn>
                              </p:par>
                              <p:par>
                                <p:cTn id="32" presetID="53" presetClass="entr" presetSubtype="16"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500" fill="hold"/>
                                        <p:tgtEl>
                                          <p:spTgt spid="9"/>
                                        </p:tgtEl>
                                        <p:attrNameLst>
                                          <p:attrName>ppt_w</p:attrName>
                                        </p:attrNameLst>
                                      </p:cBhvr>
                                      <p:tavLst>
                                        <p:tav tm="0">
                                          <p:val>
                                            <p:fltVal val="0"/>
                                          </p:val>
                                        </p:tav>
                                        <p:tav tm="100000">
                                          <p:val>
                                            <p:strVal val="#ppt_w"/>
                                          </p:val>
                                        </p:tav>
                                      </p:tavLst>
                                    </p:anim>
                                    <p:anim calcmode="lin" valueType="num">
                                      <p:cBhvr>
                                        <p:cTn id="30" dur="500" fill="hold"/>
                                        <p:tgtEl>
                                          <p:spTgt spid="9"/>
                                        </p:tgtEl>
                                        <p:attrNameLst>
                                          <p:attrName>ppt_h</p:attrName>
                                        </p:attrNameLst>
                                      </p:cBhvr>
                                      <p:tavLst>
                                        <p:tav tm="0">
                                          <p:val>
                                            <p:fltVal val="0"/>
                                          </p:val>
                                        </p:tav>
                                        <p:tav tm="100000">
                                          <p:val>
                                            <p:strVal val="#ppt_h"/>
                                          </p:val>
                                        </p:tav>
                                      </p:tavLst>
                                    </p:anim>
                                    <p:animEffect transition="in" filter="fade">
                                      <p:cBhvr>
                                        <p:cTn id="31"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9" presetID="53" presetClass="entr" presetSubtype="16"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p:cTn id="36" dur="500" fill="hold"/>
                                        <p:tgtEl>
                                          <p:spTgt spid="10"/>
                                        </p:tgtEl>
                                        <p:attrNameLst>
                                          <p:attrName>ppt_w</p:attrName>
                                        </p:attrNameLst>
                                      </p:cBhvr>
                                      <p:tavLst>
                                        <p:tav tm="0">
                                          <p:val>
                                            <p:fltVal val="0"/>
                                          </p:val>
                                        </p:tav>
                                        <p:tav tm="100000">
                                          <p:val>
                                            <p:strVal val="#ppt_w"/>
                                          </p:val>
                                        </p:tav>
                                      </p:tavLst>
                                    </p:anim>
                                    <p:anim calcmode="lin" valueType="num">
                                      <p:cBhvr>
                                        <p:cTn id="37" dur="500" fill="hold"/>
                                        <p:tgtEl>
                                          <p:spTgt spid="10"/>
                                        </p:tgtEl>
                                        <p:attrNameLst>
                                          <p:attrName>ppt_h</p:attrName>
                                        </p:attrNameLst>
                                      </p:cBhvr>
                                      <p:tavLst>
                                        <p:tav tm="0">
                                          <p:val>
                                            <p:fltVal val="0"/>
                                          </p:val>
                                        </p:tav>
                                        <p:tav tm="100000">
                                          <p:val>
                                            <p:strVal val="#ppt_h"/>
                                          </p:val>
                                        </p:tav>
                                      </p:tavLst>
                                    </p:anim>
                                    <p:animEffect transition="in" filter="fade">
                                      <p:cBhvr>
                                        <p:cTn id="38" dur="500"/>
                                        <p:tgtEl>
                                          <p:spTgt spid="10"/>
                                        </p:tgtEl>
                                      </p:cBhvr>
                                    </p:animEffect>
                                  </p:childTnLst>
                                </p:cTn>
                              </p:par>
                              <p:par>
                                <p:cTn id="44" presetID="53" presetClass="entr" presetSubtype="16"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500" fill="hold"/>
                                        <p:tgtEl>
                                          <p:spTgt spid="11"/>
                                        </p:tgtEl>
                                        <p:attrNameLst>
                                          <p:attrName>ppt_w</p:attrName>
                                        </p:attrNameLst>
                                      </p:cBhvr>
                                      <p:tavLst>
                                        <p:tav tm="0">
                                          <p:val>
                                            <p:fltVal val="0"/>
                                          </p:val>
                                        </p:tav>
                                        <p:tav tm="100000">
                                          <p:val>
                                            <p:strVal val="#ppt_w"/>
                                          </p:val>
                                        </p:tav>
                                      </p:tavLst>
                                    </p:anim>
                                    <p:anim calcmode="lin" valueType="num">
                                      <p:cBhvr>
                                        <p:cTn id="42" dur="500" fill="hold"/>
                                        <p:tgtEl>
                                          <p:spTgt spid="11"/>
                                        </p:tgtEl>
                                        <p:attrNameLst>
                                          <p:attrName>ppt_h</p:attrName>
                                        </p:attrNameLst>
                                      </p:cBhvr>
                                      <p:tavLst>
                                        <p:tav tm="0">
                                          <p:val>
                                            <p:fltVal val="0"/>
                                          </p:val>
                                        </p:tav>
                                        <p:tav tm="100000">
                                          <p:val>
                                            <p:strVal val="#ppt_h"/>
                                          </p:val>
                                        </p:tav>
                                      </p:tavLst>
                                    </p:anim>
                                    <p:animEffect transition="in" filter="fade">
                                      <p:cBhvr>
                                        <p:cTn id="43" dur="500"/>
                                        <p:tgtEl>
                                          <p:spTgt spid="11"/>
                                        </p:tgtEl>
                                      </p:cBhvr>
                                    </p:animEffect>
                                  </p:childTnLst>
                                </p:cTn>
                              </p:par>
                              <p:par>
                                <p:cTn id="49" presetID="53" presetClass="entr" presetSubtype="16"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p:cTn id="46" dur="500" fill="hold"/>
                                        <p:tgtEl>
                                          <p:spTgt spid="12"/>
                                        </p:tgtEl>
                                        <p:attrNameLst>
                                          <p:attrName>ppt_w</p:attrName>
                                        </p:attrNameLst>
                                      </p:cBhvr>
                                      <p:tavLst>
                                        <p:tav tm="0">
                                          <p:val>
                                            <p:fltVal val="0"/>
                                          </p:val>
                                        </p:tav>
                                        <p:tav tm="100000">
                                          <p:val>
                                            <p:strVal val="#ppt_w"/>
                                          </p:val>
                                        </p:tav>
                                      </p:tavLst>
                                    </p:anim>
                                    <p:anim calcmode="lin" valueType="num">
                                      <p:cBhvr>
                                        <p:cTn id="47" dur="500" fill="hold"/>
                                        <p:tgtEl>
                                          <p:spTgt spid="12"/>
                                        </p:tgtEl>
                                        <p:attrNameLst>
                                          <p:attrName>ppt_h</p:attrName>
                                        </p:attrNameLst>
                                      </p:cBhvr>
                                      <p:tavLst>
                                        <p:tav tm="0">
                                          <p:val>
                                            <p:fltVal val="0"/>
                                          </p:val>
                                        </p:tav>
                                        <p:tav tm="100000">
                                          <p:val>
                                            <p:strVal val="#ppt_h"/>
                                          </p:val>
                                        </p:tav>
                                      </p:tavLst>
                                    </p:anim>
                                    <p:animEffect transition="in" filter="fade">
                                      <p:cBhvr>
                                        <p:cTn id="48" dur="500"/>
                                        <p:tgtEl>
                                          <p:spTgt spid="12"/>
                                        </p:tgtEl>
                                      </p:cBhvr>
                                    </p:animEffect>
                                  </p:childTnLst>
                                </p:cTn>
                              </p:par>
                              <p:par>
                                <p:cTn id="54" presetID="53" presetClass="entr" presetSubtype="16"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500" fill="hold"/>
                                        <p:tgtEl>
                                          <p:spTgt spid="13"/>
                                        </p:tgtEl>
                                        <p:attrNameLst>
                                          <p:attrName>ppt_w</p:attrName>
                                        </p:attrNameLst>
                                      </p:cBhvr>
                                      <p:tavLst>
                                        <p:tav tm="0">
                                          <p:val>
                                            <p:fltVal val="0"/>
                                          </p:val>
                                        </p:tav>
                                        <p:tav tm="100000">
                                          <p:val>
                                            <p:strVal val="#ppt_w"/>
                                          </p:val>
                                        </p:tav>
                                      </p:tavLst>
                                    </p:anim>
                                    <p:anim calcmode="lin" valueType="num">
                                      <p:cBhvr>
                                        <p:cTn id="52" dur="500" fill="hold"/>
                                        <p:tgtEl>
                                          <p:spTgt spid="13"/>
                                        </p:tgtEl>
                                        <p:attrNameLst>
                                          <p:attrName>ppt_h</p:attrName>
                                        </p:attrNameLst>
                                      </p:cBhvr>
                                      <p:tavLst>
                                        <p:tav tm="0">
                                          <p:val>
                                            <p:fltVal val="0"/>
                                          </p:val>
                                        </p:tav>
                                        <p:tav tm="100000">
                                          <p:val>
                                            <p:strVal val="#ppt_h"/>
                                          </p:val>
                                        </p:tav>
                                      </p:tavLst>
                                    </p:anim>
                                    <p:animEffect transition="in" filter="fade">
                                      <p:cBhvr>
                                        <p:cTn id="53" dur="500"/>
                                        <p:tgtEl>
                                          <p:spTgt spid="13"/>
                                        </p:tgtEl>
                                      </p:cBhvr>
                                    </p:animEffect>
                                  </p:childTnLst>
                                </p:cTn>
                              </p:par>
                            </p:childTnLst>
                          </p:cTn>
                        </p:par>
                      </p:childTnLst>
                    </p:cTn>
                  </p:par>
                  <p:par>
                    <p:cTn id="55" fill="hold">
                      <p:stCondLst>
                        <p:cond delay="indefinite"/>
                      </p:stCondLst>
                      <p:childTnLst>
                        <p:par>
                          <p:cTn id="56" fill="hold">
                            <p:stCondLst>
                              <p:cond delay="0"/>
                            </p:stCondLst>
                            <p:childTnLst>
                              <p:par>
                                <p:cTn id="61" presetID="53" presetClass="entr" presetSubtype="16"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p:cTn id="58" dur="500" fill="hold"/>
                                        <p:tgtEl>
                                          <p:spTgt spid="14"/>
                                        </p:tgtEl>
                                        <p:attrNameLst>
                                          <p:attrName>ppt_w</p:attrName>
                                        </p:attrNameLst>
                                      </p:cBhvr>
                                      <p:tavLst>
                                        <p:tav tm="0">
                                          <p:val>
                                            <p:fltVal val="0"/>
                                          </p:val>
                                        </p:tav>
                                        <p:tav tm="100000">
                                          <p:val>
                                            <p:strVal val="#ppt_w"/>
                                          </p:val>
                                        </p:tav>
                                      </p:tavLst>
                                    </p:anim>
                                    <p:anim calcmode="lin" valueType="num">
                                      <p:cBhvr>
                                        <p:cTn id="59" dur="500" fill="hold"/>
                                        <p:tgtEl>
                                          <p:spTgt spid="14"/>
                                        </p:tgtEl>
                                        <p:attrNameLst>
                                          <p:attrName>ppt_h</p:attrName>
                                        </p:attrNameLst>
                                      </p:cBhvr>
                                      <p:tavLst>
                                        <p:tav tm="0">
                                          <p:val>
                                            <p:fltVal val="0"/>
                                          </p:val>
                                        </p:tav>
                                        <p:tav tm="100000">
                                          <p:val>
                                            <p:strVal val="#ppt_h"/>
                                          </p:val>
                                        </p:tav>
                                      </p:tavLst>
                                    </p:anim>
                                    <p:animEffect transition="in" filter="fade">
                                      <p:cBhvr>
                                        <p:cTn id="60" dur="500"/>
                                        <p:tgtEl>
                                          <p:spTgt spid="14"/>
                                        </p:tgtEl>
                                      </p:cBhvr>
                                    </p:animEffect>
                                  </p:childTnLst>
                                </p:cTn>
                              </p:par>
                              <p:par>
                                <p:cTn id="66" presetID="53" presetClass="entr" presetSubtype="16"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p:cTn id="63" dur="500" fill="hold"/>
                                        <p:tgtEl>
                                          <p:spTgt spid="15"/>
                                        </p:tgtEl>
                                        <p:attrNameLst>
                                          <p:attrName>ppt_w</p:attrName>
                                        </p:attrNameLst>
                                      </p:cBhvr>
                                      <p:tavLst>
                                        <p:tav tm="0">
                                          <p:val>
                                            <p:fltVal val="0"/>
                                          </p:val>
                                        </p:tav>
                                        <p:tav tm="100000">
                                          <p:val>
                                            <p:strVal val="#ppt_w"/>
                                          </p:val>
                                        </p:tav>
                                      </p:tavLst>
                                    </p:anim>
                                    <p:anim calcmode="lin" valueType="num">
                                      <p:cBhvr>
                                        <p:cTn id="64" dur="500" fill="hold"/>
                                        <p:tgtEl>
                                          <p:spTgt spid="15"/>
                                        </p:tgtEl>
                                        <p:attrNameLst>
                                          <p:attrName>ppt_h</p:attrName>
                                        </p:attrNameLst>
                                      </p:cBhvr>
                                      <p:tavLst>
                                        <p:tav tm="0">
                                          <p:val>
                                            <p:fltVal val="0"/>
                                          </p:val>
                                        </p:tav>
                                        <p:tav tm="100000">
                                          <p:val>
                                            <p:strVal val="#ppt_h"/>
                                          </p:val>
                                        </p:tav>
                                      </p:tavLst>
                                    </p:anim>
                                    <p:animEffect transition="in" filter="fade">
                                      <p:cBhvr>
                                        <p:cTn id="65" dur="500"/>
                                        <p:tgtEl>
                                          <p:spTgt spid="15"/>
                                        </p:tgtEl>
                                      </p:cBhvr>
                                    </p:animEffect>
                                  </p:childTnLst>
                                </p:cTn>
                              </p:par>
                              <p:par>
                                <p:cTn id="71" presetID="53" presetClass="entr" presetSubtype="16" fill="hold" grpId="0" nodeType="withEffect">
                                  <p:stCondLst>
                                    <p:cond delay="0"/>
                                  </p:stCondLst>
                                  <p:childTnLst>
                                    <p:set>
                                      <p:cBhvr>
                                        <p:cTn id="67" dur="1" fill="hold">
                                          <p:stCondLst>
                                            <p:cond delay="0"/>
                                          </p:stCondLst>
                                        </p:cTn>
                                        <p:tgtEl>
                                          <p:spTgt spid="16"/>
                                        </p:tgtEl>
                                        <p:attrNameLst>
                                          <p:attrName>style.visibility</p:attrName>
                                        </p:attrNameLst>
                                      </p:cBhvr>
                                      <p:to>
                                        <p:strVal val="visible"/>
                                      </p:to>
                                    </p:set>
                                    <p:anim calcmode="lin" valueType="num">
                                      <p:cBhvr>
                                        <p:cTn id="68" dur="500" fill="hold"/>
                                        <p:tgtEl>
                                          <p:spTgt spid="16"/>
                                        </p:tgtEl>
                                        <p:attrNameLst>
                                          <p:attrName>ppt_w</p:attrName>
                                        </p:attrNameLst>
                                      </p:cBhvr>
                                      <p:tavLst>
                                        <p:tav tm="0">
                                          <p:val>
                                            <p:fltVal val="0"/>
                                          </p:val>
                                        </p:tav>
                                        <p:tav tm="100000">
                                          <p:val>
                                            <p:strVal val="#ppt_w"/>
                                          </p:val>
                                        </p:tav>
                                      </p:tavLst>
                                    </p:anim>
                                    <p:anim calcmode="lin" valueType="num">
                                      <p:cBhvr>
                                        <p:cTn id="69" dur="500" fill="hold"/>
                                        <p:tgtEl>
                                          <p:spTgt spid="16"/>
                                        </p:tgtEl>
                                        <p:attrNameLst>
                                          <p:attrName>ppt_h</p:attrName>
                                        </p:attrNameLst>
                                      </p:cBhvr>
                                      <p:tavLst>
                                        <p:tav tm="0">
                                          <p:val>
                                            <p:fltVal val="0"/>
                                          </p:val>
                                        </p:tav>
                                        <p:tav tm="100000">
                                          <p:val>
                                            <p:strVal val="#ppt_h"/>
                                          </p:val>
                                        </p:tav>
                                      </p:tavLst>
                                    </p:anim>
                                    <p:animEffect transition="in" filter="fade">
                                      <p:cBhvr>
                                        <p:cTn id="70" dur="500"/>
                                        <p:tgtEl>
                                          <p:spTgt spid="16"/>
                                        </p:tgtEl>
                                      </p:cBhvr>
                                    </p:animEffect>
                                  </p:childTnLst>
                                </p:cTn>
                              </p:par>
                              <p:par>
                                <p:cTn id="76" presetID="53" presetClass="entr" presetSubtype="16" fill="hold" grpId="0" nodeType="withEffect">
                                  <p:stCondLst>
                                    <p:cond delay="0"/>
                                  </p:stCondLst>
                                  <p:childTnLst>
                                    <p:set>
                                      <p:cBhvr>
                                        <p:cTn id="72" dur="1" fill="hold">
                                          <p:stCondLst>
                                            <p:cond delay="0"/>
                                          </p:stCondLst>
                                        </p:cTn>
                                        <p:tgtEl>
                                          <p:spTgt spid="17"/>
                                        </p:tgtEl>
                                        <p:attrNameLst>
                                          <p:attrName>style.visibility</p:attrName>
                                        </p:attrNameLst>
                                      </p:cBhvr>
                                      <p:to>
                                        <p:strVal val="visible"/>
                                      </p:to>
                                    </p:set>
                                    <p:anim calcmode="lin" valueType="num">
                                      <p:cBhvr>
                                        <p:cTn id="73" dur="500" fill="hold"/>
                                        <p:tgtEl>
                                          <p:spTgt spid="17"/>
                                        </p:tgtEl>
                                        <p:attrNameLst>
                                          <p:attrName>ppt_w</p:attrName>
                                        </p:attrNameLst>
                                      </p:cBhvr>
                                      <p:tavLst>
                                        <p:tav tm="0">
                                          <p:val>
                                            <p:fltVal val="0"/>
                                          </p:val>
                                        </p:tav>
                                        <p:tav tm="100000">
                                          <p:val>
                                            <p:strVal val="#ppt_w"/>
                                          </p:val>
                                        </p:tav>
                                      </p:tavLst>
                                    </p:anim>
                                    <p:anim calcmode="lin" valueType="num">
                                      <p:cBhvr>
                                        <p:cTn id="74" dur="500" fill="hold"/>
                                        <p:tgtEl>
                                          <p:spTgt spid="17"/>
                                        </p:tgtEl>
                                        <p:attrNameLst>
                                          <p:attrName>ppt_h</p:attrName>
                                        </p:attrNameLst>
                                      </p:cBhvr>
                                      <p:tavLst>
                                        <p:tav tm="0">
                                          <p:val>
                                            <p:fltVal val="0"/>
                                          </p:val>
                                        </p:tav>
                                        <p:tav tm="100000">
                                          <p:val>
                                            <p:strVal val="#ppt_h"/>
                                          </p:val>
                                        </p:tav>
                                      </p:tavLst>
                                    </p:anim>
                                    <p:animEffect transition="in" filter="fade">
                                      <p:cBhvr>
                                        <p:cTn id="7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8_title" descr="أختبر نفسي (الدرس السابق)">    </p:cNvPr>
          <p:cNvPicPr>
            <a:picLocks noChangeAspect="1"/>
          </p:cNvPicPr>
          <p:nvPr/>
        </p:nvPicPr>
        <p:blipFill>
          <a:blip r:embed="rId2"/>
          <a:stretch>
            <a:fillRect/>
          </a:stretch>
        </p:blipFill>
        <p:spPr>
          <a:xfrm>
            <a:off x="5904643" y="109728"/>
            <a:ext cx="5936837" cy="868680"/>
          </a:xfrm>
          <a:prstGeom prst="rect">
            <a:avLst/>
          </a:prstGeom>
        </p:spPr>
      </p:pic>
      <p:sp>
        <p:nvSpPr>
          <p:cNvPr id="3" name="s8_strategy"/>
          <p:cNvSpPr txBox="1"/>
          <p:nvPr/>
        </p:nvSpPr>
        <p:spPr>
          <a:xfrm>
            <a:off x="411480" y="274320"/>
            <a:ext cx="352044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حقيقة أم رأي؟</a:t>
            </a:r>
            <a:endParaRPr lang="ar-SA" sz="1700" dirty="0"/>
          </a:p>
        </p:txBody>
      </p:sp>
      <p:pic>
        <p:nvPicPr>
          <p:cNvPr id="4" name="s8_pic_1" descr="/tmp/claude-0/-home-user-Scienceshamah/8386cda7-7741-5ea4-8952-60ee8e67fc31/scratchpad/w/img/card_915x383_FFD1E0_s_i.png">    </p:cNvPr>
          <p:cNvPicPr>
            <a:picLocks noChangeAspect="1"/>
          </p:cNvPicPr>
          <p:nvPr/>
        </p:nvPicPr>
        <p:blipFill>
          <a:blip r:embed="rId3"/>
          <a:stretch>
            <a:fillRect/>
          </a:stretch>
        </p:blipFill>
        <p:spPr>
          <a:xfrm>
            <a:off x="6172200" y="1097280"/>
            <a:ext cx="5577840" cy="2331720"/>
          </a:xfrm>
          <a:prstGeom prst="rect">
            <a:avLst/>
          </a:prstGeom>
        </p:spPr>
      </p:pic>
      <p:sp>
        <p:nvSpPr>
          <p:cNvPr id="5" name="s8_t_2"/>
          <p:cNvSpPr txBox="1"/>
          <p:nvPr/>
        </p:nvSpPr>
        <p:spPr>
          <a:xfrm>
            <a:off x="6355080" y="1170432"/>
            <a:ext cx="5212080" cy="2194560"/>
          </a:xfrm>
          <a:prstGeom prst="rect">
            <a:avLst/>
          </a:prstGeom>
          <a:noFill/>
          <a:ln/>
        </p:spPr>
        <p:txBody>
          <a:bodyPr wrap="square" lIns="762" tIns="762" rIns="762" bIns="762" rtlCol="0" anchor="ctr"/>
          <a:lstStyle/>
          <a:p>
            <a:pPr rtl="1" algn="r" indent="0" marL="0">
              <a:lnSpc>
                <a:spcPct val="120000"/>
              </a:lnSpc>
              <a:buNone/>
            </a:pPr>
            <a:r>
              <a:rPr lang="ar-SA" altLang="en-US" sz="1900" b="1" dirty="0">
                <a:solidFill>
                  <a:srgbClr val="C2366F"/>
                </a:solidFill>
                <a:latin typeface="Tahoma" pitchFamily="34" charset="0"/>
                <a:ea typeface="Tahoma" pitchFamily="34" charset="-122"/>
                <a:cs typeface="Tahoma" pitchFamily="34" charset="-120"/>
              </a:rPr>
              <a:t>حقيقة أم رأي؟ </a:t>
            </a:r>
            <a:pPr rtl="1" algn="r" indent="0" marL="0">
              <a:lnSpc>
                <a:spcPct val="120000"/>
              </a:lnSpc>
              <a:buNone/>
            </a:pPr>
            <a:r>
              <a:rPr lang="ar-SA" altLang="en-US" sz="1900" b="1" dirty="0">
                <a:solidFill>
                  <a:srgbClr val="34405E"/>
                </a:solidFill>
                <a:latin typeface="Tahoma" pitchFamily="34" charset="0"/>
                <a:ea typeface="Tahoma" pitchFamily="34" charset="-122"/>
                <a:cs typeface="Tahoma" pitchFamily="34" charset="-120"/>
              </a:rPr>
              <a:t>أيّ العبارتين حقيقة، وأيّهما رأي:</a:t>
            </a:r>
            <a:endParaRPr lang="ar-SA" sz="1900" dirty="0"/>
          </a:p>
          <a:p>
            <a:pPr rtl="1" algn="r" indent="0" marL="0">
              <a:lnSpc>
                <a:spcPct val="120000"/>
              </a:lnSpc>
              <a:buNone/>
            </a:pPr>
            <a:r>
              <a:rPr lang="ar-SA" altLang="en-US" sz="1900" b="1" dirty="0">
                <a:solidFill>
                  <a:srgbClr val="34405E"/>
                </a:solidFill>
                <a:latin typeface="Tahoma" pitchFamily="34" charset="0"/>
                <a:ea typeface="Tahoma" pitchFamily="34" charset="-122"/>
                <a:cs typeface="Tahoma" pitchFamily="34" charset="-120"/>
              </a:rPr>
              <a:t>١. الصحراء أمطارها قليلة وتربتها جافة.</a:t>
            </a:r>
            <a:endParaRPr lang="ar-SA" sz="1900" dirty="0"/>
          </a:p>
          <a:p>
            <a:pPr rtl="1" algn="r" indent="0" marL="0">
              <a:lnSpc>
                <a:spcPct val="120000"/>
              </a:lnSpc>
              <a:buNone/>
            </a:pPr>
            <a:r>
              <a:rPr lang="ar-SA" altLang="en-US" sz="1900" b="1" dirty="0">
                <a:solidFill>
                  <a:srgbClr val="34405E"/>
                </a:solidFill>
                <a:latin typeface="Tahoma" pitchFamily="34" charset="0"/>
                <a:ea typeface="Tahoma" pitchFamily="34" charset="-122"/>
                <a:cs typeface="Tahoma" pitchFamily="34" charset="-120"/>
              </a:rPr>
              <a:t>٢. المناطق العشبية أجمل.</a:t>
            </a:r>
            <a:endParaRPr lang="ar-SA" sz="1900" dirty="0"/>
          </a:p>
        </p:txBody>
      </p:sp>
      <p:sp>
        <p:nvSpPr>
          <p:cNvPr id="6" name="s8_t_3"/>
          <p:cNvSpPr txBox="1"/>
          <p:nvPr/>
        </p:nvSpPr>
        <p:spPr>
          <a:xfrm>
            <a:off x="9098280" y="3611880"/>
            <a:ext cx="2560320" cy="548640"/>
          </a:xfrm>
          <a:prstGeom prst="roundRect">
            <a:avLst>
              <a:gd name="adj" fmla="val 50000"/>
            </a:avLst>
          </a:prstGeom>
          <a:solidFill>
            <a:srgbClr val="9FE3A6"/>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2000" b="1" dirty="0">
                <a:solidFill>
                  <a:srgbClr val="34405E"/>
                </a:solidFill>
                <a:latin typeface="Tahoma" pitchFamily="34" charset="0"/>
                <a:ea typeface="Tahoma" pitchFamily="34" charset="-122"/>
                <a:cs typeface="Tahoma" pitchFamily="34" charset="-120"/>
              </a:rPr>
              <a:t>١ ← حقيقة</a:t>
            </a:r>
            <a:endParaRPr lang="ar-SA" sz="2000" dirty="0"/>
          </a:p>
        </p:txBody>
      </p:sp>
      <p:sp>
        <p:nvSpPr>
          <p:cNvPr id="7" name="s8_t_4"/>
          <p:cNvSpPr txBox="1"/>
          <p:nvPr/>
        </p:nvSpPr>
        <p:spPr>
          <a:xfrm>
            <a:off x="6263640" y="3611880"/>
            <a:ext cx="2560320" cy="548640"/>
          </a:xfrm>
          <a:prstGeom prst="roundRect">
            <a:avLst>
              <a:gd name="adj" fmla="val 50000"/>
            </a:avLst>
          </a:prstGeom>
          <a:solidFill>
            <a:srgbClr val="FFC2C2"/>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2000" b="1" dirty="0">
                <a:solidFill>
                  <a:srgbClr val="34405E"/>
                </a:solidFill>
                <a:latin typeface="Tahoma" pitchFamily="34" charset="0"/>
                <a:ea typeface="Tahoma" pitchFamily="34" charset="-122"/>
                <a:cs typeface="Tahoma" pitchFamily="34" charset="-120"/>
              </a:rPr>
              <a:t>٢ ← رأي</a:t>
            </a:r>
            <a:endParaRPr lang="ar-SA" sz="2000" dirty="0"/>
          </a:p>
        </p:txBody>
      </p:sp>
      <p:pic>
        <p:nvPicPr>
          <p:cNvPr id="8" name="s8_pic_5" descr="/tmp/claude-0/-home-user-Scienceshamah/8386cda7-7741-5ea4-8952-60ee8e67fc31/scratchpad/w/img/card_900x383_BDE6FA_s_i.png">    </p:cNvPr>
          <p:cNvPicPr>
            <a:picLocks noChangeAspect="1"/>
          </p:cNvPicPr>
          <p:nvPr/>
        </p:nvPicPr>
        <p:blipFill>
          <a:blip r:embed="rId4"/>
          <a:stretch>
            <a:fillRect/>
          </a:stretch>
        </p:blipFill>
        <p:spPr>
          <a:xfrm>
            <a:off x="457200" y="1097280"/>
            <a:ext cx="5486400" cy="2331720"/>
          </a:xfrm>
          <a:prstGeom prst="rect">
            <a:avLst/>
          </a:prstGeom>
        </p:spPr>
      </p:pic>
      <p:sp>
        <p:nvSpPr>
          <p:cNvPr id="9" name="s8_t_6"/>
          <p:cNvSpPr txBox="1"/>
          <p:nvPr/>
        </p:nvSpPr>
        <p:spPr>
          <a:xfrm>
            <a:off x="640080" y="1170432"/>
            <a:ext cx="5120640" cy="1463040"/>
          </a:xfrm>
          <a:prstGeom prst="rect">
            <a:avLst/>
          </a:prstGeom>
          <a:noFill/>
          <a:ln/>
        </p:spPr>
        <p:txBody>
          <a:bodyPr wrap="square" lIns="762" tIns="762" rIns="762" bIns="762" rtlCol="0" anchor="ctr"/>
          <a:lstStyle/>
          <a:p>
            <a:pPr rtl="1" algn="r" indent="0" marL="0">
              <a:lnSpc>
                <a:spcPct val="120000"/>
              </a:lnSpc>
              <a:buNone/>
            </a:pPr>
            <a:r>
              <a:rPr lang="ar-SA" altLang="en-US" sz="2000" b="1" dirty="0">
                <a:solidFill>
                  <a:srgbClr val="1E7FB8"/>
                </a:solidFill>
                <a:latin typeface="Tahoma" pitchFamily="34" charset="0"/>
                <a:ea typeface="Tahoma" pitchFamily="34" charset="-122"/>
                <a:cs typeface="Tahoma" pitchFamily="34" charset="-120"/>
              </a:rPr>
              <a:t>التفكير الناقد: </a:t>
            </a:r>
            <a:pPr rtl="1" algn="r" indent="0" marL="0">
              <a:lnSpc>
                <a:spcPct val="120000"/>
              </a:lnSpc>
              <a:buNone/>
            </a:pPr>
            <a:r>
              <a:rPr lang="ar-SA" altLang="en-US" sz="2000" b="1" dirty="0">
                <a:solidFill>
                  <a:srgbClr val="34405E"/>
                </a:solidFill>
                <a:latin typeface="Tahoma" pitchFamily="34" charset="0"/>
                <a:ea typeface="Tahoma" pitchFamily="34" charset="-122"/>
                <a:cs typeface="Tahoma" pitchFamily="34" charset="-120"/>
              </a:rPr>
              <a:t>ما المنطقة الحيوية التي أعيش فيها؟ أستعين بالخريطة في إجابتي.</a:t>
            </a:r>
            <a:endParaRPr lang="ar-SA" sz="2000" dirty="0"/>
          </a:p>
        </p:txBody>
      </p:sp>
      <p:sp>
        <p:nvSpPr>
          <p:cNvPr id="10" name="s8_t_7"/>
          <p:cNvSpPr txBox="1"/>
          <p:nvPr/>
        </p:nvSpPr>
        <p:spPr>
          <a:xfrm>
            <a:off x="1783080" y="2743200"/>
            <a:ext cx="2834640" cy="548640"/>
          </a:xfrm>
          <a:prstGeom prst="roundRect">
            <a:avLst>
              <a:gd name="adj" fmla="val 50000"/>
            </a:avLst>
          </a:prstGeom>
          <a:solidFill>
            <a:srgbClr val="FFE8A3"/>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الصحراء</a:t>
            </a:r>
            <a:endParaRPr lang="ar-SA" sz="2200" dirty="0"/>
          </a:p>
        </p:txBody>
      </p:sp>
      <p:pic>
        <p:nvPicPr>
          <p:cNvPr id="11" name="s8_pic_8" descr="/tmp/claude-0/-home-user-Scienceshamah/8386cda7-7741-5ea4-8952-60ee8e67fc31/scratchpad/w/img/card_1853x278_A7EBE1_s_i.png">    </p:cNvPr>
          <p:cNvPicPr>
            <a:picLocks noChangeAspect="1"/>
          </p:cNvPicPr>
          <p:nvPr/>
        </p:nvPicPr>
        <p:blipFill>
          <a:blip r:embed="rId5"/>
          <a:stretch>
            <a:fillRect/>
          </a:stretch>
        </p:blipFill>
        <p:spPr>
          <a:xfrm>
            <a:off x="457200" y="4434840"/>
            <a:ext cx="11292840" cy="1691640"/>
          </a:xfrm>
          <a:prstGeom prst="rect">
            <a:avLst/>
          </a:prstGeom>
        </p:spPr>
      </p:pic>
      <p:sp>
        <p:nvSpPr>
          <p:cNvPr id="12" name="s8_t_9"/>
          <p:cNvSpPr txBox="1"/>
          <p:nvPr/>
        </p:nvSpPr>
        <p:spPr>
          <a:xfrm>
            <a:off x="685800" y="4498848"/>
            <a:ext cx="10835640" cy="1554480"/>
          </a:xfrm>
          <a:prstGeom prst="rect">
            <a:avLst/>
          </a:prstGeom>
          <a:noFill/>
          <a:ln/>
        </p:spPr>
        <p:txBody>
          <a:bodyPr wrap="square" lIns="762" tIns="762" rIns="762" bIns="762" rtlCol="0" anchor="ctr"/>
          <a:lstStyle/>
          <a:p>
            <a:pPr rtl="1" algn="ctr" indent="0" marL="0">
              <a:lnSpc>
                <a:spcPct val="120000"/>
              </a:lnSpc>
              <a:buNone/>
            </a:pPr>
            <a:r>
              <a:rPr lang="ar-SA" altLang="en-US" sz="2800" b="1" dirty="0">
                <a:solidFill>
                  <a:srgbClr val="34405E"/>
                </a:solidFill>
                <a:latin typeface="Tahoma" pitchFamily="34" charset="0"/>
                <a:ea typeface="Tahoma" pitchFamily="34" charset="-122"/>
                <a:cs typeface="Tahoma" pitchFamily="34" charset="-120"/>
              </a:rPr>
              <a:t>تعرّفنا المواطن على اليابسة...</a:t>
            </a:r>
            <a:endParaRPr lang="ar-SA" sz="2800" dirty="0"/>
          </a:p>
          <a:p>
            <a:pPr rtl="1" algn="ctr" indent="0" marL="0">
              <a:lnSpc>
                <a:spcPct val="120000"/>
              </a:lnSpc>
              <a:buNone/>
            </a:pPr>
            <a:r>
              <a:rPr lang="ar-SA" altLang="en-US" sz="2800" b="1" dirty="0">
                <a:solidFill>
                  <a:srgbClr val="128C7E"/>
                </a:solidFill>
                <a:latin typeface="Tahoma" pitchFamily="34" charset="0"/>
                <a:ea typeface="Tahoma" pitchFamily="34" charset="-122"/>
                <a:cs typeface="Tahoma" pitchFamily="34" charset="-120"/>
              </a:rPr>
              <a:t>فهل هناك مواطن أخرى غير اليابسة؟ 🌊</a:t>
            </a:r>
            <a:endParaRPr lang="ar-SA" sz="28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 calcmode="lin" valueType="num">
                                      <p:cBhvr>
                                        <p:cTn id="6" dur="500" fill="hold"/>
                                        <p:tgtEl>
                                          <p:spTgt spid="6"/>
                                        </p:tgtEl>
                                        <p:attrNameLst>
                                          <p:attrName>ppt_w</p:attrName>
                                        </p:attrNameLst>
                                      </p:cBhvr>
                                      <p:tavLst>
                                        <p:tav tm="0">
                                          <p:val>
                                            <p:fltVal val="0"/>
                                          </p:val>
                                        </p:tav>
                                        <p:tav tm="100000">
                                          <p:val>
                                            <p:strVal val="#ppt_w"/>
                                          </p:val>
                                        </p:tav>
                                      </p:tavLst>
                                    </p:anim>
                                    <p:anim calcmode="lin" valueType="num">
                                      <p:cBhvr>
                                        <p:cTn id="7" dur="500" fill="hold"/>
                                        <p:tgtEl>
                                          <p:spTgt spid="6"/>
                                        </p:tgtEl>
                                        <p:attrNameLst>
                                          <p:attrName>ppt_h</p:attrName>
                                        </p:attrNameLst>
                                      </p:cBhvr>
                                      <p:tavLst>
                                        <p:tav tm="0">
                                          <p:val>
                                            <p:fltVal val="0"/>
                                          </p:val>
                                        </p:tav>
                                        <p:tav tm="100000">
                                          <p:val>
                                            <p:strVal val="#ppt_h"/>
                                          </p:val>
                                        </p:tav>
                                      </p:tavLst>
                                    </p:anim>
                                    <p:animEffect transition="in" filter="fade">
                                      <p:cBhvr>
                                        <p:cTn id="8" dur="500"/>
                                        <p:tgtEl>
                                          <p:spTgt spid="6"/>
                                        </p:tgtEl>
                                      </p:cBhvr>
                                    </p:animEffect>
                                  </p:childTnLst>
                                </p:cTn>
                              </p:par>
                              <p:par>
                                <p:cTn id="14" presetID="53" presetClass="entr" presetSubtype="16" fill="hold" grpId="0" nodeType="withEffect">
                                  <p:stCondLst>
                                    <p:cond delay="30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21" presetID="53" presetClass="entr" presetSubtype="16"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p:cTn id="18" dur="500" fill="hold"/>
                                        <p:tgtEl>
                                          <p:spTgt spid="10"/>
                                        </p:tgtEl>
                                        <p:attrNameLst>
                                          <p:attrName>ppt_w</p:attrName>
                                        </p:attrNameLst>
                                      </p:cBhvr>
                                      <p:tavLst>
                                        <p:tav tm="0">
                                          <p:val>
                                            <p:fltVal val="0"/>
                                          </p:val>
                                        </p:tav>
                                        <p:tav tm="100000">
                                          <p:val>
                                            <p:strVal val="#ppt_w"/>
                                          </p:val>
                                        </p:tav>
                                      </p:tavLst>
                                    </p:anim>
                                    <p:anim calcmode="lin" valueType="num">
                                      <p:cBhvr>
                                        <p:cTn id="19" dur="500" fill="hold"/>
                                        <p:tgtEl>
                                          <p:spTgt spid="10"/>
                                        </p:tgtEl>
                                        <p:attrNameLst>
                                          <p:attrName>ppt_h</p:attrName>
                                        </p:attrNameLst>
                                      </p:cBhvr>
                                      <p:tavLst>
                                        <p:tav tm="0">
                                          <p:val>
                                            <p:fltVal val="0"/>
                                          </p:val>
                                        </p:tav>
                                        <p:tav tm="100000">
                                          <p:val>
                                            <p:strVal val="#ppt_h"/>
                                          </p:val>
                                        </p:tav>
                                      </p:tavLst>
                                    </p:anim>
                                    <p:animEffect transition="in" filter="fade">
                                      <p:cBhvr>
                                        <p:cTn id="20"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8" presetID="53" presetClass="entr" presetSubtype="16"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animEffect transition="in" filter="fade">
                                      <p:cBhvr>
                                        <p:cTn id="27" dur="500"/>
                                        <p:tgtEl>
                                          <p:spTgt spid="11"/>
                                        </p:tgtEl>
                                      </p:cBhvr>
                                    </p:animEffect>
                                  </p:childTnLst>
                                </p:cTn>
                              </p:par>
                              <p:par>
                                <p:cTn id="33" presetID="53" presetClass="entr" presetSubtype="16"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500" fill="hold"/>
                                        <p:tgtEl>
                                          <p:spTgt spid="12"/>
                                        </p:tgtEl>
                                        <p:attrNameLst>
                                          <p:attrName>ppt_w</p:attrName>
                                        </p:attrNameLst>
                                      </p:cBhvr>
                                      <p:tavLst>
                                        <p:tav tm="0">
                                          <p:val>
                                            <p:fltVal val="0"/>
                                          </p:val>
                                        </p:tav>
                                        <p:tav tm="100000">
                                          <p:val>
                                            <p:strVal val="#ppt_w"/>
                                          </p:val>
                                        </p:tav>
                                      </p:tavLst>
                                    </p:anim>
                                    <p:anim calcmode="lin" valueType="num">
                                      <p:cBhvr>
                                        <p:cTn id="31" dur="500" fill="hold"/>
                                        <p:tgtEl>
                                          <p:spTgt spid="12"/>
                                        </p:tgtEl>
                                        <p:attrNameLst>
                                          <p:attrName>ppt_h</p:attrName>
                                        </p:attrNameLst>
                                      </p:cBhvr>
                                      <p:tavLst>
                                        <p:tav tm="0">
                                          <p:val>
                                            <p:fltVal val="0"/>
                                          </p:val>
                                        </p:tav>
                                        <p:tav tm="100000">
                                          <p:val>
                                            <p:strVal val="#ppt_h"/>
                                          </p:val>
                                        </p:tav>
                                      </p:tavLst>
                                    </p:anim>
                                    <p:animEffect transition="in" filter="fade">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9_title" descr="لاحظي وتساءلي">    </p:cNvPr>
          <p:cNvPicPr>
            <a:picLocks noChangeAspect="1"/>
          </p:cNvPicPr>
          <p:nvPr/>
        </p:nvPicPr>
        <p:blipFill>
          <a:blip r:embed="rId2"/>
          <a:stretch>
            <a:fillRect/>
          </a:stretch>
        </p:blipFill>
        <p:spPr>
          <a:xfrm>
            <a:off x="8279378" y="109728"/>
            <a:ext cx="3562102" cy="868680"/>
          </a:xfrm>
          <a:prstGeom prst="rect">
            <a:avLst/>
          </a:prstGeom>
        </p:spPr>
      </p:pic>
      <p:sp>
        <p:nvSpPr>
          <p:cNvPr id="3" name="s9_strategy"/>
          <p:cNvSpPr txBox="1"/>
          <p:nvPr/>
        </p:nvSpPr>
        <p:spPr>
          <a:xfrm>
            <a:off x="411480" y="274320"/>
            <a:ext cx="352044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لاحظي وتساءلي</a:t>
            </a:r>
            <a:endParaRPr lang="ar-SA" sz="1700" dirty="0"/>
          </a:p>
        </p:txBody>
      </p:sp>
      <p:pic>
        <p:nvPicPr>
          <p:cNvPr id="4" name="s9_pic_1" descr="/tmp/claude-0/-home-user-Scienceshamah/8386cda7-7741-5ea4-8952-60ee8e67fc31/scratchpad/w/img/card_713x773_FFFFFF_s_i.png">    </p:cNvPr>
          <p:cNvPicPr>
            <a:picLocks noChangeAspect="1"/>
          </p:cNvPicPr>
          <p:nvPr/>
        </p:nvPicPr>
        <p:blipFill>
          <a:blip r:embed="rId3"/>
          <a:stretch>
            <a:fillRect/>
          </a:stretch>
        </p:blipFill>
        <p:spPr>
          <a:xfrm>
            <a:off x="7452360" y="1188720"/>
            <a:ext cx="4343400" cy="4709160"/>
          </a:xfrm>
          <a:prstGeom prst="rect">
            <a:avLst/>
          </a:prstGeom>
        </p:spPr>
      </p:pic>
      <p:pic>
        <p:nvPicPr>
          <p:cNvPr id="5" name="!!flam" descr="طيور النحام في بيئة مائية بحرية (من كتاب الطالبة)">    </p:cNvPr>
          <p:cNvPicPr>
            <a:picLocks noChangeAspect="1"/>
          </p:cNvPicPr>
          <p:nvPr/>
        </p:nvPicPr>
        <p:blipFill>
          <a:blip r:embed="rId4"/>
          <a:stretch>
            <a:fillRect/>
          </a:stretch>
        </p:blipFill>
        <p:spPr>
          <a:xfrm>
            <a:off x="7680960" y="1371600"/>
            <a:ext cx="3886200" cy="4366517"/>
          </a:xfrm>
          <a:prstGeom prst="rect">
            <a:avLst/>
          </a:prstGeom>
        </p:spPr>
      </p:pic>
      <p:pic>
        <p:nvPicPr>
          <p:cNvPr id="6" name="s9_pic_2" descr="/tmp/claude-0/-home-user-Scienceshamah/8386cda7-7741-5ea4-8952-60ee8e67fc31/scratchpad/w/img/card_1080x173_BDE6FA_s_i.png">    </p:cNvPr>
          <p:cNvPicPr>
            <a:picLocks noChangeAspect="1"/>
          </p:cNvPicPr>
          <p:nvPr/>
        </p:nvPicPr>
        <p:blipFill>
          <a:blip r:embed="rId5"/>
          <a:stretch>
            <a:fillRect/>
          </a:stretch>
        </p:blipFill>
        <p:spPr>
          <a:xfrm>
            <a:off x="548640" y="1325880"/>
            <a:ext cx="6583680" cy="1051560"/>
          </a:xfrm>
          <a:prstGeom prst="rect">
            <a:avLst/>
          </a:prstGeom>
        </p:spPr>
      </p:pic>
      <p:sp>
        <p:nvSpPr>
          <p:cNvPr id="7" name="s9_t_3"/>
          <p:cNvSpPr txBox="1"/>
          <p:nvPr/>
        </p:nvSpPr>
        <p:spPr>
          <a:xfrm>
            <a:off x="731520" y="1417320"/>
            <a:ext cx="6217920" cy="868680"/>
          </a:xfrm>
          <a:prstGeom prst="rect">
            <a:avLst/>
          </a:prstGeom>
          <a:noFill/>
          <a:ln/>
        </p:spPr>
        <p:txBody>
          <a:bodyPr wrap="square" lIns="762" tIns="762" rIns="762" bIns="762" rtlCol="0" anchor="ctr"/>
          <a:lstStyle/>
          <a:p>
            <a:pPr rtl="1" algn="r" indent="0" marL="0">
              <a:lnSpc>
                <a:spcPct val="108000"/>
              </a:lnSpc>
              <a:buNone/>
            </a:pPr>
            <a:r>
              <a:rPr lang="ar-SA" altLang="en-US" sz="2400" b="1" dirty="0">
                <a:solidFill>
                  <a:srgbClr val="34405E"/>
                </a:solidFill>
                <a:latin typeface="Tahoma" pitchFamily="34" charset="0"/>
                <a:ea typeface="Tahoma" pitchFamily="34" charset="-122"/>
                <a:cs typeface="Tahoma" pitchFamily="34" charset="-120"/>
              </a:rPr>
              <a:t>🔎 أين تعيش هذه المخلوقات الحية؟</a:t>
            </a:r>
            <a:endParaRPr lang="ar-SA" sz="2400" dirty="0"/>
          </a:p>
        </p:txBody>
      </p:sp>
      <p:pic>
        <p:nvPicPr>
          <p:cNvPr id="8" name="s9_pic_4" descr="/tmp/claude-0/-home-user-Scienceshamah/8386cda7-7741-5ea4-8952-60ee8e67fc31/scratchpad/w/img/card_1080x173_FFD1E0_s_i.png">    </p:cNvPr>
          <p:cNvPicPr>
            <a:picLocks noChangeAspect="1"/>
          </p:cNvPicPr>
          <p:nvPr/>
        </p:nvPicPr>
        <p:blipFill>
          <a:blip r:embed="rId6"/>
          <a:stretch>
            <a:fillRect/>
          </a:stretch>
        </p:blipFill>
        <p:spPr>
          <a:xfrm>
            <a:off x="548640" y="2560320"/>
            <a:ext cx="6583680" cy="1051560"/>
          </a:xfrm>
          <a:prstGeom prst="rect">
            <a:avLst/>
          </a:prstGeom>
        </p:spPr>
      </p:pic>
      <p:sp>
        <p:nvSpPr>
          <p:cNvPr id="9" name="s9_t_5"/>
          <p:cNvSpPr txBox="1"/>
          <p:nvPr/>
        </p:nvSpPr>
        <p:spPr>
          <a:xfrm>
            <a:off x="731520" y="2651760"/>
            <a:ext cx="6217920" cy="868680"/>
          </a:xfrm>
          <a:prstGeom prst="rect">
            <a:avLst/>
          </a:prstGeom>
          <a:noFill/>
          <a:ln/>
        </p:spPr>
        <p:txBody>
          <a:bodyPr wrap="square" lIns="762" tIns="762" rIns="762" bIns="762" rtlCol="0" anchor="ctr"/>
          <a:lstStyle/>
          <a:p>
            <a:pPr rtl="1" algn="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 هل يمكن أن يكون الماء موطنًا للمخلوقات الحية؟</a:t>
            </a:r>
            <a:endParaRPr lang="ar-SA" sz="2200" dirty="0"/>
          </a:p>
        </p:txBody>
      </p:sp>
      <p:pic>
        <p:nvPicPr>
          <p:cNvPr id="10" name="s6_lesson" descr="عنوان الدرس: هل هناك مناطق حيوية مائية؟">    </p:cNvPr>
          <p:cNvPicPr>
            <a:picLocks noChangeAspect="1"/>
          </p:cNvPicPr>
          <p:nvPr/>
        </p:nvPicPr>
        <p:blipFill>
          <a:blip r:embed="rId7"/>
          <a:stretch>
            <a:fillRect/>
          </a:stretch>
        </p:blipFill>
        <p:spPr>
          <a:xfrm>
            <a:off x="502920" y="3886200"/>
            <a:ext cx="6675120" cy="938309"/>
          </a:xfrm>
          <a:prstGeom prst="rect">
            <a:avLst/>
          </a:prstGeom>
        </p:spPr>
      </p:pic>
      <p:pic>
        <p:nvPicPr>
          <p:cNvPr id="11" name="s6_wave" descr="أمواج">    </p:cNvPr>
          <p:cNvPicPr>
            <a:picLocks noChangeAspect="1"/>
          </p:cNvPicPr>
          <p:nvPr/>
        </p:nvPicPr>
        <p:blipFill>
          <a:blip r:embed="rId8"/>
          <a:stretch>
            <a:fillRect/>
          </a:stretch>
        </p:blipFill>
        <p:spPr>
          <a:xfrm>
            <a:off x="3017520" y="5760720"/>
            <a:ext cx="9326880" cy="777240"/>
          </a:xfrm>
          <a:prstGeom prst="rect">
            <a:avLst/>
          </a:prstGeom>
        </p:spPr>
      </p:pic>
    </p:spTree>
  </p:cSld>
  <p:clrMapOvr>
    <a:masterClrMapping/>
  </p:clrMapOvr>
  <p:transition spd="slow">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grpId="0" nodeType="afterEffect">
                                  <p:stCondLst>
                                    <p:cond delay="0"/>
                                  </p:stCondLst>
                                  <p:childTnLst>
                                    <p:animMotion origin="layout" path="M 0 0 L 0.0200 0.0000 E" pathEditMode="relative" rAng="0" ptsTypes="">
                                      <p:cBhvr>
                                        <p:cTn id="5" dur="2600" fill="hold" repeatCount="indefinite" autoRev="1"/>
                                        <p:tgtEl>
                                          <p:spTgt spid="11"/>
                                        </p:tgtEl>
                                        <p:attrNameLst>
                                          <p:attrName>ppt_x</p:attrName>
                                          <p:attrName>ppt_y</p:attrName>
                                        </p:attrNameLst>
                                      </p:cBhvr>
                                      <p:rCtr x="0" y="0"/>
                                    </p:animMotion>
                                  </p:childTnLst>
                                </p:cTn>
                              </p:par>
                            </p:childTnLst>
                          </p:cTn>
                        </p:par>
                      </p:childTnLst>
                    </p:cTn>
                  </p:par>
                  <p:par>
                    <p:cTn id="7" fill="hold">
                      <p:stCondLst>
                        <p:cond delay="indefinite"/>
                      </p:stCondLst>
                      <p:childTnLst>
                        <p:par>
                          <p:cTn id="8" fill="hold">
                            <p:stCondLst>
                              <p:cond delay="0"/>
                            </p:stCondLst>
                            <p:childTnLst>
                              <p:par>
                                <p:cTn id="11" presetID="10" presetClass="entr" presetSubtype="0" fill="hold" grpId="0" nodeType="click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4"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9"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9" presetID="53" presetClass="entr" presetSubtype="16"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p:cTn id="26" dur="700" fill="hold"/>
                                        <p:tgtEl>
                                          <p:spTgt spid="10"/>
                                        </p:tgtEl>
                                        <p:attrNameLst>
                                          <p:attrName>ppt_w</p:attrName>
                                        </p:attrNameLst>
                                      </p:cBhvr>
                                      <p:tavLst>
                                        <p:tav tm="0">
                                          <p:val>
                                            <p:fltVal val="0"/>
                                          </p:val>
                                        </p:tav>
                                        <p:tav tm="100000">
                                          <p:val>
                                            <p:strVal val="#ppt_w"/>
                                          </p:val>
                                        </p:tav>
                                      </p:tavLst>
                                    </p:anim>
                                    <p:anim calcmode="lin" valueType="num">
                                      <p:cBhvr>
                                        <p:cTn id="27" dur="700" fill="hold"/>
                                        <p:tgtEl>
                                          <p:spTgt spid="10"/>
                                        </p:tgtEl>
                                        <p:attrNameLst>
                                          <p:attrName>ppt_h</p:attrName>
                                        </p:attrNameLst>
                                      </p:cBhvr>
                                      <p:tavLst>
                                        <p:tav tm="0">
                                          <p:val>
                                            <p:fltVal val="0"/>
                                          </p:val>
                                        </p:tav>
                                        <p:tav tm="100000">
                                          <p:val>
                                            <p:strVal val="#ppt_h"/>
                                          </p:val>
                                        </p:tav>
                                      </p:tavLst>
                                    </p:anim>
                                    <p:animEffect transition="in" filter="fade">
                                      <p:cBhvr>
                                        <p:cTn id="28" dur="7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0_title" descr="الماء موطن للمخلوقات الحية">    </p:cNvPr>
          <p:cNvPicPr>
            <a:picLocks noChangeAspect="1"/>
          </p:cNvPicPr>
          <p:nvPr/>
        </p:nvPicPr>
        <p:blipFill>
          <a:blip r:embed="rId2"/>
          <a:stretch>
            <a:fillRect/>
          </a:stretch>
        </p:blipFill>
        <p:spPr>
          <a:xfrm>
            <a:off x="5853242" y="109728"/>
            <a:ext cx="5988238" cy="868680"/>
          </a:xfrm>
          <a:prstGeom prst="rect">
            <a:avLst/>
          </a:prstGeom>
        </p:spPr>
      </p:pic>
      <p:sp>
        <p:nvSpPr>
          <p:cNvPr id="3" name="s10_strategy"/>
          <p:cNvSpPr txBox="1"/>
          <p:nvPr/>
        </p:nvSpPr>
        <p:spPr>
          <a:xfrm>
            <a:off x="411480" y="274320"/>
            <a:ext cx="352044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الفهم القرائي</a:t>
            </a:r>
            <a:endParaRPr lang="ar-SA" sz="1700" dirty="0"/>
          </a:p>
        </p:txBody>
      </p:sp>
      <p:pic>
        <p:nvPicPr>
          <p:cNvPr id="4" name="!!flam" descr="طيور النحام (من كتاب الطالبة)">    </p:cNvPr>
          <p:cNvPicPr>
            <a:picLocks noChangeAspect="1"/>
          </p:cNvPicPr>
          <p:nvPr/>
        </p:nvPicPr>
        <p:blipFill>
          <a:blip r:embed="rId3"/>
          <a:stretch>
            <a:fillRect/>
          </a:stretch>
        </p:blipFill>
        <p:spPr>
          <a:xfrm>
            <a:off x="502920" y="1188720"/>
            <a:ext cx="1600200" cy="1797978"/>
          </a:xfrm>
          <a:prstGeom prst="rect">
            <a:avLst/>
          </a:prstGeom>
        </p:spPr>
      </p:pic>
      <p:pic>
        <p:nvPicPr>
          <p:cNvPr id="5" name="s10_pic_1" descr="/tmp/claude-0/-home-user-Scienceshamah/8386cda7-7741-5ea4-8952-60ee8e67fc31/scratchpad/w/img/card_1545x270_FFFFFF_s_i.png">    </p:cNvPr>
          <p:cNvPicPr>
            <a:picLocks noChangeAspect="1"/>
          </p:cNvPicPr>
          <p:nvPr/>
        </p:nvPicPr>
        <p:blipFill>
          <a:blip r:embed="rId4"/>
          <a:stretch>
            <a:fillRect/>
          </a:stretch>
        </p:blipFill>
        <p:spPr>
          <a:xfrm>
            <a:off x="2331720" y="1188720"/>
            <a:ext cx="9418320" cy="1645920"/>
          </a:xfrm>
          <a:prstGeom prst="rect">
            <a:avLst/>
          </a:prstGeom>
        </p:spPr>
      </p:pic>
      <p:sp>
        <p:nvSpPr>
          <p:cNvPr id="6" name="s10_t_2"/>
          <p:cNvSpPr txBox="1"/>
          <p:nvPr/>
        </p:nvSpPr>
        <p:spPr>
          <a:xfrm>
            <a:off x="2514600" y="1261872"/>
            <a:ext cx="9052560" cy="1481328"/>
          </a:xfrm>
          <a:prstGeom prst="rect">
            <a:avLst/>
          </a:prstGeom>
          <a:noFill/>
          <a:ln/>
        </p:spPr>
        <p:txBody>
          <a:bodyPr wrap="square" lIns="762" tIns="762" rIns="762" bIns="762" rtlCol="0" anchor="ctr"/>
          <a:lstStyle/>
          <a:p>
            <a:pPr rtl="1" algn="r" indent="0" marL="0">
              <a:lnSpc>
                <a:spcPct val="120000"/>
              </a:lnSpc>
              <a:buNone/>
            </a:pPr>
            <a:r>
              <a:rPr lang="ar-SA" altLang="en-US" sz="2500" dirty="0">
                <a:solidFill>
                  <a:srgbClr val="34405E"/>
                </a:solidFill>
                <a:latin typeface="Tahoma" pitchFamily="34" charset="0"/>
                <a:ea typeface="Tahoma" pitchFamily="34" charset="-122"/>
                <a:cs typeface="Tahoma" pitchFamily="34" charset="-120"/>
              </a:rPr>
              <a:t>العديدُ من المخلوقاتِ الحيةِ تتخذُ الماءَ موطنًا لها، سواءٌ في </a:t>
            </a:r>
            <a:pPr rtl="1" algn="r" indent="0" marL="0">
              <a:lnSpc>
                <a:spcPct val="120000"/>
              </a:lnSpc>
              <a:buNone/>
            </a:pPr>
            <a:r>
              <a:rPr lang="ar-SA" altLang="en-US" sz="2500" b="1" dirty="0">
                <a:solidFill>
                  <a:srgbClr val="1E7FB8"/>
                </a:solidFill>
                <a:latin typeface="Tahoma" pitchFamily="34" charset="0"/>
                <a:ea typeface="Tahoma" pitchFamily="34" charset="-122"/>
                <a:cs typeface="Tahoma" pitchFamily="34" charset="-120"/>
              </a:rPr>
              <a:t>داخلِه</a:t>
            </a:r>
            <a:pPr rtl="1" algn="r" indent="0" marL="0">
              <a:lnSpc>
                <a:spcPct val="120000"/>
              </a:lnSpc>
              <a:buNone/>
            </a:pPr>
            <a:r>
              <a:rPr lang="ar-SA" altLang="en-US" sz="2500" dirty="0">
                <a:solidFill>
                  <a:srgbClr val="34405E"/>
                </a:solidFill>
                <a:latin typeface="Tahoma" pitchFamily="34" charset="0"/>
                <a:ea typeface="Tahoma" pitchFamily="34" charset="-122"/>
                <a:cs typeface="Tahoma" pitchFamily="34" charset="-120"/>
              </a:rPr>
              <a:t>، أو </a:t>
            </a:r>
            <a:pPr rtl="1" algn="r" indent="0" marL="0">
              <a:lnSpc>
                <a:spcPct val="120000"/>
              </a:lnSpc>
              <a:buNone/>
            </a:pPr>
            <a:r>
              <a:rPr lang="ar-SA" altLang="en-US" sz="2500" b="1" dirty="0">
                <a:solidFill>
                  <a:srgbClr val="C2366F"/>
                </a:solidFill>
                <a:latin typeface="Tahoma" pitchFamily="34" charset="0"/>
                <a:ea typeface="Tahoma" pitchFamily="34" charset="-122"/>
                <a:cs typeface="Tahoma" pitchFamily="34" charset="-120"/>
              </a:rPr>
              <a:t>فوقَه</a:t>
            </a:r>
            <a:pPr rtl="1" algn="r" indent="0" marL="0">
              <a:lnSpc>
                <a:spcPct val="120000"/>
              </a:lnSpc>
              <a:buNone/>
            </a:pPr>
            <a:r>
              <a:rPr lang="ar-SA" altLang="en-US" sz="2500" dirty="0">
                <a:solidFill>
                  <a:srgbClr val="34405E"/>
                </a:solidFill>
                <a:latin typeface="Tahoma" pitchFamily="34" charset="0"/>
                <a:ea typeface="Tahoma" pitchFamily="34" charset="-122"/>
                <a:cs typeface="Tahoma" pitchFamily="34" charset="-120"/>
              </a:rPr>
              <a:t>، أو </a:t>
            </a:r>
            <a:pPr rtl="1" algn="r" indent="0" marL="0">
              <a:lnSpc>
                <a:spcPct val="120000"/>
              </a:lnSpc>
              <a:buNone/>
            </a:pPr>
            <a:r>
              <a:rPr lang="ar-SA" altLang="en-US" sz="2500" b="1" dirty="0">
                <a:solidFill>
                  <a:srgbClr val="2F8A3A"/>
                </a:solidFill>
                <a:latin typeface="Tahoma" pitchFamily="34" charset="0"/>
                <a:ea typeface="Tahoma" pitchFamily="34" charset="-122"/>
                <a:cs typeface="Tahoma" pitchFamily="34" charset="-120"/>
              </a:rPr>
              <a:t>قريبًا منه</a:t>
            </a:r>
            <a:pPr rtl="1" algn="r" indent="0" marL="0">
              <a:lnSpc>
                <a:spcPct val="120000"/>
              </a:lnSpc>
              <a:buNone/>
            </a:pPr>
            <a:r>
              <a:rPr lang="ar-SA" altLang="en-US" sz="2500" dirty="0">
                <a:solidFill>
                  <a:srgbClr val="34405E"/>
                </a:solidFill>
                <a:latin typeface="Tahoma" pitchFamily="34" charset="0"/>
                <a:ea typeface="Tahoma" pitchFamily="34" charset="-122"/>
                <a:cs typeface="Tahoma" pitchFamily="34" charset="-120"/>
              </a:rPr>
              <a:t>.</a:t>
            </a:r>
            <a:endParaRPr lang="ar-SA" sz="2500" dirty="0"/>
          </a:p>
        </p:txBody>
      </p:sp>
      <p:sp>
        <p:nvSpPr>
          <p:cNvPr id="7" name="s10_t_3"/>
          <p:cNvSpPr txBox="1"/>
          <p:nvPr/>
        </p:nvSpPr>
        <p:spPr>
          <a:xfrm>
            <a:off x="9692640" y="896112"/>
            <a:ext cx="2057400" cy="365760"/>
          </a:xfrm>
          <a:prstGeom prst="rect">
            <a:avLst/>
          </a:prstGeom>
          <a:noFill/>
          <a:ln/>
        </p:spPr>
        <p:txBody>
          <a:bodyPr wrap="square" lIns="762" tIns="762" rIns="762" bIns="762" rtlCol="0" anchor="ctr"/>
          <a:lstStyle/>
          <a:p>
            <a:pPr rtl="1" algn="ctr" indent="0" marL="0">
              <a:lnSpc>
                <a:spcPct val="108000"/>
              </a:lnSpc>
              <a:buNone/>
            </a:pPr>
            <a:r>
              <a:rPr lang="ar-SA" altLang="en-US" sz="1500" b="1" dirty="0">
                <a:solidFill>
                  <a:srgbClr val="128C7E"/>
                </a:solidFill>
                <a:latin typeface="Tahoma" pitchFamily="34" charset="0"/>
                <a:ea typeface="Tahoma" pitchFamily="34" charset="-122"/>
                <a:cs typeface="Tahoma" pitchFamily="34" charset="-120"/>
              </a:rPr>
              <a:t>📖 من نص الكتاب</a:t>
            </a:r>
            <a:endParaRPr lang="ar-SA" sz="1500" dirty="0"/>
          </a:p>
        </p:txBody>
      </p:sp>
      <p:pic>
        <p:nvPicPr>
          <p:cNvPr id="8" name="s10_pic_4" descr="/tmp/claude-0/-home-user-Scienceshamah/8386cda7-7741-5ea4-8952-60ee8e67fc31/scratchpad/w/img/card_563x308_BDE6FA_s_i.png">    </p:cNvPr>
          <p:cNvPicPr>
            <a:picLocks noChangeAspect="1"/>
          </p:cNvPicPr>
          <p:nvPr/>
        </p:nvPicPr>
        <p:blipFill>
          <a:blip r:embed="rId5"/>
          <a:stretch>
            <a:fillRect/>
          </a:stretch>
        </p:blipFill>
        <p:spPr>
          <a:xfrm>
            <a:off x="8366760" y="3017520"/>
            <a:ext cx="3429000" cy="1874520"/>
          </a:xfrm>
          <a:prstGeom prst="rect">
            <a:avLst/>
          </a:prstGeom>
        </p:spPr>
      </p:pic>
      <p:pic>
        <p:nvPicPr>
          <p:cNvPr id="9" name="s10_pic_5" descr="داخلَه">    </p:cNvPr>
          <p:cNvPicPr>
            <a:picLocks noChangeAspect="1"/>
          </p:cNvPicPr>
          <p:nvPr/>
        </p:nvPicPr>
        <p:blipFill>
          <a:blip r:embed="rId6"/>
          <a:stretch>
            <a:fillRect/>
          </a:stretch>
        </p:blipFill>
        <p:spPr>
          <a:xfrm>
            <a:off x="8595360" y="3090672"/>
            <a:ext cx="1806536" cy="1298448"/>
          </a:xfrm>
          <a:prstGeom prst="rect">
            <a:avLst/>
          </a:prstGeom>
        </p:spPr>
      </p:pic>
      <p:sp>
        <p:nvSpPr>
          <p:cNvPr id="10" name="s10_t_6"/>
          <p:cNvSpPr txBox="1"/>
          <p:nvPr/>
        </p:nvSpPr>
        <p:spPr>
          <a:xfrm>
            <a:off x="8549640" y="4389120"/>
            <a:ext cx="3063240" cy="45720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1E7FB8"/>
                </a:solidFill>
                <a:latin typeface="Tahoma" pitchFamily="34" charset="0"/>
                <a:ea typeface="Tahoma" pitchFamily="34" charset="-122"/>
                <a:cs typeface="Tahoma" pitchFamily="34" charset="-120"/>
              </a:rPr>
              <a:t>داخلَه</a:t>
            </a:r>
            <a:endParaRPr lang="ar-SA" sz="2200" dirty="0"/>
          </a:p>
        </p:txBody>
      </p:sp>
      <p:pic>
        <p:nvPicPr>
          <p:cNvPr id="11" name="s10_pic_7" descr="/tmp/claude-0/-home-user-Scienceshamah/8386cda7-7741-5ea4-8952-60ee8e67fc31/scratchpad/w/img/card_563x308_FFD1E0_s_i.png">    </p:cNvPr>
          <p:cNvPicPr>
            <a:picLocks noChangeAspect="1"/>
          </p:cNvPicPr>
          <p:nvPr/>
        </p:nvPicPr>
        <p:blipFill>
          <a:blip r:embed="rId7"/>
          <a:stretch>
            <a:fillRect/>
          </a:stretch>
        </p:blipFill>
        <p:spPr>
          <a:xfrm>
            <a:off x="4663440" y="3017520"/>
            <a:ext cx="3429000" cy="1874520"/>
          </a:xfrm>
          <a:prstGeom prst="rect">
            <a:avLst/>
          </a:prstGeom>
        </p:spPr>
      </p:pic>
      <p:pic>
        <p:nvPicPr>
          <p:cNvPr id="12" name="s10_pic_8" descr="فوقَه">    </p:cNvPr>
          <p:cNvPicPr>
            <a:picLocks noChangeAspect="1"/>
          </p:cNvPicPr>
          <p:nvPr/>
        </p:nvPicPr>
        <p:blipFill>
          <a:blip r:embed="rId8"/>
          <a:stretch>
            <a:fillRect/>
          </a:stretch>
        </p:blipFill>
        <p:spPr>
          <a:xfrm>
            <a:off x="4892040" y="3090672"/>
            <a:ext cx="1806536" cy="1298448"/>
          </a:xfrm>
          <a:prstGeom prst="rect">
            <a:avLst/>
          </a:prstGeom>
        </p:spPr>
      </p:pic>
      <p:sp>
        <p:nvSpPr>
          <p:cNvPr id="13" name="s10_t_9"/>
          <p:cNvSpPr txBox="1"/>
          <p:nvPr/>
        </p:nvSpPr>
        <p:spPr>
          <a:xfrm>
            <a:off x="4846320" y="4389120"/>
            <a:ext cx="3063240" cy="45720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C2366F"/>
                </a:solidFill>
                <a:latin typeface="Tahoma" pitchFamily="34" charset="0"/>
                <a:ea typeface="Tahoma" pitchFamily="34" charset="-122"/>
                <a:cs typeface="Tahoma" pitchFamily="34" charset="-120"/>
              </a:rPr>
              <a:t>فوقَه</a:t>
            </a:r>
            <a:endParaRPr lang="ar-SA" sz="2200" dirty="0"/>
          </a:p>
        </p:txBody>
      </p:sp>
      <p:pic>
        <p:nvPicPr>
          <p:cNvPr id="14" name="s10_pic_10" descr="/tmp/claude-0/-home-user-Scienceshamah/8386cda7-7741-5ea4-8952-60ee8e67fc31/scratchpad/w/img/card_563x308_BFEBB8_s_i.png">    </p:cNvPr>
          <p:cNvPicPr>
            <a:picLocks noChangeAspect="1"/>
          </p:cNvPicPr>
          <p:nvPr/>
        </p:nvPicPr>
        <p:blipFill>
          <a:blip r:embed="rId9"/>
          <a:stretch>
            <a:fillRect/>
          </a:stretch>
        </p:blipFill>
        <p:spPr>
          <a:xfrm>
            <a:off x="960120" y="3017520"/>
            <a:ext cx="3429000" cy="1874520"/>
          </a:xfrm>
          <a:prstGeom prst="rect">
            <a:avLst/>
          </a:prstGeom>
        </p:spPr>
      </p:pic>
      <p:pic>
        <p:nvPicPr>
          <p:cNvPr id="15" name="s10_pic_11" descr="قريبًا منه">    </p:cNvPr>
          <p:cNvPicPr>
            <a:picLocks noChangeAspect="1"/>
          </p:cNvPicPr>
          <p:nvPr/>
        </p:nvPicPr>
        <p:blipFill>
          <a:blip r:embed="rId10"/>
          <a:stretch>
            <a:fillRect/>
          </a:stretch>
        </p:blipFill>
        <p:spPr>
          <a:xfrm>
            <a:off x="1188720" y="3090672"/>
            <a:ext cx="1806536" cy="1298448"/>
          </a:xfrm>
          <a:prstGeom prst="rect">
            <a:avLst/>
          </a:prstGeom>
        </p:spPr>
      </p:pic>
      <p:sp>
        <p:nvSpPr>
          <p:cNvPr id="16" name="s10_t_12"/>
          <p:cNvSpPr txBox="1"/>
          <p:nvPr/>
        </p:nvSpPr>
        <p:spPr>
          <a:xfrm>
            <a:off x="1143000" y="4389120"/>
            <a:ext cx="3063240" cy="45720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2F8A3A"/>
                </a:solidFill>
                <a:latin typeface="Tahoma" pitchFamily="34" charset="0"/>
                <a:ea typeface="Tahoma" pitchFamily="34" charset="-122"/>
                <a:cs typeface="Tahoma" pitchFamily="34" charset="-120"/>
              </a:rPr>
              <a:t>قريبًا منه</a:t>
            </a:r>
            <a:endParaRPr lang="ar-SA" sz="2200" dirty="0"/>
          </a:p>
        </p:txBody>
      </p:sp>
      <p:pic>
        <p:nvPicPr>
          <p:cNvPr id="17" name="s10_pic_13" descr="/tmp/claude-0/-home-user-Scienceshamah/8386cda7-7741-5ea4-8952-60ee8e67fc31/scratchpad/w/img/card_885x188_FFE8A3_s_i.png">    </p:cNvPr>
          <p:cNvPicPr>
            <a:picLocks noChangeAspect="1"/>
          </p:cNvPicPr>
          <p:nvPr/>
        </p:nvPicPr>
        <p:blipFill>
          <a:blip r:embed="rId11"/>
          <a:stretch>
            <a:fillRect/>
          </a:stretch>
        </p:blipFill>
        <p:spPr>
          <a:xfrm>
            <a:off x="6355080" y="5029200"/>
            <a:ext cx="5394960" cy="1143000"/>
          </a:xfrm>
          <a:prstGeom prst="rect">
            <a:avLst/>
          </a:prstGeom>
        </p:spPr>
      </p:pic>
      <p:sp>
        <p:nvSpPr>
          <p:cNvPr id="18" name="s10_t_14"/>
          <p:cNvSpPr txBox="1"/>
          <p:nvPr/>
        </p:nvSpPr>
        <p:spPr>
          <a:xfrm>
            <a:off x="6492240" y="5102352"/>
            <a:ext cx="5120640" cy="1005840"/>
          </a:xfrm>
          <a:prstGeom prst="rect">
            <a:avLst/>
          </a:prstGeom>
          <a:noFill/>
          <a:ln/>
        </p:spPr>
        <p:txBody>
          <a:bodyPr wrap="square" lIns="762" tIns="762" rIns="762" bIns="762" rtlCol="0" anchor="ctr"/>
          <a:lstStyle/>
          <a:p>
            <a:pPr rtl="1" algn="r" indent="0" marL="0">
              <a:lnSpc>
                <a:spcPct val="108000"/>
              </a:lnSpc>
              <a:buNone/>
            </a:pPr>
            <a:r>
              <a:rPr lang="ar-SA" altLang="en-US" sz="2100" b="1" dirty="0">
                <a:solidFill>
                  <a:srgbClr val="34405E"/>
                </a:solidFill>
                <a:latin typeface="Tahoma" pitchFamily="34" charset="0"/>
                <a:ea typeface="Tahoma" pitchFamily="34" charset="-122"/>
                <a:cs typeface="Tahoma" pitchFamily="34" charset="-120"/>
              </a:rPr>
              <a:t>السؤال: أين تتخذ المخلوقات الحية موطنًا لها؟</a:t>
            </a:r>
            <a:endParaRPr lang="ar-SA" sz="2100" dirty="0"/>
          </a:p>
        </p:txBody>
      </p:sp>
      <p:pic>
        <p:nvPicPr>
          <p:cNvPr id="19" name="s10_pic_15" descr="/tmp/claude-0/-home-user-Scienceshamah/8386cda7-7741-5ea4-8952-60ee8e67fc31/scratchpad/w/img/card_930x188_9FE3A6_s_i.png">    </p:cNvPr>
          <p:cNvPicPr>
            <a:picLocks noChangeAspect="1"/>
          </p:cNvPicPr>
          <p:nvPr/>
        </p:nvPicPr>
        <p:blipFill>
          <a:blip r:embed="rId12"/>
          <a:stretch>
            <a:fillRect/>
          </a:stretch>
        </p:blipFill>
        <p:spPr>
          <a:xfrm>
            <a:off x="502920" y="5029200"/>
            <a:ext cx="5669280" cy="1143000"/>
          </a:xfrm>
          <a:prstGeom prst="rect">
            <a:avLst/>
          </a:prstGeom>
        </p:spPr>
      </p:pic>
      <p:sp>
        <p:nvSpPr>
          <p:cNvPr id="20" name="s10_t_16"/>
          <p:cNvSpPr txBox="1"/>
          <p:nvPr/>
        </p:nvSpPr>
        <p:spPr>
          <a:xfrm>
            <a:off x="640080" y="5084064"/>
            <a:ext cx="5394960" cy="1033272"/>
          </a:xfrm>
          <a:prstGeom prst="rect">
            <a:avLst/>
          </a:prstGeom>
          <a:noFill/>
          <a:ln/>
        </p:spPr>
        <p:txBody>
          <a:bodyPr wrap="square" lIns="762" tIns="762" rIns="762" bIns="762" rtlCol="0" anchor="ctr"/>
          <a:lstStyle/>
          <a:p>
            <a:pPr rtl="1" algn="r" indent="0" marL="0">
              <a:lnSpc>
                <a:spcPct val="108000"/>
              </a:lnSpc>
              <a:buNone/>
            </a:pPr>
            <a:r>
              <a:rPr lang="ar-SA" altLang="en-US" sz="1900" b="1" dirty="0">
                <a:solidFill>
                  <a:srgbClr val="34405E"/>
                </a:solidFill>
                <a:latin typeface="Tahoma" pitchFamily="34" charset="0"/>
                <a:ea typeface="Tahoma" pitchFamily="34" charset="-122"/>
                <a:cs typeface="Tahoma" pitchFamily="34" charset="-120"/>
              </a:rPr>
              <a:t>تتخذ العديد من المخلوقات الحية الماء موطنًا لها: داخله، أو فوقه، أو قريبًا منه.</a:t>
            </a:r>
            <a:endParaRPr lang="ar-SA" sz="1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anim calcmode="lin" valueType="num">
                                      <p:cBhvr>
                                        <p:cTn id="6" dur="500" fill="hold"/>
                                        <p:tgtEl>
                                          <p:spTgt spid="8"/>
                                        </p:tgtEl>
                                        <p:attrNameLst>
                                          <p:attrName>ppt_w</p:attrName>
                                        </p:attrNameLst>
                                      </p:cBhvr>
                                      <p:tavLst>
                                        <p:tav tm="0">
                                          <p:val>
                                            <p:fltVal val="0"/>
                                          </p:val>
                                        </p:tav>
                                        <p:tav tm="100000">
                                          <p:val>
                                            <p:strVal val="#ppt_w"/>
                                          </p:val>
                                        </p:tav>
                                      </p:tavLst>
                                    </p:anim>
                                    <p:anim calcmode="lin" valueType="num">
                                      <p:cBhvr>
                                        <p:cTn id="7" dur="500" fill="hold"/>
                                        <p:tgtEl>
                                          <p:spTgt spid="8"/>
                                        </p:tgtEl>
                                        <p:attrNameLst>
                                          <p:attrName>ppt_h</p:attrName>
                                        </p:attrNameLst>
                                      </p:cBhvr>
                                      <p:tavLst>
                                        <p:tav tm="0">
                                          <p:val>
                                            <p:fltVal val="0"/>
                                          </p:val>
                                        </p:tav>
                                        <p:tav tm="100000">
                                          <p:val>
                                            <p:strVal val="#ppt_h"/>
                                          </p:val>
                                        </p:tav>
                                      </p:tavLst>
                                    </p:anim>
                                    <p:animEffect transition="in" filter="fade">
                                      <p:cBhvr>
                                        <p:cTn id="8" dur="500"/>
                                        <p:tgtEl>
                                          <p:spTgt spid="8"/>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p:cTn id="16" dur="500" fill="hold"/>
                                        <p:tgtEl>
                                          <p:spTgt spid="10"/>
                                        </p:tgtEl>
                                        <p:attrNameLst>
                                          <p:attrName>ppt_w</p:attrName>
                                        </p:attrNameLst>
                                      </p:cBhvr>
                                      <p:tavLst>
                                        <p:tav tm="0">
                                          <p:val>
                                            <p:fltVal val="0"/>
                                          </p:val>
                                        </p:tav>
                                        <p:tav tm="100000">
                                          <p:val>
                                            <p:strVal val="#ppt_w"/>
                                          </p:val>
                                        </p:tav>
                                      </p:tavLst>
                                    </p:anim>
                                    <p:anim calcmode="lin" valueType="num">
                                      <p:cBhvr>
                                        <p:cTn id="17" dur="500" fill="hold"/>
                                        <p:tgtEl>
                                          <p:spTgt spid="10"/>
                                        </p:tgtEl>
                                        <p:attrNameLst>
                                          <p:attrName>ppt_h</p:attrName>
                                        </p:attrNameLst>
                                      </p:cBhvr>
                                      <p:tavLst>
                                        <p:tav tm="0">
                                          <p:val>
                                            <p:fltVal val="0"/>
                                          </p:val>
                                        </p:tav>
                                        <p:tav tm="100000">
                                          <p:val>
                                            <p:strVal val="#ppt_h"/>
                                          </p:val>
                                        </p:tav>
                                      </p:tavLst>
                                    </p:anim>
                                    <p:animEffect transition="in" filter="fade">
                                      <p:cBhvr>
                                        <p:cTn id="18"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500" fill="hold"/>
                                        <p:tgtEl>
                                          <p:spTgt spid="11"/>
                                        </p:tgtEl>
                                        <p:attrNameLst>
                                          <p:attrName>ppt_w</p:attrName>
                                        </p:attrNameLst>
                                      </p:cBhvr>
                                      <p:tavLst>
                                        <p:tav tm="0">
                                          <p:val>
                                            <p:fltVal val="0"/>
                                          </p:val>
                                        </p:tav>
                                        <p:tav tm="100000">
                                          <p:val>
                                            <p:strVal val="#ppt_w"/>
                                          </p:val>
                                        </p:tav>
                                      </p:tavLst>
                                    </p:anim>
                                    <p:anim calcmode="lin" valueType="num">
                                      <p:cBhvr>
                                        <p:cTn id="24" dur="500" fill="hold"/>
                                        <p:tgtEl>
                                          <p:spTgt spid="11"/>
                                        </p:tgtEl>
                                        <p:attrNameLst>
                                          <p:attrName>ppt_h</p:attrName>
                                        </p:attrNameLst>
                                      </p:cBhvr>
                                      <p:tavLst>
                                        <p:tav tm="0">
                                          <p:val>
                                            <p:fltVal val="0"/>
                                          </p:val>
                                        </p:tav>
                                        <p:tav tm="100000">
                                          <p:val>
                                            <p:strVal val="#ppt_h"/>
                                          </p:val>
                                        </p:tav>
                                      </p:tavLst>
                                    </p:anim>
                                    <p:animEffect transition="in" filter="fade">
                                      <p:cBhvr>
                                        <p:cTn id="25" dur="500"/>
                                        <p:tgtEl>
                                          <p:spTgt spid="11"/>
                                        </p:tgtEl>
                                      </p:cBhvr>
                                    </p:animEffect>
                                  </p:childTnLst>
                                </p:cTn>
                              </p:par>
                              <p:par>
                                <p:cTn id="31" presetID="53" presetClass="entr" presetSubtype="16"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p:cTn id="28" dur="500" fill="hold"/>
                                        <p:tgtEl>
                                          <p:spTgt spid="12"/>
                                        </p:tgtEl>
                                        <p:attrNameLst>
                                          <p:attrName>ppt_w</p:attrName>
                                        </p:attrNameLst>
                                      </p:cBhvr>
                                      <p:tavLst>
                                        <p:tav tm="0">
                                          <p:val>
                                            <p:fltVal val="0"/>
                                          </p:val>
                                        </p:tav>
                                        <p:tav tm="100000">
                                          <p:val>
                                            <p:strVal val="#ppt_w"/>
                                          </p:val>
                                        </p:tav>
                                      </p:tavLst>
                                    </p:anim>
                                    <p:anim calcmode="lin" valueType="num">
                                      <p:cBhvr>
                                        <p:cTn id="29" dur="500" fill="hold"/>
                                        <p:tgtEl>
                                          <p:spTgt spid="12"/>
                                        </p:tgtEl>
                                        <p:attrNameLst>
                                          <p:attrName>ppt_h</p:attrName>
                                        </p:attrNameLst>
                                      </p:cBhvr>
                                      <p:tavLst>
                                        <p:tav tm="0">
                                          <p:val>
                                            <p:fltVal val="0"/>
                                          </p:val>
                                        </p:tav>
                                        <p:tav tm="100000">
                                          <p:val>
                                            <p:strVal val="#ppt_h"/>
                                          </p:val>
                                        </p:tav>
                                      </p:tavLst>
                                    </p:anim>
                                    <p:animEffect transition="in" filter="fade">
                                      <p:cBhvr>
                                        <p:cTn id="30" dur="500"/>
                                        <p:tgtEl>
                                          <p:spTgt spid="12"/>
                                        </p:tgtEl>
                                      </p:cBhvr>
                                    </p:animEffect>
                                  </p:childTnLst>
                                </p:cTn>
                              </p:par>
                              <p:par>
                                <p:cTn id="36" presetID="53" presetClass="entr" presetSubtype="16"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43" presetID="53" presetClass="entr" presetSubtype="16"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p:cTn id="40" dur="500" fill="hold"/>
                                        <p:tgtEl>
                                          <p:spTgt spid="14"/>
                                        </p:tgtEl>
                                        <p:attrNameLst>
                                          <p:attrName>ppt_w</p:attrName>
                                        </p:attrNameLst>
                                      </p:cBhvr>
                                      <p:tavLst>
                                        <p:tav tm="0">
                                          <p:val>
                                            <p:fltVal val="0"/>
                                          </p:val>
                                        </p:tav>
                                        <p:tav tm="100000">
                                          <p:val>
                                            <p:strVal val="#ppt_w"/>
                                          </p:val>
                                        </p:tav>
                                      </p:tavLst>
                                    </p:anim>
                                    <p:anim calcmode="lin" valueType="num">
                                      <p:cBhvr>
                                        <p:cTn id="41" dur="500" fill="hold"/>
                                        <p:tgtEl>
                                          <p:spTgt spid="14"/>
                                        </p:tgtEl>
                                        <p:attrNameLst>
                                          <p:attrName>ppt_h</p:attrName>
                                        </p:attrNameLst>
                                      </p:cBhvr>
                                      <p:tavLst>
                                        <p:tav tm="0">
                                          <p:val>
                                            <p:fltVal val="0"/>
                                          </p:val>
                                        </p:tav>
                                        <p:tav tm="100000">
                                          <p:val>
                                            <p:strVal val="#ppt_h"/>
                                          </p:val>
                                        </p:tav>
                                      </p:tavLst>
                                    </p:anim>
                                    <p:animEffect transition="in" filter="fade">
                                      <p:cBhvr>
                                        <p:cTn id="42" dur="500"/>
                                        <p:tgtEl>
                                          <p:spTgt spid="14"/>
                                        </p:tgtEl>
                                      </p:cBhvr>
                                    </p:animEffect>
                                  </p:childTnLst>
                                </p:cTn>
                              </p:par>
                              <p:par>
                                <p:cTn id="48" presetID="53" presetClass="entr" presetSubtype="16"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p:cTn id="45" dur="500" fill="hold"/>
                                        <p:tgtEl>
                                          <p:spTgt spid="15"/>
                                        </p:tgtEl>
                                        <p:attrNameLst>
                                          <p:attrName>ppt_w</p:attrName>
                                        </p:attrNameLst>
                                      </p:cBhvr>
                                      <p:tavLst>
                                        <p:tav tm="0">
                                          <p:val>
                                            <p:fltVal val="0"/>
                                          </p:val>
                                        </p:tav>
                                        <p:tav tm="100000">
                                          <p:val>
                                            <p:strVal val="#ppt_w"/>
                                          </p:val>
                                        </p:tav>
                                      </p:tavLst>
                                    </p:anim>
                                    <p:anim calcmode="lin" valueType="num">
                                      <p:cBhvr>
                                        <p:cTn id="46" dur="500" fill="hold"/>
                                        <p:tgtEl>
                                          <p:spTgt spid="15"/>
                                        </p:tgtEl>
                                        <p:attrNameLst>
                                          <p:attrName>ppt_h</p:attrName>
                                        </p:attrNameLst>
                                      </p:cBhvr>
                                      <p:tavLst>
                                        <p:tav tm="0">
                                          <p:val>
                                            <p:fltVal val="0"/>
                                          </p:val>
                                        </p:tav>
                                        <p:tav tm="100000">
                                          <p:val>
                                            <p:strVal val="#ppt_h"/>
                                          </p:val>
                                        </p:tav>
                                      </p:tavLst>
                                    </p:anim>
                                    <p:animEffect transition="in" filter="fade">
                                      <p:cBhvr>
                                        <p:cTn id="47" dur="500"/>
                                        <p:tgtEl>
                                          <p:spTgt spid="15"/>
                                        </p:tgtEl>
                                      </p:cBhvr>
                                    </p:animEffect>
                                  </p:childTnLst>
                                </p:cTn>
                              </p:par>
                              <p:par>
                                <p:cTn id="53" presetID="53" presetClass="entr" presetSubtype="16"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p:cTn id="50" dur="500" fill="hold"/>
                                        <p:tgtEl>
                                          <p:spTgt spid="16"/>
                                        </p:tgtEl>
                                        <p:attrNameLst>
                                          <p:attrName>ppt_w</p:attrName>
                                        </p:attrNameLst>
                                      </p:cBhvr>
                                      <p:tavLst>
                                        <p:tav tm="0">
                                          <p:val>
                                            <p:fltVal val="0"/>
                                          </p:val>
                                        </p:tav>
                                        <p:tav tm="100000">
                                          <p:val>
                                            <p:strVal val="#ppt_w"/>
                                          </p:val>
                                        </p:tav>
                                      </p:tavLst>
                                    </p:anim>
                                    <p:anim calcmode="lin" valueType="num">
                                      <p:cBhvr>
                                        <p:cTn id="51" dur="500" fill="hold"/>
                                        <p:tgtEl>
                                          <p:spTgt spid="16"/>
                                        </p:tgtEl>
                                        <p:attrNameLst>
                                          <p:attrName>ppt_h</p:attrName>
                                        </p:attrNameLst>
                                      </p:cBhvr>
                                      <p:tavLst>
                                        <p:tav tm="0">
                                          <p:val>
                                            <p:fltVal val="0"/>
                                          </p:val>
                                        </p:tav>
                                        <p:tav tm="100000">
                                          <p:val>
                                            <p:strVal val="#ppt_h"/>
                                          </p:val>
                                        </p:tav>
                                      </p:tavLst>
                                    </p:anim>
                                    <p:animEffect transition="in" filter="fade">
                                      <p:cBhvr>
                                        <p:cTn id="52" dur="500"/>
                                        <p:tgtEl>
                                          <p:spTgt spid="16"/>
                                        </p:tgtEl>
                                      </p:cBhvr>
                                    </p:animEffect>
                                  </p:childTnLst>
                                </p:cTn>
                              </p:par>
                            </p:childTnLst>
                          </p:cTn>
                        </p:par>
                      </p:childTnLst>
                    </p:cTn>
                  </p:par>
                  <p:par>
                    <p:cTn id="54" fill="hold">
                      <p:stCondLst>
                        <p:cond delay="indefinite"/>
                      </p:stCondLst>
                      <p:childTnLst>
                        <p:par>
                          <p:cTn id="55" fill="hold">
                            <p:stCondLst>
                              <p:cond delay="0"/>
                            </p:stCondLst>
                            <p:childTnLst>
                              <p:par>
                                <p:cTn id="60" presetID="53" presetClass="entr" presetSubtype="16"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p:cTn id="57" dur="500" fill="hold"/>
                                        <p:tgtEl>
                                          <p:spTgt spid="19"/>
                                        </p:tgtEl>
                                        <p:attrNameLst>
                                          <p:attrName>ppt_w</p:attrName>
                                        </p:attrNameLst>
                                      </p:cBhvr>
                                      <p:tavLst>
                                        <p:tav tm="0">
                                          <p:val>
                                            <p:fltVal val="0"/>
                                          </p:val>
                                        </p:tav>
                                        <p:tav tm="100000">
                                          <p:val>
                                            <p:strVal val="#ppt_w"/>
                                          </p:val>
                                        </p:tav>
                                      </p:tavLst>
                                    </p:anim>
                                    <p:anim calcmode="lin" valueType="num">
                                      <p:cBhvr>
                                        <p:cTn id="58" dur="500" fill="hold"/>
                                        <p:tgtEl>
                                          <p:spTgt spid="19"/>
                                        </p:tgtEl>
                                        <p:attrNameLst>
                                          <p:attrName>ppt_h</p:attrName>
                                        </p:attrNameLst>
                                      </p:cBhvr>
                                      <p:tavLst>
                                        <p:tav tm="0">
                                          <p:val>
                                            <p:fltVal val="0"/>
                                          </p:val>
                                        </p:tav>
                                        <p:tav tm="100000">
                                          <p:val>
                                            <p:strVal val="#ppt_h"/>
                                          </p:val>
                                        </p:tav>
                                      </p:tavLst>
                                    </p:anim>
                                    <p:animEffect transition="in" filter="fade">
                                      <p:cBhvr>
                                        <p:cTn id="59" dur="500"/>
                                        <p:tgtEl>
                                          <p:spTgt spid="19"/>
                                        </p:tgtEl>
                                      </p:cBhvr>
                                    </p:animEffect>
                                  </p:childTnLst>
                                </p:cTn>
                              </p:par>
                              <p:par>
                                <p:cTn id="65" presetID="53" presetClass="entr" presetSubtype="16"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 calcmode="lin" valueType="num">
                                      <p:cBhvr>
                                        <p:cTn id="62" dur="500" fill="hold"/>
                                        <p:tgtEl>
                                          <p:spTgt spid="20"/>
                                        </p:tgtEl>
                                        <p:attrNameLst>
                                          <p:attrName>ppt_w</p:attrName>
                                        </p:attrNameLst>
                                      </p:cBhvr>
                                      <p:tavLst>
                                        <p:tav tm="0">
                                          <p:val>
                                            <p:fltVal val="0"/>
                                          </p:val>
                                        </p:tav>
                                        <p:tav tm="100000">
                                          <p:val>
                                            <p:strVal val="#ppt_w"/>
                                          </p:val>
                                        </p:tav>
                                      </p:tavLst>
                                    </p:anim>
                                    <p:anim calcmode="lin" valueType="num">
                                      <p:cBhvr>
                                        <p:cTn id="63" dur="500" fill="hold"/>
                                        <p:tgtEl>
                                          <p:spTgt spid="20"/>
                                        </p:tgtEl>
                                        <p:attrNameLst>
                                          <p:attrName>ppt_h</p:attrName>
                                        </p:attrNameLst>
                                      </p:cBhvr>
                                      <p:tavLst>
                                        <p:tav tm="0">
                                          <p:val>
                                            <p:fltVal val="0"/>
                                          </p:val>
                                        </p:tav>
                                        <p:tav tm="100000">
                                          <p:val>
                                            <p:strVal val="#ppt_h"/>
                                          </p:val>
                                        </p:tav>
                                      </p:tavLst>
                                    </p:anim>
                                    <p:animEffect transition="in" filter="fade">
                                      <p:cBhvr>
                                        <p:cTn id="6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1_title" descr="العوامل اللاحيوية">    </p:cNvPr>
          <p:cNvPicPr>
            <a:picLocks noChangeAspect="1"/>
          </p:cNvPicPr>
          <p:nvPr/>
        </p:nvPicPr>
        <p:blipFill>
          <a:blip r:embed="rId2"/>
          <a:stretch>
            <a:fillRect/>
          </a:stretch>
        </p:blipFill>
        <p:spPr>
          <a:xfrm>
            <a:off x="8197136" y="109728"/>
            <a:ext cx="3644344" cy="868680"/>
          </a:xfrm>
          <a:prstGeom prst="rect">
            <a:avLst/>
          </a:prstGeom>
        </p:spPr>
      </p:pic>
      <p:sp>
        <p:nvSpPr>
          <p:cNvPr id="3" name="s11_strategy"/>
          <p:cNvSpPr txBox="1"/>
          <p:nvPr/>
        </p:nvSpPr>
        <p:spPr>
          <a:xfrm>
            <a:off x="411480" y="274320"/>
            <a:ext cx="352044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الفهم القرائي</a:t>
            </a:r>
            <a:endParaRPr lang="ar-SA" sz="1700" dirty="0"/>
          </a:p>
        </p:txBody>
      </p:sp>
      <p:pic>
        <p:nvPicPr>
          <p:cNvPr id="4" name="s11_pic_1" descr="/tmp/claude-0/-home-user-Scienceshamah/8386cda7-7741-5ea4-8952-60ee8e67fc31/scratchpad/w/img/card_1845x218_FFFFFF_s_i.png">    </p:cNvPr>
          <p:cNvPicPr>
            <a:picLocks noChangeAspect="1"/>
          </p:cNvPicPr>
          <p:nvPr/>
        </p:nvPicPr>
        <p:blipFill>
          <a:blip r:embed="rId3"/>
          <a:stretch>
            <a:fillRect/>
          </a:stretch>
        </p:blipFill>
        <p:spPr>
          <a:xfrm>
            <a:off x="502920" y="1188720"/>
            <a:ext cx="11247120" cy="1325880"/>
          </a:xfrm>
          <a:prstGeom prst="rect">
            <a:avLst/>
          </a:prstGeom>
        </p:spPr>
      </p:pic>
      <p:sp>
        <p:nvSpPr>
          <p:cNvPr id="5" name="s11_t_2"/>
          <p:cNvSpPr txBox="1"/>
          <p:nvPr/>
        </p:nvSpPr>
        <p:spPr>
          <a:xfrm>
            <a:off x="731520" y="1261872"/>
            <a:ext cx="10789920" cy="1188720"/>
          </a:xfrm>
          <a:prstGeom prst="rect">
            <a:avLst/>
          </a:prstGeom>
          <a:noFill/>
          <a:ln/>
        </p:spPr>
        <p:txBody>
          <a:bodyPr wrap="square" lIns="762" tIns="762" rIns="762" bIns="762" rtlCol="0" anchor="ctr"/>
          <a:lstStyle/>
          <a:p>
            <a:pPr rtl="1" algn="r" indent="0" marL="0">
              <a:lnSpc>
                <a:spcPct val="120000"/>
              </a:lnSpc>
              <a:buNone/>
            </a:pPr>
            <a:r>
              <a:rPr lang="ar-SA" altLang="en-US" sz="2500" dirty="0">
                <a:solidFill>
                  <a:srgbClr val="34405E"/>
                </a:solidFill>
                <a:latin typeface="Tahoma" pitchFamily="34" charset="0"/>
                <a:ea typeface="Tahoma" pitchFamily="34" charset="-122"/>
                <a:cs typeface="Tahoma" pitchFamily="34" charset="-120"/>
              </a:rPr>
              <a:t>تختلفُ </a:t>
            </a:r>
            <a:pPr rtl="1" algn="r" indent="0" marL="0">
              <a:lnSpc>
                <a:spcPct val="120000"/>
              </a:lnSpc>
              <a:buNone/>
            </a:pPr>
            <a:r>
              <a:rPr lang="ar-SA" altLang="en-US" sz="2500" b="1" dirty="0">
                <a:solidFill>
                  <a:srgbClr val="1E7FB8"/>
                </a:solidFill>
                <a:latin typeface="Tahoma" pitchFamily="34" charset="0"/>
                <a:ea typeface="Tahoma" pitchFamily="34" charset="-122"/>
                <a:cs typeface="Tahoma" pitchFamily="34" charset="-120"/>
              </a:rPr>
              <a:t>العواملُ اللاحيويةُ</a:t>
            </a:r>
            <a:pPr rtl="1" algn="r" indent="0" marL="0">
              <a:lnSpc>
                <a:spcPct val="120000"/>
              </a:lnSpc>
              <a:buNone/>
            </a:pPr>
            <a:r>
              <a:rPr lang="ar-SA" altLang="en-US" sz="2500" dirty="0">
                <a:solidFill>
                  <a:srgbClr val="34405E"/>
                </a:solidFill>
                <a:latin typeface="Tahoma" pitchFamily="34" charset="0"/>
                <a:ea typeface="Tahoma" pitchFamily="34" charset="-122"/>
                <a:cs typeface="Tahoma" pitchFamily="34" charset="-120"/>
              </a:rPr>
              <a:t> في الأنظمةِ البيئيةِ المائيةِ عن العواملِ اللاحيويةِ في المناطقِ الحيويةِ على اليابسةِ.</a:t>
            </a:r>
            <a:endParaRPr lang="ar-SA" sz="2500" dirty="0"/>
          </a:p>
        </p:txBody>
      </p:sp>
      <p:pic>
        <p:nvPicPr>
          <p:cNvPr id="6" name="s11_pic_3" descr="نظام بيئي مائي">    </p:cNvPr>
          <p:cNvPicPr>
            <a:picLocks noChangeAspect="1"/>
          </p:cNvPicPr>
          <p:nvPr/>
        </p:nvPicPr>
        <p:blipFill>
          <a:blip r:embed="rId4"/>
          <a:stretch>
            <a:fillRect/>
          </a:stretch>
        </p:blipFill>
        <p:spPr>
          <a:xfrm>
            <a:off x="7223760" y="2697480"/>
            <a:ext cx="4206240" cy="2854234"/>
          </a:xfrm>
          <a:prstGeom prst="rect">
            <a:avLst/>
          </a:prstGeom>
        </p:spPr>
      </p:pic>
      <p:pic>
        <p:nvPicPr>
          <p:cNvPr id="7" name="s11_pic_4" descr="منطقة حيوية على اليابسة">    </p:cNvPr>
          <p:cNvPicPr>
            <a:picLocks noChangeAspect="1"/>
          </p:cNvPicPr>
          <p:nvPr/>
        </p:nvPicPr>
        <p:blipFill>
          <a:blip r:embed="rId5"/>
          <a:stretch>
            <a:fillRect/>
          </a:stretch>
        </p:blipFill>
        <p:spPr>
          <a:xfrm>
            <a:off x="777240" y="2697480"/>
            <a:ext cx="4206240" cy="2854234"/>
          </a:xfrm>
          <a:prstGeom prst="rect">
            <a:avLst/>
          </a:prstGeom>
        </p:spPr>
      </p:pic>
      <p:sp>
        <p:nvSpPr>
          <p:cNvPr id="8" name="s11_t_5"/>
          <p:cNvSpPr txBox="1"/>
          <p:nvPr/>
        </p:nvSpPr>
        <p:spPr>
          <a:xfrm>
            <a:off x="5257800" y="3291840"/>
            <a:ext cx="1691640" cy="1463040"/>
          </a:xfrm>
          <a:prstGeom prst="rect">
            <a:avLst/>
          </a:prstGeom>
          <a:noFill/>
          <a:ln/>
        </p:spPr>
        <p:txBody>
          <a:bodyPr wrap="square" lIns="762" tIns="762" rIns="762" bIns="762" rtlCol="0" anchor="ctr"/>
          <a:lstStyle/>
          <a:p>
            <a:pPr rtl="1" algn="ctr" indent="0" marL="0">
              <a:lnSpc>
                <a:spcPct val="108000"/>
              </a:lnSpc>
              <a:buNone/>
            </a:pPr>
            <a:r>
              <a:rPr lang="ar-SA" altLang="en-US" sz="11000" b="1" dirty="0">
                <a:solidFill>
                  <a:srgbClr val="D23B3B"/>
                </a:solidFill>
                <a:latin typeface="Tahoma" pitchFamily="34" charset="0"/>
                <a:ea typeface="Tahoma" pitchFamily="34" charset="-122"/>
                <a:cs typeface="Tahoma" pitchFamily="34" charset="-120"/>
              </a:rPr>
              <a:t>≠</a:t>
            </a:r>
            <a:endParaRPr lang="ar-SA" sz="11000" dirty="0"/>
          </a:p>
        </p:txBody>
      </p:sp>
      <p:sp>
        <p:nvSpPr>
          <p:cNvPr id="9" name="s11_t_6"/>
          <p:cNvSpPr txBox="1"/>
          <p:nvPr/>
        </p:nvSpPr>
        <p:spPr>
          <a:xfrm>
            <a:off x="7635240" y="5623560"/>
            <a:ext cx="3383280" cy="502920"/>
          </a:xfrm>
          <a:prstGeom prst="roundRect">
            <a:avLst>
              <a:gd name="adj" fmla="val 50000"/>
            </a:avLst>
          </a:prstGeom>
          <a:solidFill>
            <a:srgbClr val="BDE6FA"/>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900" b="1" dirty="0">
                <a:solidFill>
                  <a:srgbClr val="34405E"/>
                </a:solidFill>
                <a:latin typeface="Tahoma" pitchFamily="34" charset="0"/>
                <a:ea typeface="Tahoma" pitchFamily="34" charset="-122"/>
                <a:cs typeface="Tahoma" pitchFamily="34" charset="-120"/>
              </a:rPr>
              <a:t>الأنظمة البيئية المائية</a:t>
            </a:r>
            <a:endParaRPr lang="ar-SA" sz="1900" dirty="0"/>
          </a:p>
        </p:txBody>
      </p:sp>
      <p:sp>
        <p:nvSpPr>
          <p:cNvPr id="10" name="s11_t_7"/>
          <p:cNvSpPr txBox="1"/>
          <p:nvPr/>
        </p:nvSpPr>
        <p:spPr>
          <a:xfrm>
            <a:off x="960120" y="5623560"/>
            <a:ext cx="3840480" cy="502920"/>
          </a:xfrm>
          <a:prstGeom prst="roundRect">
            <a:avLst>
              <a:gd name="adj" fmla="val 50000"/>
            </a:avLst>
          </a:prstGeom>
          <a:solidFill>
            <a:srgbClr val="FFE8A3"/>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900" b="1" dirty="0">
                <a:solidFill>
                  <a:srgbClr val="34405E"/>
                </a:solidFill>
                <a:latin typeface="Tahoma" pitchFamily="34" charset="0"/>
                <a:ea typeface="Tahoma" pitchFamily="34" charset="-122"/>
                <a:cs typeface="Tahoma" pitchFamily="34" charset="-120"/>
              </a:rPr>
              <a:t>المناطق الحيوية على اليابسة</a:t>
            </a:r>
            <a:endParaRPr lang="ar-SA" sz="19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2"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wipe(right)">
                                      <p:cBhvr>
                                        <p:cTn id="6" dur="500"/>
                                        <p:tgtEl>
                                          <p:spTgt spid="6"/>
                                        </p:tgtEl>
                                      </p:cBhvr>
                                    </p:animEffect>
                                  </p:childTnLst>
                                </p:cTn>
                              </p:par>
                              <p:par>
                                <p:cTn id="10" presetID="10" presetClass="entr" presetSubtype="0" fill="hold" grpId="0" nodeType="withEffect">
                                  <p:stCondLst>
                                    <p:cond delay="30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5" presetID="22" presetClass="entr" presetSubtype="2"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right)">
                                      <p:cBhvr>
                                        <p:cTn id="14" dur="500"/>
                                        <p:tgtEl>
                                          <p:spTgt spid="7"/>
                                        </p:tgtEl>
                                      </p:cBhvr>
                                    </p:animEffect>
                                  </p:childTnLst>
                                </p:cTn>
                              </p:par>
                              <p:par>
                                <p:cTn id="18" presetID="10" presetClass="entr" presetSubtype="0" fill="hold" grpId="0" nodeType="withEffect">
                                  <p:stCondLst>
                                    <p:cond delay="3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5" presetID="53" presetClass="entr" presetSubtype="16"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2_title" descr="تصنيف الأنظمة البيئية المائية">    </p:cNvPr>
          <p:cNvPicPr>
            <a:picLocks noChangeAspect="1"/>
          </p:cNvPicPr>
          <p:nvPr/>
        </p:nvPicPr>
        <p:blipFill>
          <a:blip r:embed="rId2"/>
          <a:stretch>
            <a:fillRect/>
          </a:stretch>
        </p:blipFill>
        <p:spPr>
          <a:xfrm>
            <a:off x="5986885" y="109728"/>
            <a:ext cx="5854595" cy="868680"/>
          </a:xfrm>
          <a:prstGeom prst="rect">
            <a:avLst/>
          </a:prstGeom>
        </p:spPr>
      </p:pic>
      <p:sp>
        <p:nvSpPr>
          <p:cNvPr id="3" name="s12_strategy"/>
          <p:cNvSpPr txBox="1"/>
          <p:nvPr/>
        </p:nvSpPr>
        <p:spPr>
          <a:xfrm>
            <a:off x="411480" y="274320"/>
            <a:ext cx="365760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خريطة المفاهيم</a:t>
            </a:r>
            <a:endParaRPr lang="ar-SA" sz="1700" dirty="0"/>
          </a:p>
        </p:txBody>
      </p:sp>
      <p:pic>
        <p:nvPicPr>
          <p:cNvPr id="4" name="s12_pic_1" descr="/tmp/claude-0/-home-user-Scienceshamah/8386cda7-7741-5ea4-8952-60ee8e67fc31/scratchpad/w/img/card_660x135_A7EBE1_s_i.png">    </p:cNvPr>
          <p:cNvPicPr>
            <a:picLocks noChangeAspect="1"/>
          </p:cNvPicPr>
          <p:nvPr/>
        </p:nvPicPr>
        <p:blipFill>
          <a:blip r:embed="rId3"/>
          <a:stretch>
            <a:fillRect/>
          </a:stretch>
        </p:blipFill>
        <p:spPr>
          <a:xfrm>
            <a:off x="4087368" y="1188720"/>
            <a:ext cx="4023360" cy="822960"/>
          </a:xfrm>
          <a:prstGeom prst="rect">
            <a:avLst/>
          </a:prstGeom>
        </p:spPr>
      </p:pic>
      <p:sp>
        <p:nvSpPr>
          <p:cNvPr id="5" name="s12_t_2"/>
          <p:cNvSpPr txBox="1"/>
          <p:nvPr/>
        </p:nvSpPr>
        <p:spPr>
          <a:xfrm>
            <a:off x="4206240" y="1234440"/>
            <a:ext cx="3794760" cy="731520"/>
          </a:xfrm>
          <a:prstGeom prst="rect">
            <a:avLst/>
          </a:prstGeom>
          <a:noFill/>
          <a:ln/>
        </p:spPr>
        <p:txBody>
          <a:bodyPr wrap="square" lIns="762" tIns="762" rIns="762" bIns="762" rtlCol="0" anchor="ctr"/>
          <a:lstStyle/>
          <a:p>
            <a:pPr rtl="1" algn="ctr" indent="0" marL="0">
              <a:lnSpc>
                <a:spcPct val="108000"/>
              </a:lnSpc>
              <a:buNone/>
            </a:pPr>
            <a:r>
              <a:rPr lang="ar-SA" altLang="en-US" sz="2400" b="1" dirty="0">
                <a:solidFill>
                  <a:srgbClr val="34405E"/>
                </a:solidFill>
                <a:latin typeface="Tahoma" pitchFamily="34" charset="0"/>
                <a:ea typeface="Tahoma" pitchFamily="34" charset="-122"/>
                <a:cs typeface="Tahoma" pitchFamily="34" charset="-120"/>
              </a:rPr>
              <a:t>الأنظمة البيئية المائية</a:t>
            </a:r>
            <a:endParaRPr lang="ar-SA" sz="2400" dirty="0"/>
          </a:p>
        </p:txBody>
      </p:sp>
      <p:pic>
        <p:nvPicPr>
          <p:cNvPr id="6" name="s12_pic_3" descr="سهم">    </p:cNvPr>
          <p:cNvPicPr>
            <a:picLocks noChangeAspect="1"/>
          </p:cNvPicPr>
          <p:nvPr/>
        </p:nvPicPr>
        <p:blipFill>
          <a:blip r:embed="rId4"/>
          <a:stretch>
            <a:fillRect/>
          </a:stretch>
        </p:blipFill>
        <p:spPr>
          <a:xfrm>
            <a:off x="5879592" y="2011680"/>
            <a:ext cx="438912" cy="438912"/>
          </a:xfrm>
          <a:prstGeom prst="rect">
            <a:avLst/>
          </a:prstGeom>
        </p:spPr>
      </p:pic>
      <p:pic>
        <p:nvPicPr>
          <p:cNvPr id="7" name="s12_pic_4" descr="/tmp/claude-0/-home-user-Scienceshamah/8386cda7-7741-5ea4-8952-60ee8e67fc31/scratchpad/w/img/card_900x123_FFFFFF_s_i.png">    </p:cNvPr>
          <p:cNvPicPr>
            <a:picLocks noChangeAspect="1"/>
          </p:cNvPicPr>
          <p:nvPr/>
        </p:nvPicPr>
        <p:blipFill>
          <a:blip r:embed="rId5"/>
          <a:stretch>
            <a:fillRect/>
          </a:stretch>
        </p:blipFill>
        <p:spPr>
          <a:xfrm>
            <a:off x="3355848" y="2468880"/>
            <a:ext cx="5486400" cy="749808"/>
          </a:xfrm>
          <a:prstGeom prst="rect">
            <a:avLst/>
          </a:prstGeom>
        </p:spPr>
      </p:pic>
      <p:sp>
        <p:nvSpPr>
          <p:cNvPr id="8" name="s12_t_5"/>
          <p:cNvSpPr txBox="1"/>
          <p:nvPr/>
        </p:nvSpPr>
        <p:spPr>
          <a:xfrm>
            <a:off x="3474720" y="2496312"/>
            <a:ext cx="5257800" cy="68580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تُصنّف بناءً على كون مياهها:</a:t>
            </a:r>
            <a:endParaRPr lang="ar-SA" sz="2200" dirty="0"/>
          </a:p>
        </p:txBody>
      </p:sp>
      <p:pic>
        <p:nvPicPr>
          <p:cNvPr id="9" name="s12_pic_6" descr="سهم">    </p:cNvPr>
          <p:cNvPicPr>
            <a:picLocks noChangeAspect="1"/>
          </p:cNvPicPr>
          <p:nvPr/>
        </p:nvPicPr>
        <p:blipFill>
          <a:blip r:embed="rId6"/>
          <a:stretch>
            <a:fillRect/>
          </a:stretch>
        </p:blipFill>
        <p:spPr>
          <a:xfrm>
            <a:off x="7589520" y="3154680"/>
            <a:ext cx="1554480" cy="548640"/>
          </a:xfrm>
          <a:prstGeom prst="rect">
            <a:avLst/>
          </a:prstGeom>
        </p:spPr>
      </p:pic>
      <p:pic>
        <p:nvPicPr>
          <p:cNvPr id="10" name="s12_pic_7" descr="سهم">    </p:cNvPr>
          <p:cNvPicPr>
            <a:picLocks noChangeAspect="1"/>
          </p:cNvPicPr>
          <p:nvPr/>
        </p:nvPicPr>
        <p:blipFill>
          <a:blip r:embed="rId7"/>
          <a:stretch>
            <a:fillRect/>
          </a:stretch>
        </p:blipFill>
        <p:spPr>
          <a:xfrm>
            <a:off x="3044952" y="3154680"/>
            <a:ext cx="1554480" cy="548640"/>
          </a:xfrm>
          <a:prstGeom prst="rect">
            <a:avLst/>
          </a:prstGeom>
        </p:spPr>
      </p:pic>
      <p:pic>
        <p:nvPicPr>
          <p:cNvPr id="11" name="s12_pic_8" descr="/tmp/claude-0/-home-user-Scienceshamah/8386cda7-7741-5ea4-8952-60ee8e67fc31/scratchpad/w/img/card_345x278_BDE6FA_s_i.png">    </p:cNvPr>
          <p:cNvPicPr>
            <a:picLocks noChangeAspect="1"/>
          </p:cNvPicPr>
          <p:nvPr/>
        </p:nvPicPr>
        <p:blipFill>
          <a:blip r:embed="rId8"/>
          <a:stretch>
            <a:fillRect/>
          </a:stretch>
        </p:blipFill>
        <p:spPr>
          <a:xfrm>
            <a:off x="9418320" y="3749040"/>
            <a:ext cx="2103120" cy="1691640"/>
          </a:xfrm>
          <a:prstGeom prst="rect">
            <a:avLst/>
          </a:prstGeom>
        </p:spPr>
      </p:pic>
      <p:pic>
        <p:nvPicPr>
          <p:cNvPr id="12" name="s12_pic_9" descr="عذبة">    </p:cNvPr>
          <p:cNvPicPr>
            <a:picLocks noChangeAspect="1"/>
          </p:cNvPicPr>
          <p:nvPr/>
        </p:nvPicPr>
        <p:blipFill>
          <a:blip r:embed="rId9"/>
          <a:stretch>
            <a:fillRect/>
          </a:stretch>
        </p:blipFill>
        <p:spPr>
          <a:xfrm>
            <a:off x="9921240" y="3822192"/>
            <a:ext cx="1097280" cy="798022"/>
          </a:xfrm>
          <a:prstGeom prst="rect">
            <a:avLst/>
          </a:prstGeom>
        </p:spPr>
      </p:pic>
      <p:sp>
        <p:nvSpPr>
          <p:cNvPr id="13" name="s12_t_10"/>
          <p:cNvSpPr txBox="1"/>
          <p:nvPr/>
        </p:nvSpPr>
        <p:spPr>
          <a:xfrm>
            <a:off x="9509760" y="4663440"/>
            <a:ext cx="1920240" cy="640080"/>
          </a:xfrm>
          <a:prstGeom prst="rect">
            <a:avLst/>
          </a:prstGeom>
          <a:noFill/>
          <a:ln/>
        </p:spPr>
        <p:txBody>
          <a:bodyPr wrap="square" lIns="762" tIns="762" rIns="762" bIns="762" rtlCol="0" anchor="ctr"/>
          <a:lstStyle/>
          <a:p>
            <a:pPr rtl="1" algn="ctr" indent="0" marL="0">
              <a:lnSpc>
                <a:spcPct val="108000"/>
              </a:lnSpc>
              <a:buNone/>
            </a:pPr>
            <a:r>
              <a:rPr lang="ar-SA" altLang="en-US" sz="2600" b="1" dirty="0">
                <a:solidFill>
                  <a:srgbClr val="34405E"/>
                </a:solidFill>
                <a:latin typeface="Tahoma" pitchFamily="34" charset="0"/>
                <a:ea typeface="Tahoma" pitchFamily="34" charset="-122"/>
                <a:cs typeface="Tahoma" pitchFamily="34" charset="-120"/>
              </a:rPr>
              <a:t>عذبة</a:t>
            </a:r>
            <a:endParaRPr lang="ar-SA" sz="2600" dirty="0"/>
          </a:p>
        </p:txBody>
      </p:sp>
      <p:pic>
        <p:nvPicPr>
          <p:cNvPr id="14" name="s12_pic_11" descr="/tmp/claude-0/-home-user-Scienceshamah/8386cda7-7741-5ea4-8952-60ee8e67fc31/scratchpad/w/img/card_345x278_E2D6FA_s_i.png">    </p:cNvPr>
          <p:cNvPicPr>
            <a:picLocks noChangeAspect="1"/>
          </p:cNvPicPr>
          <p:nvPr/>
        </p:nvPicPr>
        <p:blipFill>
          <a:blip r:embed="rId10"/>
          <a:stretch>
            <a:fillRect/>
          </a:stretch>
        </p:blipFill>
        <p:spPr>
          <a:xfrm>
            <a:off x="6720840" y="3749040"/>
            <a:ext cx="2103120" cy="1691640"/>
          </a:xfrm>
          <a:prstGeom prst="rect">
            <a:avLst/>
          </a:prstGeom>
        </p:spPr>
      </p:pic>
      <p:pic>
        <p:nvPicPr>
          <p:cNvPr id="15" name="s12_pic_12" descr="مالحة">    </p:cNvPr>
          <p:cNvPicPr>
            <a:picLocks noChangeAspect="1"/>
          </p:cNvPicPr>
          <p:nvPr/>
        </p:nvPicPr>
        <p:blipFill>
          <a:blip r:embed="rId11"/>
          <a:stretch>
            <a:fillRect/>
          </a:stretch>
        </p:blipFill>
        <p:spPr>
          <a:xfrm>
            <a:off x="7223760" y="3822192"/>
            <a:ext cx="1097280" cy="798022"/>
          </a:xfrm>
          <a:prstGeom prst="rect">
            <a:avLst/>
          </a:prstGeom>
        </p:spPr>
      </p:pic>
      <p:sp>
        <p:nvSpPr>
          <p:cNvPr id="16" name="s12_t_13"/>
          <p:cNvSpPr txBox="1"/>
          <p:nvPr/>
        </p:nvSpPr>
        <p:spPr>
          <a:xfrm>
            <a:off x="6812280" y="4663440"/>
            <a:ext cx="1920240" cy="640080"/>
          </a:xfrm>
          <a:prstGeom prst="rect">
            <a:avLst/>
          </a:prstGeom>
          <a:noFill/>
          <a:ln/>
        </p:spPr>
        <p:txBody>
          <a:bodyPr wrap="square" lIns="762" tIns="762" rIns="762" bIns="762" rtlCol="0" anchor="ctr"/>
          <a:lstStyle/>
          <a:p>
            <a:pPr rtl="1" algn="ctr" indent="0" marL="0">
              <a:lnSpc>
                <a:spcPct val="108000"/>
              </a:lnSpc>
              <a:buNone/>
            </a:pPr>
            <a:r>
              <a:rPr lang="ar-SA" altLang="en-US" sz="2600" b="1" dirty="0">
                <a:solidFill>
                  <a:srgbClr val="34405E"/>
                </a:solidFill>
                <a:latin typeface="Tahoma" pitchFamily="34" charset="0"/>
                <a:ea typeface="Tahoma" pitchFamily="34" charset="-122"/>
                <a:cs typeface="Tahoma" pitchFamily="34" charset="-120"/>
              </a:rPr>
              <a:t>مالحة</a:t>
            </a:r>
            <a:endParaRPr lang="ar-SA" sz="2600" dirty="0"/>
          </a:p>
        </p:txBody>
      </p:sp>
      <p:pic>
        <p:nvPicPr>
          <p:cNvPr id="17" name="s12_pic_14" descr="/tmp/claude-0/-home-user-Scienceshamah/8386cda7-7741-5ea4-8952-60ee8e67fc31/scratchpad/w/img/card_345x278_BFEBB8_s_i.png">    </p:cNvPr>
          <p:cNvPicPr>
            <a:picLocks noChangeAspect="1"/>
          </p:cNvPicPr>
          <p:nvPr/>
        </p:nvPicPr>
        <p:blipFill>
          <a:blip r:embed="rId12"/>
          <a:stretch>
            <a:fillRect/>
          </a:stretch>
        </p:blipFill>
        <p:spPr>
          <a:xfrm>
            <a:off x="3429000" y="3749040"/>
            <a:ext cx="2103120" cy="1691640"/>
          </a:xfrm>
          <a:prstGeom prst="rect">
            <a:avLst/>
          </a:prstGeom>
        </p:spPr>
      </p:pic>
      <p:pic>
        <p:nvPicPr>
          <p:cNvPr id="18" name="s12_pic_15" descr="راكدة">    </p:cNvPr>
          <p:cNvPicPr>
            <a:picLocks noChangeAspect="1"/>
          </p:cNvPicPr>
          <p:nvPr/>
        </p:nvPicPr>
        <p:blipFill>
          <a:blip r:embed="rId13"/>
          <a:stretch>
            <a:fillRect/>
          </a:stretch>
        </p:blipFill>
        <p:spPr>
          <a:xfrm>
            <a:off x="3931920" y="3822192"/>
            <a:ext cx="1097280" cy="798022"/>
          </a:xfrm>
          <a:prstGeom prst="rect">
            <a:avLst/>
          </a:prstGeom>
        </p:spPr>
      </p:pic>
      <p:sp>
        <p:nvSpPr>
          <p:cNvPr id="19" name="s12_t_16"/>
          <p:cNvSpPr txBox="1"/>
          <p:nvPr/>
        </p:nvSpPr>
        <p:spPr>
          <a:xfrm>
            <a:off x="3520440" y="4663440"/>
            <a:ext cx="1920240" cy="640080"/>
          </a:xfrm>
          <a:prstGeom prst="rect">
            <a:avLst/>
          </a:prstGeom>
          <a:noFill/>
          <a:ln/>
        </p:spPr>
        <p:txBody>
          <a:bodyPr wrap="square" lIns="762" tIns="762" rIns="762" bIns="762" rtlCol="0" anchor="ctr"/>
          <a:lstStyle/>
          <a:p>
            <a:pPr rtl="1" algn="ctr" indent="0" marL="0">
              <a:lnSpc>
                <a:spcPct val="108000"/>
              </a:lnSpc>
              <a:buNone/>
            </a:pPr>
            <a:r>
              <a:rPr lang="ar-SA" altLang="en-US" sz="2600" b="1" dirty="0">
                <a:solidFill>
                  <a:srgbClr val="34405E"/>
                </a:solidFill>
                <a:latin typeface="Tahoma" pitchFamily="34" charset="0"/>
                <a:ea typeface="Tahoma" pitchFamily="34" charset="-122"/>
                <a:cs typeface="Tahoma" pitchFamily="34" charset="-120"/>
              </a:rPr>
              <a:t>راكدة</a:t>
            </a:r>
            <a:endParaRPr lang="ar-SA" sz="2600" dirty="0"/>
          </a:p>
        </p:txBody>
      </p:sp>
      <p:pic>
        <p:nvPicPr>
          <p:cNvPr id="20" name="s12_pic_17" descr="/tmp/claude-0/-home-user-Scienceshamah/8386cda7-7741-5ea4-8952-60ee8e67fc31/scratchpad/w/img/card_345x278_FFE8A3_s_i.png">    </p:cNvPr>
          <p:cNvPicPr>
            <a:picLocks noChangeAspect="1"/>
          </p:cNvPicPr>
          <p:nvPr/>
        </p:nvPicPr>
        <p:blipFill>
          <a:blip r:embed="rId14"/>
          <a:stretch>
            <a:fillRect/>
          </a:stretch>
        </p:blipFill>
        <p:spPr>
          <a:xfrm>
            <a:off x="731520" y="3749040"/>
            <a:ext cx="2103120" cy="1691640"/>
          </a:xfrm>
          <a:prstGeom prst="rect">
            <a:avLst/>
          </a:prstGeom>
        </p:spPr>
      </p:pic>
      <p:pic>
        <p:nvPicPr>
          <p:cNvPr id="21" name="s12_pic_18" descr="جارية">    </p:cNvPr>
          <p:cNvPicPr>
            <a:picLocks noChangeAspect="1"/>
          </p:cNvPicPr>
          <p:nvPr/>
        </p:nvPicPr>
        <p:blipFill>
          <a:blip r:embed="rId15"/>
          <a:stretch>
            <a:fillRect/>
          </a:stretch>
        </p:blipFill>
        <p:spPr>
          <a:xfrm>
            <a:off x="1234440" y="3822192"/>
            <a:ext cx="1097280" cy="798022"/>
          </a:xfrm>
          <a:prstGeom prst="rect">
            <a:avLst/>
          </a:prstGeom>
        </p:spPr>
      </p:pic>
      <p:sp>
        <p:nvSpPr>
          <p:cNvPr id="22" name="s12_t_19"/>
          <p:cNvSpPr txBox="1"/>
          <p:nvPr/>
        </p:nvSpPr>
        <p:spPr>
          <a:xfrm>
            <a:off x="822960" y="4663440"/>
            <a:ext cx="1920240" cy="640080"/>
          </a:xfrm>
          <a:prstGeom prst="rect">
            <a:avLst/>
          </a:prstGeom>
          <a:noFill/>
          <a:ln/>
        </p:spPr>
        <p:txBody>
          <a:bodyPr wrap="square" lIns="762" tIns="762" rIns="762" bIns="762" rtlCol="0" anchor="ctr"/>
          <a:lstStyle/>
          <a:p>
            <a:pPr rtl="1" algn="ctr" indent="0" marL="0">
              <a:lnSpc>
                <a:spcPct val="108000"/>
              </a:lnSpc>
              <a:buNone/>
            </a:pPr>
            <a:r>
              <a:rPr lang="ar-SA" altLang="en-US" sz="2600" b="1" dirty="0">
                <a:solidFill>
                  <a:srgbClr val="34405E"/>
                </a:solidFill>
                <a:latin typeface="Tahoma" pitchFamily="34" charset="0"/>
                <a:ea typeface="Tahoma" pitchFamily="34" charset="-122"/>
                <a:cs typeface="Tahoma" pitchFamily="34" charset="-120"/>
              </a:rPr>
              <a:t>جارية</a:t>
            </a:r>
            <a:endParaRPr lang="ar-SA" sz="2600" dirty="0"/>
          </a:p>
        </p:txBody>
      </p:sp>
      <p:sp>
        <p:nvSpPr>
          <p:cNvPr id="23" name="s12_t_20"/>
          <p:cNvSpPr txBox="1"/>
          <p:nvPr/>
        </p:nvSpPr>
        <p:spPr>
          <a:xfrm>
            <a:off x="8823960" y="4297680"/>
            <a:ext cx="594360" cy="54864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C2366F"/>
                </a:solidFill>
                <a:latin typeface="Tahoma" pitchFamily="34" charset="0"/>
                <a:ea typeface="Tahoma" pitchFamily="34" charset="-122"/>
                <a:cs typeface="Tahoma" pitchFamily="34" charset="-120"/>
              </a:rPr>
              <a:t>أو</a:t>
            </a:r>
            <a:endParaRPr lang="ar-SA" sz="2200" dirty="0"/>
          </a:p>
        </p:txBody>
      </p:sp>
      <p:sp>
        <p:nvSpPr>
          <p:cNvPr id="24" name="s12_t_21"/>
          <p:cNvSpPr txBox="1"/>
          <p:nvPr/>
        </p:nvSpPr>
        <p:spPr>
          <a:xfrm>
            <a:off x="2834640" y="4297680"/>
            <a:ext cx="594360" cy="54864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C2366F"/>
                </a:solidFill>
                <a:latin typeface="Tahoma" pitchFamily="34" charset="0"/>
                <a:ea typeface="Tahoma" pitchFamily="34" charset="-122"/>
                <a:cs typeface="Tahoma" pitchFamily="34" charset="-120"/>
              </a:rPr>
              <a:t>أو</a:t>
            </a:r>
            <a:endParaRPr lang="ar-SA" sz="2200" dirty="0"/>
          </a:p>
        </p:txBody>
      </p:sp>
      <p:sp>
        <p:nvSpPr>
          <p:cNvPr id="25" name="s12_t_22"/>
          <p:cNvSpPr txBox="1"/>
          <p:nvPr/>
        </p:nvSpPr>
        <p:spPr>
          <a:xfrm>
            <a:off x="5806440" y="4297680"/>
            <a:ext cx="594360" cy="54864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C2366F"/>
                </a:solidFill>
                <a:latin typeface="Tahoma" pitchFamily="34" charset="0"/>
                <a:ea typeface="Tahoma" pitchFamily="34" charset="-122"/>
                <a:cs typeface="Tahoma" pitchFamily="34" charset="-120"/>
              </a:rPr>
              <a:t>أو</a:t>
            </a:r>
            <a:endParaRPr lang="ar-SA" sz="2200" dirty="0"/>
          </a:p>
        </p:txBody>
      </p:sp>
      <p:sp>
        <p:nvSpPr>
          <p:cNvPr id="26" name="s12_t_23"/>
          <p:cNvSpPr txBox="1"/>
          <p:nvPr/>
        </p:nvSpPr>
        <p:spPr>
          <a:xfrm>
            <a:off x="2377440" y="5559552"/>
            <a:ext cx="9372600" cy="59436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128C7E"/>
                </a:solidFill>
                <a:latin typeface="Tahoma" pitchFamily="34" charset="0"/>
                <a:ea typeface="Tahoma" pitchFamily="34" charset="-122"/>
                <a:cs typeface="Tahoma" pitchFamily="34" charset="-120"/>
              </a:rPr>
              <a:t>ولكلٍّ منها خصائصُه وأهميتُه، وجميعُها من نِعَمِ اللهِ الجليلةِ علينا وعلى سائرِ مخلوقاتِه.</a:t>
            </a:r>
            <a:endParaRPr lang="ar-SA" sz="19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p:cTn id="6" dur="500" fill="hold"/>
                                        <p:tgtEl>
                                          <p:spTgt spid="4"/>
                                        </p:tgtEl>
                                        <p:attrNameLst>
                                          <p:attrName>ppt_w</p:attrName>
                                        </p:attrNameLst>
                                      </p:cBhvr>
                                      <p:tavLst>
                                        <p:tav tm="0">
                                          <p:val>
                                            <p:fltVal val="0"/>
                                          </p:val>
                                        </p:tav>
                                        <p:tav tm="100000">
                                          <p:val>
                                            <p:strVal val="#ppt_w"/>
                                          </p:val>
                                        </p:tav>
                                      </p:tavLst>
                                    </p:anim>
                                    <p:anim calcmode="lin" valueType="num">
                                      <p:cBhvr>
                                        <p:cTn id="7" dur="500" fill="hold"/>
                                        <p:tgtEl>
                                          <p:spTgt spid="4"/>
                                        </p:tgtEl>
                                        <p:attrNameLst>
                                          <p:attrName>ppt_h</p:attrName>
                                        </p:attrNameLst>
                                      </p:cBhvr>
                                      <p:tavLst>
                                        <p:tav tm="0">
                                          <p:val>
                                            <p:fltVal val="0"/>
                                          </p:val>
                                        </p:tav>
                                        <p:tav tm="100000">
                                          <p:val>
                                            <p:strVal val="#ppt_h"/>
                                          </p:val>
                                        </p:tav>
                                      </p:tavLst>
                                    </p:anim>
                                    <p:animEffect transition="in" filter="fade">
                                      <p:cBhvr>
                                        <p:cTn id="8" dur="500"/>
                                        <p:tgtEl>
                                          <p:spTgt spid="4"/>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9" presetID="22" presetClass="entr" presetSubtype="2"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right)">
                                      <p:cBhvr>
                                        <p:cTn id="18" dur="500"/>
                                        <p:tgtEl>
                                          <p:spTgt spid="6"/>
                                        </p:tgtEl>
                                      </p:cBhvr>
                                    </p:animEffect>
                                  </p:childTnLst>
                                </p:cTn>
                              </p:par>
                              <p:par>
                                <p:cTn id="24" presetID="53" presetClass="entr" presetSubtype="16" fill="hold" grpId="0" nodeType="withEffect">
                                  <p:stCondLst>
                                    <p:cond delay="25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par>
                                <p:cTn id="29" presetID="53" presetClass="entr" presetSubtype="16" fill="hold" grpId="0" nodeType="withEffect">
                                  <p:stCondLst>
                                    <p:cond delay="25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Effect transition="in" filter="fade">
                                      <p:cBhvr>
                                        <p:cTn id="28"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4" presetID="22" presetClass="entr" presetSubtype="2"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right)">
                                      <p:cBhvr>
                                        <p:cTn id="33" dur="500"/>
                                        <p:tgtEl>
                                          <p:spTgt spid="9"/>
                                        </p:tgtEl>
                                      </p:cBhvr>
                                    </p:animEffect>
                                  </p:childTnLst>
                                </p:cTn>
                              </p:par>
                              <p:par>
                                <p:cTn id="39" presetID="53" presetClass="entr" presetSubtype="16" fill="hold" grpId="0" nodeType="withEffect">
                                  <p:stCondLst>
                                    <p:cond delay="300"/>
                                  </p:stCondLst>
                                  <p:childTnLst>
                                    <p:set>
                                      <p:cBhvr>
                                        <p:cTn id="35" dur="1" fill="hold">
                                          <p:stCondLst>
                                            <p:cond delay="0"/>
                                          </p:stCondLst>
                                        </p:cTn>
                                        <p:tgtEl>
                                          <p:spTgt spid="11"/>
                                        </p:tgtEl>
                                        <p:attrNameLst>
                                          <p:attrName>style.visibility</p:attrName>
                                        </p:attrNameLst>
                                      </p:cBhvr>
                                      <p:to>
                                        <p:strVal val="visible"/>
                                      </p:to>
                                    </p:set>
                                    <p:anim calcmode="lin" valueType="num">
                                      <p:cBhvr>
                                        <p:cTn id="36" dur="500" fill="hold"/>
                                        <p:tgtEl>
                                          <p:spTgt spid="11"/>
                                        </p:tgtEl>
                                        <p:attrNameLst>
                                          <p:attrName>ppt_w</p:attrName>
                                        </p:attrNameLst>
                                      </p:cBhvr>
                                      <p:tavLst>
                                        <p:tav tm="0">
                                          <p:val>
                                            <p:fltVal val="0"/>
                                          </p:val>
                                        </p:tav>
                                        <p:tav tm="100000">
                                          <p:val>
                                            <p:strVal val="#ppt_w"/>
                                          </p:val>
                                        </p:tav>
                                      </p:tavLst>
                                    </p:anim>
                                    <p:anim calcmode="lin" valueType="num">
                                      <p:cBhvr>
                                        <p:cTn id="37" dur="500" fill="hold"/>
                                        <p:tgtEl>
                                          <p:spTgt spid="11"/>
                                        </p:tgtEl>
                                        <p:attrNameLst>
                                          <p:attrName>ppt_h</p:attrName>
                                        </p:attrNameLst>
                                      </p:cBhvr>
                                      <p:tavLst>
                                        <p:tav tm="0">
                                          <p:val>
                                            <p:fltVal val="0"/>
                                          </p:val>
                                        </p:tav>
                                        <p:tav tm="100000">
                                          <p:val>
                                            <p:strVal val="#ppt_h"/>
                                          </p:val>
                                        </p:tav>
                                      </p:tavLst>
                                    </p:anim>
                                    <p:animEffect transition="in" filter="fade">
                                      <p:cBhvr>
                                        <p:cTn id="38" dur="500"/>
                                        <p:tgtEl>
                                          <p:spTgt spid="11"/>
                                        </p:tgtEl>
                                      </p:cBhvr>
                                    </p:animEffect>
                                  </p:childTnLst>
                                </p:cTn>
                              </p:par>
                              <p:par>
                                <p:cTn id="44" presetID="53" presetClass="entr" presetSubtype="16" fill="hold" grpId="0" nodeType="withEffect">
                                  <p:stCondLst>
                                    <p:cond delay="30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00" fill="hold"/>
                                        <p:tgtEl>
                                          <p:spTgt spid="12"/>
                                        </p:tgtEl>
                                        <p:attrNameLst>
                                          <p:attrName>ppt_w</p:attrName>
                                        </p:attrNameLst>
                                      </p:cBhvr>
                                      <p:tavLst>
                                        <p:tav tm="0">
                                          <p:val>
                                            <p:fltVal val="0"/>
                                          </p:val>
                                        </p:tav>
                                        <p:tav tm="100000">
                                          <p:val>
                                            <p:strVal val="#ppt_w"/>
                                          </p:val>
                                        </p:tav>
                                      </p:tavLst>
                                    </p:anim>
                                    <p:anim calcmode="lin" valueType="num">
                                      <p:cBhvr>
                                        <p:cTn id="42" dur="500" fill="hold"/>
                                        <p:tgtEl>
                                          <p:spTgt spid="12"/>
                                        </p:tgtEl>
                                        <p:attrNameLst>
                                          <p:attrName>ppt_h</p:attrName>
                                        </p:attrNameLst>
                                      </p:cBhvr>
                                      <p:tavLst>
                                        <p:tav tm="0">
                                          <p:val>
                                            <p:fltVal val="0"/>
                                          </p:val>
                                        </p:tav>
                                        <p:tav tm="100000">
                                          <p:val>
                                            <p:strVal val="#ppt_h"/>
                                          </p:val>
                                        </p:tav>
                                      </p:tavLst>
                                    </p:anim>
                                    <p:animEffect transition="in" filter="fade">
                                      <p:cBhvr>
                                        <p:cTn id="43" dur="500"/>
                                        <p:tgtEl>
                                          <p:spTgt spid="12"/>
                                        </p:tgtEl>
                                      </p:cBhvr>
                                    </p:animEffect>
                                  </p:childTnLst>
                                </p:cTn>
                              </p:par>
                              <p:par>
                                <p:cTn id="49" presetID="53" presetClass="entr" presetSubtype="16" fill="hold" grpId="0" nodeType="withEffect">
                                  <p:stCondLst>
                                    <p:cond delay="300"/>
                                  </p:stCondLst>
                                  <p:childTnLst>
                                    <p:set>
                                      <p:cBhvr>
                                        <p:cTn id="45" dur="1" fill="hold">
                                          <p:stCondLst>
                                            <p:cond delay="0"/>
                                          </p:stCondLst>
                                        </p:cTn>
                                        <p:tgtEl>
                                          <p:spTgt spid="13"/>
                                        </p:tgtEl>
                                        <p:attrNameLst>
                                          <p:attrName>style.visibility</p:attrName>
                                        </p:attrNameLst>
                                      </p:cBhvr>
                                      <p:to>
                                        <p:strVal val="visible"/>
                                      </p:to>
                                    </p:set>
                                    <p:anim calcmode="lin" valueType="num">
                                      <p:cBhvr>
                                        <p:cTn id="46" dur="500" fill="hold"/>
                                        <p:tgtEl>
                                          <p:spTgt spid="13"/>
                                        </p:tgtEl>
                                        <p:attrNameLst>
                                          <p:attrName>ppt_w</p:attrName>
                                        </p:attrNameLst>
                                      </p:cBhvr>
                                      <p:tavLst>
                                        <p:tav tm="0">
                                          <p:val>
                                            <p:fltVal val="0"/>
                                          </p:val>
                                        </p:tav>
                                        <p:tav tm="100000">
                                          <p:val>
                                            <p:strVal val="#ppt_w"/>
                                          </p:val>
                                        </p:tav>
                                      </p:tavLst>
                                    </p:anim>
                                    <p:anim calcmode="lin" valueType="num">
                                      <p:cBhvr>
                                        <p:cTn id="47" dur="500" fill="hold"/>
                                        <p:tgtEl>
                                          <p:spTgt spid="13"/>
                                        </p:tgtEl>
                                        <p:attrNameLst>
                                          <p:attrName>ppt_h</p:attrName>
                                        </p:attrNameLst>
                                      </p:cBhvr>
                                      <p:tavLst>
                                        <p:tav tm="0">
                                          <p:val>
                                            <p:fltVal val="0"/>
                                          </p:val>
                                        </p:tav>
                                        <p:tav tm="100000">
                                          <p:val>
                                            <p:strVal val="#ppt_h"/>
                                          </p:val>
                                        </p:tav>
                                      </p:tavLst>
                                    </p:anim>
                                    <p:animEffect transition="in" filter="fade">
                                      <p:cBhvr>
                                        <p:cTn id="48" dur="500"/>
                                        <p:tgtEl>
                                          <p:spTgt spid="13"/>
                                        </p:tgtEl>
                                      </p:cBhvr>
                                    </p:animEffect>
                                  </p:childTnLst>
                                </p:cTn>
                              </p:par>
                              <p:par>
                                <p:cTn id="52" presetID="10" presetClass="entr" presetSubtype="0" fill="hold" grpId="0" nodeType="withEffect">
                                  <p:stCondLst>
                                    <p:cond delay="50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par>
                                <p:cTn id="57" presetID="53" presetClass="entr" presetSubtype="16" fill="hold" grpId="0" nodeType="withEffect">
                                  <p:stCondLst>
                                    <p:cond delay="700"/>
                                  </p:stCondLst>
                                  <p:childTnLst>
                                    <p:set>
                                      <p:cBhvr>
                                        <p:cTn id="53" dur="1" fill="hold">
                                          <p:stCondLst>
                                            <p:cond delay="0"/>
                                          </p:stCondLst>
                                        </p:cTn>
                                        <p:tgtEl>
                                          <p:spTgt spid="14"/>
                                        </p:tgtEl>
                                        <p:attrNameLst>
                                          <p:attrName>style.visibility</p:attrName>
                                        </p:attrNameLst>
                                      </p:cBhvr>
                                      <p:to>
                                        <p:strVal val="visible"/>
                                      </p:to>
                                    </p:set>
                                    <p:anim calcmode="lin" valueType="num">
                                      <p:cBhvr>
                                        <p:cTn id="54" dur="500" fill="hold"/>
                                        <p:tgtEl>
                                          <p:spTgt spid="14"/>
                                        </p:tgtEl>
                                        <p:attrNameLst>
                                          <p:attrName>ppt_w</p:attrName>
                                        </p:attrNameLst>
                                      </p:cBhvr>
                                      <p:tavLst>
                                        <p:tav tm="0">
                                          <p:val>
                                            <p:fltVal val="0"/>
                                          </p:val>
                                        </p:tav>
                                        <p:tav tm="100000">
                                          <p:val>
                                            <p:strVal val="#ppt_w"/>
                                          </p:val>
                                        </p:tav>
                                      </p:tavLst>
                                    </p:anim>
                                    <p:anim calcmode="lin" valueType="num">
                                      <p:cBhvr>
                                        <p:cTn id="55" dur="500" fill="hold"/>
                                        <p:tgtEl>
                                          <p:spTgt spid="14"/>
                                        </p:tgtEl>
                                        <p:attrNameLst>
                                          <p:attrName>ppt_h</p:attrName>
                                        </p:attrNameLst>
                                      </p:cBhvr>
                                      <p:tavLst>
                                        <p:tav tm="0">
                                          <p:val>
                                            <p:fltVal val="0"/>
                                          </p:val>
                                        </p:tav>
                                        <p:tav tm="100000">
                                          <p:val>
                                            <p:strVal val="#ppt_h"/>
                                          </p:val>
                                        </p:tav>
                                      </p:tavLst>
                                    </p:anim>
                                    <p:animEffect transition="in" filter="fade">
                                      <p:cBhvr>
                                        <p:cTn id="56" dur="500"/>
                                        <p:tgtEl>
                                          <p:spTgt spid="14"/>
                                        </p:tgtEl>
                                      </p:cBhvr>
                                    </p:animEffect>
                                  </p:childTnLst>
                                </p:cTn>
                              </p:par>
                              <p:par>
                                <p:cTn id="62" presetID="53" presetClass="entr" presetSubtype="16" fill="hold" grpId="0" nodeType="withEffect">
                                  <p:stCondLst>
                                    <p:cond delay="700"/>
                                  </p:stCondLst>
                                  <p:childTnLst>
                                    <p:set>
                                      <p:cBhvr>
                                        <p:cTn id="58" dur="1" fill="hold">
                                          <p:stCondLst>
                                            <p:cond delay="0"/>
                                          </p:stCondLst>
                                        </p:cTn>
                                        <p:tgtEl>
                                          <p:spTgt spid="15"/>
                                        </p:tgtEl>
                                        <p:attrNameLst>
                                          <p:attrName>style.visibility</p:attrName>
                                        </p:attrNameLst>
                                      </p:cBhvr>
                                      <p:to>
                                        <p:strVal val="visible"/>
                                      </p:to>
                                    </p:set>
                                    <p:anim calcmode="lin" valueType="num">
                                      <p:cBhvr>
                                        <p:cTn id="59" dur="500" fill="hold"/>
                                        <p:tgtEl>
                                          <p:spTgt spid="15"/>
                                        </p:tgtEl>
                                        <p:attrNameLst>
                                          <p:attrName>ppt_w</p:attrName>
                                        </p:attrNameLst>
                                      </p:cBhvr>
                                      <p:tavLst>
                                        <p:tav tm="0">
                                          <p:val>
                                            <p:fltVal val="0"/>
                                          </p:val>
                                        </p:tav>
                                        <p:tav tm="100000">
                                          <p:val>
                                            <p:strVal val="#ppt_w"/>
                                          </p:val>
                                        </p:tav>
                                      </p:tavLst>
                                    </p:anim>
                                    <p:anim calcmode="lin" valueType="num">
                                      <p:cBhvr>
                                        <p:cTn id="60" dur="500" fill="hold"/>
                                        <p:tgtEl>
                                          <p:spTgt spid="15"/>
                                        </p:tgtEl>
                                        <p:attrNameLst>
                                          <p:attrName>ppt_h</p:attrName>
                                        </p:attrNameLst>
                                      </p:cBhvr>
                                      <p:tavLst>
                                        <p:tav tm="0">
                                          <p:val>
                                            <p:fltVal val="0"/>
                                          </p:val>
                                        </p:tav>
                                        <p:tav tm="100000">
                                          <p:val>
                                            <p:strVal val="#ppt_h"/>
                                          </p:val>
                                        </p:tav>
                                      </p:tavLst>
                                    </p:anim>
                                    <p:animEffect transition="in" filter="fade">
                                      <p:cBhvr>
                                        <p:cTn id="61" dur="500"/>
                                        <p:tgtEl>
                                          <p:spTgt spid="15"/>
                                        </p:tgtEl>
                                      </p:cBhvr>
                                    </p:animEffect>
                                  </p:childTnLst>
                                </p:cTn>
                              </p:par>
                              <p:par>
                                <p:cTn id="67" presetID="53" presetClass="entr" presetSubtype="16" fill="hold" grpId="0" nodeType="withEffect">
                                  <p:stCondLst>
                                    <p:cond delay="700"/>
                                  </p:stCondLst>
                                  <p:childTnLst>
                                    <p:set>
                                      <p:cBhvr>
                                        <p:cTn id="63" dur="1" fill="hold">
                                          <p:stCondLst>
                                            <p:cond delay="0"/>
                                          </p:stCondLst>
                                        </p:cTn>
                                        <p:tgtEl>
                                          <p:spTgt spid="16"/>
                                        </p:tgtEl>
                                        <p:attrNameLst>
                                          <p:attrName>style.visibility</p:attrName>
                                        </p:attrNameLst>
                                      </p:cBhvr>
                                      <p:to>
                                        <p:strVal val="visible"/>
                                      </p:to>
                                    </p:set>
                                    <p:anim calcmode="lin" valueType="num">
                                      <p:cBhvr>
                                        <p:cTn id="64" dur="500" fill="hold"/>
                                        <p:tgtEl>
                                          <p:spTgt spid="16"/>
                                        </p:tgtEl>
                                        <p:attrNameLst>
                                          <p:attrName>ppt_w</p:attrName>
                                        </p:attrNameLst>
                                      </p:cBhvr>
                                      <p:tavLst>
                                        <p:tav tm="0">
                                          <p:val>
                                            <p:fltVal val="0"/>
                                          </p:val>
                                        </p:tav>
                                        <p:tav tm="100000">
                                          <p:val>
                                            <p:strVal val="#ppt_w"/>
                                          </p:val>
                                        </p:tav>
                                      </p:tavLst>
                                    </p:anim>
                                    <p:anim calcmode="lin" valueType="num">
                                      <p:cBhvr>
                                        <p:cTn id="65" dur="500" fill="hold"/>
                                        <p:tgtEl>
                                          <p:spTgt spid="16"/>
                                        </p:tgtEl>
                                        <p:attrNameLst>
                                          <p:attrName>ppt_h</p:attrName>
                                        </p:attrNameLst>
                                      </p:cBhvr>
                                      <p:tavLst>
                                        <p:tav tm="0">
                                          <p:val>
                                            <p:fltVal val="0"/>
                                          </p:val>
                                        </p:tav>
                                        <p:tav tm="100000">
                                          <p:val>
                                            <p:strVal val="#ppt_h"/>
                                          </p:val>
                                        </p:tav>
                                      </p:tavLst>
                                    </p:anim>
                                    <p:animEffect transition="in" filter="fade">
                                      <p:cBhvr>
                                        <p:cTn id="66" dur="5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2" presetID="10" presetClass="entr" presetSubtype="0" fill="hold" grpId="0" nodeType="click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5" presetID="22" presetClass="entr" presetSubtype="2" fill="hold" grpId="0" nodeType="withEffect">
                                  <p:stCondLst>
                                    <p:cond delay="100"/>
                                  </p:stCondLst>
                                  <p:childTnLst>
                                    <p:set>
                                      <p:cBhvr>
                                        <p:cTn id="73" dur="1" fill="hold">
                                          <p:stCondLst>
                                            <p:cond delay="0"/>
                                          </p:stCondLst>
                                        </p:cTn>
                                        <p:tgtEl>
                                          <p:spTgt spid="10"/>
                                        </p:tgtEl>
                                        <p:attrNameLst>
                                          <p:attrName>style.visibility</p:attrName>
                                        </p:attrNameLst>
                                      </p:cBhvr>
                                      <p:to>
                                        <p:strVal val="visible"/>
                                      </p:to>
                                    </p:set>
                                    <p:animEffect transition="in" filter="wipe(right)">
                                      <p:cBhvr>
                                        <p:cTn id="74" dur="500"/>
                                        <p:tgtEl>
                                          <p:spTgt spid="10"/>
                                        </p:tgtEl>
                                      </p:cBhvr>
                                    </p:animEffect>
                                  </p:childTnLst>
                                </p:cTn>
                              </p:par>
                              <p:par>
                                <p:cTn id="80" presetID="53" presetClass="entr" presetSubtype="16" fill="hold" grpId="0" nodeType="withEffect">
                                  <p:stCondLst>
                                    <p:cond delay="400"/>
                                  </p:stCondLst>
                                  <p:childTnLst>
                                    <p:set>
                                      <p:cBhvr>
                                        <p:cTn id="76" dur="1" fill="hold">
                                          <p:stCondLst>
                                            <p:cond delay="0"/>
                                          </p:stCondLst>
                                        </p:cTn>
                                        <p:tgtEl>
                                          <p:spTgt spid="17"/>
                                        </p:tgtEl>
                                        <p:attrNameLst>
                                          <p:attrName>style.visibility</p:attrName>
                                        </p:attrNameLst>
                                      </p:cBhvr>
                                      <p:to>
                                        <p:strVal val="visible"/>
                                      </p:to>
                                    </p:set>
                                    <p:anim calcmode="lin" valueType="num">
                                      <p:cBhvr>
                                        <p:cTn id="77" dur="500" fill="hold"/>
                                        <p:tgtEl>
                                          <p:spTgt spid="17"/>
                                        </p:tgtEl>
                                        <p:attrNameLst>
                                          <p:attrName>ppt_w</p:attrName>
                                        </p:attrNameLst>
                                      </p:cBhvr>
                                      <p:tavLst>
                                        <p:tav tm="0">
                                          <p:val>
                                            <p:fltVal val="0"/>
                                          </p:val>
                                        </p:tav>
                                        <p:tav tm="100000">
                                          <p:val>
                                            <p:strVal val="#ppt_w"/>
                                          </p:val>
                                        </p:tav>
                                      </p:tavLst>
                                    </p:anim>
                                    <p:anim calcmode="lin" valueType="num">
                                      <p:cBhvr>
                                        <p:cTn id="78" dur="500" fill="hold"/>
                                        <p:tgtEl>
                                          <p:spTgt spid="17"/>
                                        </p:tgtEl>
                                        <p:attrNameLst>
                                          <p:attrName>ppt_h</p:attrName>
                                        </p:attrNameLst>
                                      </p:cBhvr>
                                      <p:tavLst>
                                        <p:tav tm="0">
                                          <p:val>
                                            <p:fltVal val="0"/>
                                          </p:val>
                                        </p:tav>
                                        <p:tav tm="100000">
                                          <p:val>
                                            <p:strVal val="#ppt_h"/>
                                          </p:val>
                                        </p:tav>
                                      </p:tavLst>
                                    </p:anim>
                                    <p:animEffect transition="in" filter="fade">
                                      <p:cBhvr>
                                        <p:cTn id="79" dur="500"/>
                                        <p:tgtEl>
                                          <p:spTgt spid="17"/>
                                        </p:tgtEl>
                                      </p:cBhvr>
                                    </p:animEffect>
                                  </p:childTnLst>
                                </p:cTn>
                              </p:par>
                              <p:par>
                                <p:cTn id="85" presetID="53" presetClass="entr" presetSubtype="16" fill="hold" grpId="0" nodeType="withEffect">
                                  <p:stCondLst>
                                    <p:cond delay="400"/>
                                  </p:stCondLst>
                                  <p:childTnLst>
                                    <p:set>
                                      <p:cBhvr>
                                        <p:cTn id="81" dur="1" fill="hold">
                                          <p:stCondLst>
                                            <p:cond delay="0"/>
                                          </p:stCondLst>
                                        </p:cTn>
                                        <p:tgtEl>
                                          <p:spTgt spid="18"/>
                                        </p:tgtEl>
                                        <p:attrNameLst>
                                          <p:attrName>style.visibility</p:attrName>
                                        </p:attrNameLst>
                                      </p:cBhvr>
                                      <p:to>
                                        <p:strVal val="visible"/>
                                      </p:to>
                                    </p:set>
                                    <p:anim calcmode="lin" valueType="num">
                                      <p:cBhvr>
                                        <p:cTn id="82" dur="500" fill="hold"/>
                                        <p:tgtEl>
                                          <p:spTgt spid="18"/>
                                        </p:tgtEl>
                                        <p:attrNameLst>
                                          <p:attrName>ppt_w</p:attrName>
                                        </p:attrNameLst>
                                      </p:cBhvr>
                                      <p:tavLst>
                                        <p:tav tm="0">
                                          <p:val>
                                            <p:fltVal val="0"/>
                                          </p:val>
                                        </p:tav>
                                        <p:tav tm="100000">
                                          <p:val>
                                            <p:strVal val="#ppt_w"/>
                                          </p:val>
                                        </p:tav>
                                      </p:tavLst>
                                    </p:anim>
                                    <p:anim calcmode="lin" valueType="num">
                                      <p:cBhvr>
                                        <p:cTn id="83" dur="500" fill="hold"/>
                                        <p:tgtEl>
                                          <p:spTgt spid="18"/>
                                        </p:tgtEl>
                                        <p:attrNameLst>
                                          <p:attrName>ppt_h</p:attrName>
                                        </p:attrNameLst>
                                      </p:cBhvr>
                                      <p:tavLst>
                                        <p:tav tm="0">
                                          <p:val>
                                            <p:fltVal val="0"/>
                                          </p:val>
                                        </p:tav>
                                        <p:tav tm="100000">
                                          <p:val>
                                            <p:strVal val="#ppt_h"/>
                                          </p:val>
                                        </p:tav>
                                      </p:tavLst>
                                    </p:anim>
                                    <p:animEffect transition="in" filter="fade">
                                      <p:cBhvr>
                                        <p:cTn id="84" dur="500"/>
                                        <p:tgtEl>
                                          <p:spTgt spid="18"/>
                                        </p:tgtEl>
                                      </p:cBhvr>
                                    </p:animEffect>
                                  </p:childTnLst>
                                </p:cTn>
                              </p:par>
                              <p:par>
                                <p:cTn id="90" presetID="53" presetClass="entr" presetSubtype="16" fill="hold" grpId="0" nodeType="withEffect">
                                  <p:stCondLst>
                                    <p:cond delay="400"/>
                                  </p:stCondLst>
                                  <p:childTnLst>
                                    <p:set>
                                      <p:cBhvr>
                                        <p:cTn id="86" dur="1" fill="hold">
                                          <p:stCondLst>
                                            <p:cond delay="0"/>
                                          </p:stCondLst>
                                        </p:cTn>
                                        <p:tgtEl>
                                          <p:spTgt spid="19"/>
                                        </p:tgtEl>
                                        <p:attrNameLst>
                                          <p:attrName>style.visibility</p:attrName>
                                        </p:attrNameLst>
                                      </p:cBhvr>
                                      <p:to>
                                        <p:strVal val="visible"/>
                                      </p:to>
                                    </p:set>
                                    <p:anim calcmode="lin" valueType="num">
                                      <p:cBhvr>
                                        <p:cTn id="87" dur="500" fill="hold"/>
                                        <p:tgtEl>
                                          <p:spTgt spid="19"/>
                                        </p:tgtEl>
                                        <p:attrNameLst>
                                          <p:attrName>ppt_w</p:attrName>
                                        </p:attrNameLst>
                                      </p:cBhvr>
                                      <p:tavLst>
                                        <p:tav tm="0">
                                          <p:val>
                                            <p:fltVal val="0"/>
                                          </p:val>
                                        </p:tav>
                                        <p:tav tm="100000">
                                          <p:val>
                                            <p:strVal val="#ppt_w"/>
                                          </p:val>
                                        </p:tav>
                                      </p:tavLst>
                                    </p:anim>
                                    <p:anim calcmode="lin" valueType="num">
                                      <p:cBhvr>
                                        <p:cTn id="88" dur="500" fill="hold"/>
                                        <p:tgtEl>
                                          <p:spTgt spid="19"/>
                                        </p:tgtEl>
                                        <p:attrNameLst>
                                          <p:attrName>ppt_h</p:attrName>
                                        </p:attrNameLst>
                                      </p:cBhvr>
                                      <p:tavLst>
                                        <p:tav tm="0">
                                          <p:val>
                                            <p:fltVal val="0"/>
                                          </p:val>
                                        </p:tav>
                                        <p:tav tm="100000">
                                          <p:val>
                                            <p:strVal val="#ppt_h"/>
                                          </p:val>
                                        </p:tav>
                                      </p:tavLst>
                                    </p:anim>
                                    <p:animEffect transition="in" filter="fade">
                                      <p:cBhvr>
                                        <p:cTn id="89" dur="500"/>
                                        <p:tgtEl>
                                          <p:spTgt spid="19"/>
                                        </p:tgtEl>
                                      </p:cBhvr>
                                    </p:animEffect>
                                  </p:childTnLst>
                                </p:cTn>
                              </p:par>
                              <p:par>
                                <p:cTn id="93" presetID="10" presetClass="entr" presetSubtype="0" fill="hold" grpId="0" nodeType="withEffect">
                                  <p:stCondLst>
                                    <p:cond delay="600"/>
                                  </p:stCondLst>
                                  <p:childTnLst>
                                    <p:set>
                                      <p:cBhvr>
                                        <p:cTn id="91" dur="1" fill="hold">
                                          <p:stCondLst>
                                            <p:cond delay="0"/>
                                          </p:stCondLst>
                                        </p:cTn>
                                        <p:tgtEl>
                                          <p:spTgt spid="24"/>
                                        </p:tgtEl>
                                        <p:attrNameLst>
                                          <p:attrName>style.visibility</p:attrName>
                                        </p:attrNameLst>
                                      </p:cBhvr>
                                      <p:to>
                                        <p:strVal val="visible"/>
                                      </p:to>
                                    </p:set>
                                    <p:animEffect transition="in" filter="fade">
                                      <p:cBhvr>
                                        <p:cTn id="92" dur="500"/>
                                        <p:tgtEl>
                                          <p:spTgt spid="24"/>
                                        </p:tgtEl>
                                      </p:cBhvr>
                                    </p:animEffect>
                                  </p:childTnLst>
                                </p:cTn>
                              </p:par>
                              <p:par>
                                <p:cTn id="98" presetID="53" presetClass="entr" presetSubtype="16" fill="hold" grpId="0" nodeType="withEffect">
                                  <p:stCondLst>
                                    <p:cond delay="800"/>
                                  </p:stCondLst>
                                  <p:childTnLst>
                                    <p:set>
                                      <p:cBhvr>
                                        <p:cTn id="94" dur="1" fill="hold">
                                          <p:stCondLst>
                                            <p:cond delay="0"/>
                                          </p:stCondLst>
                                        </p:cTn>
                                        <p:tgtEl>
                                          <p:spTgt spid="20"/>
                                        </p:tgtEl>
                                        <p:attrNameLst>
                                          <p:attrName>style.visibility</p:attrName>
                                        </p:attrNameLst>
                                      </p:cBhvr>
                                      <p:to>
                                        <p:strVal val="visible"/>
                                      </p:to>
                                    </p:set>
                                    <p:anim calcmode="lin" valueType="num">
                                      <p:cBhvr>
                                        <p:cTn id="95" dur="500" fill="hold"/>
                                        <p:tgtEl>
                                          <p:spTgt spid="20"/>
                                        </p:tgtEl>
                                        <p:attrNameLst>
                                          <p:attrName>ppt_w</p:attrName>
                                        </p:attrNameLst>
                                      </p:cBhvr>
                                      <p:tavLst>
                                        <p:tav tm="0">
                                          <p:val>
                                            <p:fltVal val="0"/>
                                          </p:val>
                                        </p:tav>
                                        <p:tav tm="100000">
                                          <p:val>
                                            <p:strVal val="#ppt_w"/>
                                          </p:val>
                                        </p:tav>
                                      </p:tavLst>
                                    </p:anim>
                                    <p:anim calcmode="lin" valueType="num">
                                      <p:cBhvr>
                                        <p:cTn id="96" dur="500" fill="hold"/>
                                        <p:tgtEl>
                                          <p:spTgt spid="20"/>
                                        </p:tgtEl>
                                        <p:attrNameLst>
                                          <p:attrName>ppt_h</p:attrName>
                                        </p:attrNameLst>
                                      </p:cBhvr>
                                      <p:tavLst>
                                        <p:tav tm="0">
                                          <p:val>
                                            <p:fltVal val="0"/>
                                          </p:val>
                                        </p:tav>
                                        <p:tav tm="100000">
                                          <p:val>
                                            <p:strVal val="#ppt_h"/>
                                          </p:val>
                                        </p:tav>
                                      </p:tavLst>
                                    </p:anim>
                                    <p:animEffect transition="in" filter="fade">
                                      <p:cBhvr>
                                        <p:cTn id="97" dur="500"/>
                                        <p:tgtEl>
                                          <p:spTgt spid="20"/>
                                        </p:tgtEl>
                                      </p:cBhvr>
                                    </p:animEffect>
                                  </p:childTnLst>
                                </p:cTn>
                              </p:par>
                              <p:par>
                                <p:cTn id="103" presetID="53" presetClass="entr" presetSubtype="16" fill="hold" grpId="0" nodeType="withEffect">
                                  <p:stCondLst>
                                    <p:cond delay="800"/>
                                  </p:stCondLst>
                                  <p:childTnLst>
                                    <p:set>
                                      <p:cBhvr>
                                        <p:cTn id="99" dur="1" fill="hold">
                                          <p:stCondLst>
                                            <p:cond delay="0"/>
                                          </p:stCondLst>
                                        </p:cTn>
                                        <p:tgtEl>
                                          <p:spTgt spid="21"/>
                                        </p:tgtEl>
                                        <p:attrNameLst>
                                          <p:attrName>style.visibility</p:attrName>
                                        </p:attrNameLst>
                                      </p:cBhvr>
                                      <p:to>
                                        <p:strVal val="visible"/>
                                      </p:to>
                                    </p:set>
                                    <p:anim calcmode="lin" valueType="num">
                                      <p:cBhvr>
                                        <p:cTn id="100" dur="500" fill="hold"/>
                                        <p:tgtEl>
                                          <p:spTgt spid="21"/>
                                        </p:tgtEl>
                                        <p:attrNameLst>
                                          <p:attrName>ppt_w</p:attrName>
                                        </p:attrNameLst>
                                      </p:cBhvr>
                                      <p:tavLst>
                                        <p:tav tm="0">
                                          <p:val>
                                            <p:fltVal val="0"/>
                                          </p:val>
                                        </p:tav>
                                        <p:tav tm="100000">
                                          <p:val>
                                            <p:strVal val="#ppt_w"/>
                                          </p:val>
                                        </p:tav>
                                      </p:tavLst>
                                    </p:anim>
                                    <p:anim calcmode="lin" valueType="num">
                                      <p:cBhvr>
                                        <p:cTn id="101" dur="500" fill="hold"/>
                                        <p:tgtEl>
                                          <p:spTgt spid="21"/>
                                        </p:tgtEl>
                                        <p:attrNameLst>
                                          <p:attrName>ppt_h</p:attrName>
                                        </p:attrNameLst>
                                      </p:cBhvr>
                                      <p:tavLst>
                                        <p:tav tm="0">
                                          <p:val>
                                            <p:fltVal val="0"/>
                                          </p:val>
                                        </p:tav>
                                        <p:tav tm="100000">
                                          <p:val>
                                            <p:strVal val="#ppt_h"/>
                                          </p:val>
                                        </p:tav>
                                      </p:tavLst>
                                    </p:anim>
                                    <p:animEffect transition="in" filter="fade">
                                      <p:cBhvr>
                                        <p:cTn id="102" dur="500"/>
                                        <p:tgtEl>
                                          <p:spTgt spid="21"/>
                                        </p:tgtEl>
                                      </p:cBhvr>
                                    </p:animEffect>
                                  </p:childTnLst>
                                </p:cTn>
                              </p:par>
                              <p:par>
                                <p:cTn id="108" presetID="53" presetClass="entr" presetSubtype="16" fill="hold" grpId="0" nodeType="withEffect">
                                  <p:stCondLst>
                                    <p:cond delay="800"/>
                                  </p:stCondLst>
                                  <p:childTnLst>
                                    <p:set>
                                      <p:cBhvr>
                                        <p:cTn id="104" dur="1" fill="hold">
                                          <p:stCondLst>
                                            <p:cond delay="0"/>
                                          </p:stCondLst>
                                        </p:cTn>
                                        <p:tgtEl>
                                          <p:spTgt spid="22"/>
                                        </p:tgtEl>
                                        <p:attrNameLst>
                                          <p:attrName>style.visibility</p:attrName>
                                        </p:attrNameLst>
                                      </p:cBhvr>
                                      <p:to>
                                        <p:strVal val="visible"/>
                                      </p:to>
                                    </p:set>
                                    <p:anim calcmode="lin" valueType="num">
                                      <p:cBhvr>
                                        <p:cTn id="105" dur="500" fill="hold"/>
                                        <p:tgtEl>
                                          <p:spTgt spid="22"/>
                                        </p:tgtEl>
                                        <p:attrNameLst>
                                          <p:attrName>ppt_w</p:attrName>
                                        </p:attrNameLst>
                                      </p:cBhvr>
                                      <p:tavLst>
                                        <p:tav tm="0">
                                          <p:val>
                                            <p:fltVal val="0"/>
                                          </p:val>
                                        </p:tav>
                                        <p:tav tm="100000">
                                          <p:val>
                                            <p:strVal val="#ppt_w"/>
                                          </p:val>
                                        </p:tav>
                                      </p:tavLst>
                                    </p:anim>
                                    <p:anim calcmode="lin" valueType="num">
                                      <p:cBhvr>
                                        <p:cTn id="106" dur="500" fill="hold"/>
                                        <p:tgtEl>
                                          <p:spTgt spid="22"/>
                                        </p:tgtEl>
                                        <p:attrNameLst>
                                          <p:attrName>ppt_h</p:attrName>
                                        </p:attrNameLst>
                                      </p:cBhvr>
                                      <p:tavLst>
                                        <p:tav tm="0">
                                          <p:val>
                                            <p:fltVal val="0"/>
                                          </p:val>
                                        </p:tav>
                                        <p:tav tm="100000">
                                          <p:val>
                                            <p:strVal val="#ppt_h"/>
                                          </p:val>
                                        </p:tav>
                                      </p:tavLst>
                                    </p:anim>
                                    <p:animEffect transition="in" filter="fade">
                                      <p:cBhvr>
                                        <p:cTn id="107" dur="500"/>
                                        <p:tgtEl>
                                          <p:spTgt spid="22"/>
                                        </p:tgtEl>
                                      </p:cBhvr>
                                    </p:animEffect>
                                  </p:childTnLst>
                                </p:cTn>
                              </p:par>
                            </p:childTnLst>
                          </p:cTn>
                        </p:par>
                      </p:childTnLst>
                    </p:cTn>
                  </p:par>
                  <p:par>
                    <p:cTn id="109" fill="hold">
                      <p:stCondLst>
                        <p:cond delay="indefinite"/>
                      </p:stCondLst>
                      <p:childTnLst>
                        <p:par>
                          <p:cTn id="110" fill="hold">
                            <p:stCondLst>
                              <p:cond delay="0"/>
                            </p:stCondLst>
                            <p:childTnLst>
                              <p:par>
                                <p:cTn id="113" presetID="10" presetClass="entr" presetSubtype="0" fill="hold" grpId="0" nodeType="click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3_title" descr="أهم الأنظمة البيئية المائية">    </p:cNvPr>
          <p:cNvPicPr>
            <a:picLocks noChangeAspect="1"/>
          </p:cNvPicPr>
          <p:nvPr/>
        </p:nvPicPr>
        <p:blipFill>
          <a:blip r:embed="rId2"/>
          <a:stretch>
            <a:fillRect/>
          </a:stretch>
        </p:blipFill>
        <p:spPr>
          <a:xfrm>
            <a:off x="6608840" y="109728"/>
            <a:ext cx="5232640" cy="868680"/>
          </a:xfrm>
          <a:prstGeom prst="rect">
            <a:avLst/>
          </a:prstGeom>
        </p:spPr>
      </p:pic>
      <p:sp>
        <p:nvSpPr>
          <p:cNvPr id="3" name="s13_strategy"/>
          <p:cNvSpPr txBox="1"/>
          <p:nvPr/>
        </p:nvSpPr>
        <p:spPr>
          <a:xfrm>
            <a:off x="411480" y="274320"/>
            <a:ext cx="324612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أقرئي الصور</a:t>
            </a:r>
            <a:endParaRPr lang="ar-SA" sz="1700" dirty="0"/>
          </a:p>
        </p:txBody>
      </p:sp>
      <p:pic>
        <p:nvPicPr>
          <p:cNvPr id="4" name="s13_pic_1" descr="/tmp/claude-0/-home-user-Scienceshamah/8386cda7-7741-5ea4-8952-60ee8e67fc31/scratchpad/w/img/card_587x399_FFFFFF_s_i.png">    </p:cNvPr>
          <p:cNvPicPr>
            <a:picLocks noChangeAspect="1"/>
          </p:cNvPicPr>
          <p:nvPr/>
        </p:nvPicPr>
        <p:blipFill>
          <a:blip r:embed="rId3"/>
          <a:stretch>
            <a:fillRect/>
          </a:stretch>
        </p:blipFill>
        <p:spPr>
          <a:xfrm>
            <a:off x="8055864" y="1207008"/>
            <a:ext cx="3575304" cy="2432304"/>
          </a:xfrm>
          <a:prstGeom prst="rect">
            <a:avLst/>
          </a:prstGeom>
        </p:spPr>
      </p:pic>
      <p:sp>
        <p:nvSpPr>
          <p:cNvPr id="5" name="s13_t_2"/>
          <p:cNvSpPr txBox="1"/>
          <p:nvPr/>
        </p:nvSpPr>
        <p:spPr>
          <a:xfrm>
            <a:off x="8814816" y="3063240"/>
            <a:ext cx="2057400" cy="530352"/>
          </a:xfrm>
          <a:prstGeom prst="roundRect">
            <a:avLst>
              <a:gd name="adj" fmla="val 50000"/>
            </a:avLst>
          </a:prstGeom>
          <a:solidFill>
            <a:srgbClr val="BDE6FA"/>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البرك</a:t>
            </a:r>
            <a:endParaRPr lang="ar-SA" sz="2200" dirty="0"/>
          </a:p>
        </p:txBody>
      </p:sp>
      <p:pic>
        <p:nvPicPr>
          <p:cNvPr id="6" name="s13_pic_3" descr="صورة توضيحية: البرك">    </p:cNvPr>
          <p:cNvPicPr>
            <a:picLocks noChangeAspect="1"/>
          </p:cNvPicPr>
          <p:nvPr/>
        </p:nvPicPr>
        <p:blipFill>
          <a:blip r:embed="rId4"/>
          <a:stretch>
            <a:fillRect/>
          </a:stretch>
        </p:blipFill>
        <p:spPr>
          <a:xfrm>
            <a:off x="8165592" y="1316736"/>
            <a:ext cx="3355848" cy="2237232"/>
          </a:xfrm>
          <a:prstGeom prst="rect">
            <a:avLst/>
          </a:prstGeom>
        </p:spPr>
      </p:pic>
      <p:pic>
        <p:nvPicPr>
          <p:cNvPr id="7" name="s13_pic_4" descr="/tmp/claude-0/-home-user-Scienceshamah/8386cda7-7741-5ea4-8952-60ee8e67fc31/scratchpad/w/img/card_587x399_FFFFFF_s_i.png">    </p:cNvPr>
          <p:cNvPicPr>
            <a:picLocks noChangeAspect="1"/>
          </p:cNvPicPr>
          <p:nvPr/>
        </p:nvPicPr>
        <p:blipFill>
          <a:blip r:embed="rId5"/>
          <a:stretch>
            <a:fillRect/>
          </a:stretch>
        </p:blipFill>
        <p:spPr>
          <a:xfrm>
            <a:off x="4306824" y="1207008"/>
            <a:ext cx="3575304" cy="2432304"/>
          </a:xfrm>
          <a:prstGeom prst="rect">
            <a:avLst/>
          </a:prstGeom>
        </p:spPr>
      </p:pic>
      <p:sp>
        <p:nvSpPr>
          <p:cNvPr id="8" name="s13_t_5"/>
          <p:cNvSpPr txBox="1"/>
          <p:nvPr/>
        </p:nvSpPr>
        <p:spPr>
          <a:xfrm>
            <a:off x="5065776" y="3063240"/>
            <a:ext cx="2057400" cy="530352"/>
          </a:xfrm>
          <a:prstGeom prst="roundRect">
            <a:avLst>
              <a:gd name="adj" fmla="val 50000"/>
            </a:avLst>
          </a:prstGeom>
          <a:solidFill>
            <a:srgbClr val="A7EBE1"/>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البحيرات</a:t>
            </a:r>
            <a:endParaRPr lang="ar-SA" sz="2200" dirty="0"/>
          </a:p>
        </p:txBody>
      </p:sp>
      <p:pic>
        <p:nvPicPr>
          <p:cNvPr id="9" name="s13_pic_6" descr="صورة توضيحية: البحيرات">    </p:cNvPr>
          <p:cNvPicPr>
            <a:picLocks noChangeAspect="1"/>
          </p:cNvPicPr>
          <p:nvPr/>
        </p:nvPicPr>
        <p:blipFill>
          <a:blip r:embed="rId6"/>
          <a:stretch>
            <a:fillRect/>
          </a:stretch>
        </p:blipFill>
        <p:spPr>
          <a:xfrm>
            <a:off x="4416552" y="1316736"/>
            <a:ext cx="3355848" cy="2237232"/>
          </a:xfrm>
          <a:prstGeom prst="rect">
            <a:avLst/>
          </a:prstGeom>
        </p:spPr>
      </p:pic>
      <p:pic>
        <p:nvPicPr>
          <p:cNvPr id="10" name="s13_pic_7" descr="/tmp/claude-0/-home-user-Scienceshamah/8386cda7-7741-5ea4-8952-60ee8e67fc31/scratchpad/w/img/card_587x399_FFFFFF_s_i.png">    </p:cNvPr>
          <p:cNvPicPr>
            <a:picLocks noChangeAspect="1"/>
          </p:cNvPicPr>
          <p:nvPr/>
        </p:nvPicPr>
        <p:blipFill>
          <a:blip r:embed="rId7"/>
          <a:stretch>
            <a:fillRect/>
          </a:stretch>
        </p:blipFill>
        <p:spPr>
          <a:xfrm>
            <a:off x="557784" y="1207008"/>
            <a:ext cx="3575304" cy="2432304"/>
          </a:xfrm>
          <a:prstGeom prst="rect">
            <a:avLst/>
          </a:prstGeom>
        </p:spPr>
      </p:pic>
      <p:sp>
        <p:nvSpPr>
          <p:cNvPr id="11" name="s13_t_8"/>
          <p:cNvSpPr txBox="1"/>
          <p:nvPr/>
        </p:nvSpPr>
        <p:spPr>
          <a:xfrm>
            <a:off x="1316736" y="3063240"/>
            <a:ext cx="2057400" cy="530352"/>
          </a:xfrm>
          <a:prstGeom prst="roundRect">
            <a:avLst>
              <a:gd name="adj" fmla="val 50000"/>
            </a:avLst>
          </a:prstGeom>
          <a:solidFill>
            <a:srgbClr val="BFEBB8"/>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الأنهار</a:t>
            </a:r>
            <a:endParaRPr lang="ar-SA" sz="2200" dirty="0"/>
          </a:p>
        </p:txBody>
      </p:sp>
      <p:pic>
        <p:nvPicPr>
          <p:cNvPr id="12" name="s13_pic_9" descr="صورة توضيحية: الأنهار">    </p:cNvPr>
          <p:cNvPicPr>
            <a:picLocks noChangeAspect="1"/>
          </p:cNvPicPr>
          <p:nvPr/>
        </p:nvPicPr>
        <p:blipFill>
          <a:blip r:embed="rId8"/>
          <a:stretch>
            <a:fillRect/>
          </a:stretch>
        </p:blipFill>
        <p:spPr>
          <a:xfrm>
            <a:off x="667512" y="1316736"/>
            <a:ext cx="3355848" cy="2237232"/>
          </a:xfrm>
          <a:prstGeom prst="rect">
            <a:avLst/>
          </a:prstGeom>
        </p:spPr>
      </p:pic>
      <p:pic>
        <p:nvPicPr>
          <p:cNvPr id="13" name="s13_pic_10" descr="/tmp/claude-0/-home-user-Scienceshamah/8386cda7-7741-5ea4-8952-60ee8e67fc31/scratchpad/w/img/card_587x399_FFFFFF_s_i.png">    </p:cNvPr>
          <p:cNvPicPr>
            <a:picLocks noChangeAspect="1"/>
          </p:cNvPicPr>
          <p:nvPr/>
        </p:nvPicPr>
        <p:blipFill>
          <a:blip r:embed="rId9"/>
          <a:stretch>
            <a:fillRect/>
          </a:stretch>
        </p:blipFill>
        <p:spPr>
          <a:xfrm>
            <a:off x="6181344" y="3767328"/>
            <a:ext cx="3575304" cy="2432304"/>
          </a:xfrm>
          <a:prstGeom prst="rect">
            <a:avLst/>
          </a:prstGeom>
        </p:spPr>
      </p:pic>
      <p:sp>
        <p:nvSpPr>
          <p:cNvPr id="14" name="s13_t_11"/>
          <p:cNvSpPr txBox="1"/>
          <p:nvPr/>
        </p:nvSpPr>
        <p:spPr>
          <a:xfrm>
            <a:off x="6940296" y="5623560"/>
            <a:ext cx="2057400" cy="530352"/>
          </a:xfrm>
          <a:prstGeom prst="roundRect">
            <a:avLst>
              <a:gd name="adj" fmla="val 50000"/>
            </a:avLst>
          </a:prstGeom>
          <a:solidFill>
            <a:srgbClr val="FFE8A3"/>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البحار</a:t>
            </a:r>
            <a:endParaRPr lang="ar-SA" sz="2200" dirty="0"/>
          </a:p>
        </p:txBody>
      </p:sp>
      <p:pic>
        <p:nvPicPr>
          <p:cNvPr id="15" name="s13_pic_12" descr="صورة توضيحية: البحار">    </p:cNvPr>
          <p:cNvPicPr>
            <a:picLocks noChangeAspect="1"/>
          </p:cNvPicPr>
          <p:nvPr/>
        </p:nvPicPr>
        <p:blipFill>
          <a:blip r:embed="rId10"/>
          <a:stretch>
            <a:fillRect/>
          </a:stretch>
        </p:blipFill>
        <p:spPr>
          <a:xfrm>
            <a:off x="6291072" y="3877056"/>
            <a:ext cx="3355848" cy="2237232"/>
          </a:xfrm>
          <a:prstGeom prst="rect">
            <a:avLst/>
          </a:prstGeom>
        </p:spPr>
      </p:pic>
      <p:pic>
        <p:nvPicPr>
          <p:cNvPr id="16" name="s13_pic_13" descr="/tmp/claude-0/-home-user-Scienceshamah/8386cda7-7741-5ea4-8952-60ee8e67fc31/scratchpad/w/img/card_587x399_FFFFFF_s_i.png">    </p:cNvPr>
          <p:cNvPicPr>
            <a:picLocks noChangeAspect="1"/>
          </p:cNvPicPr>
          <p:nvPr/>
        </p:nvPicPr>
        <p:blipFill>
          <a:blip r:embed="rId11"/>
          <a:stretch>
            <a:fillRect/>
          </a:stretch>
        </p:blipFill>
        <p:spPr>
          <a:xfrm>
            <a:off x="2432304" y="3767328"/>
            <a:ext cx="3575304" cy="2432304"/>
          </a:xfrm>
          <a:prstGeom prst="rect">
            <a:avLst/>
          </a:prstGeom>
        </p:spPr>
      </p:pic>
      <p:sp>
        <p:nvSpPr>
          <p:cNvPr id="17" name="s13_t_14"/>
          <p:cNvSpPr txBox="1"/>
          <p:nvPr/>
        </p:nvSpPr>
        <p:spPr>
          <a:xfrm>
            <a:off x="3191256" y="5623560"/>
            <a:ext cx="2057400" cy="530352"/>
          </a:xfrm>
          <a:prstGeom prst="roundRect">
            <a:avLst>
              <a:gd name="adj" fmla="val 50000"/>
            </a:avLst>
          </a:prstGeom>
          <a:solidFill>
            <a:srgbClr val="FFD1E0"/>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المحيطات</a:t>
            </a:r>
            <a:endParaRPr lang="ar-SA" sz="2200" dirty="0"/>
          </a:p>
        </p:txBody>
      </p:sp>
      <p:pic>
        <p:nvPicPr>
          <p:cNvPr id="18" name="s13_pic_15" descr="صورة توضيحية: المحيطات">    </p:cNvPr>
          <p:cNvPicPr>
            <a:picLocks noChangeAspect="1"/>
          </p:cNvPicPr>
          <p:nvPr/>
        </p:nvPicPr>
        <p:blipFill>
          <a:blip r:embed="rId12"/>
          <a:stretch>
            <a:fillRect/>
          </a:stretch>
        </p:blipFill>
        <p:spPr>
          <a:xfrm>
            <a:off x="2542032" y="3877056"/>
            <a:ext cx="3355848" cy="2237232"/>
          </a:xfrm>
          <a:prstGeom prst="rect">
            <a:avLst/>
          </a:prstGeom>
        </p:spPr>
      </p:pic>
      <p:pic>
        <p:nvPicPr>
          <p:cNvPr id="19" name="s13_pic_16" descr="طالبة تشير">    </p:cNvPr>
          <p:cNvPicPr>
            <a:picLocks noChangeAspect="1"/>
          </p:cNvPicPr>
          <p:nvPr/>
        </p:nvPicPr>
        <p:blipFill>
          <a:blip r:embed="rId13"/>
          <a:stretch>
            <a:fillRect/>
          </a:stretch>
        </p:blipFill>
        <p:spPr>
          <a:xfrm>
            <a:off x="10012680" y="3840480"/>
            <a:ext cx="1818915" cy="2103120"/>
          </a:xfrm>
          <a:prstGeom prst="rect">
            <a:avLst/>
          </a:prstGeom>
        </p:spPr>
      </p:pic>
      <p:sp>
        <p:nvSpPr>
          <p:cNvPr id="20" name="s13_t_17"/>
          <p:cNvSpPr txBox="1"/>
          <p:nvPr/>
        </p:nvSpPr>
        <p:spPr>
          <a:xfrm>
            <a:off x="365760" y="4023360"/>
            <a:ext cx="2057400" cy="182880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2F8A3A"/>
                </a:solidFill>
                <a:latin typeface="Tahoma" pitchFamily="34" charset="0"/>
                <a:ea typeface="Tahoma" pitchFamily="34" charset="-122"/>
                <a:cs typeface="Tahoma" pitchFamily="34" charset="-120"/>
              </a:rPr>
              <a:t>👆 اضغطي على الصورة ليظهر اسم النظام البيئي</a:t>
            </a:r>
            <a:endParaRPr lang="ar-SA" sz="1800" dirty="0"/>
          </a:p>
        </p:txBody>
      </p:sp>
    </p:spTree>
  </p:cSld>
  <p:clrMapOvr>
    <a:masterClrMapping/>
  </p:clrMapOvr>
  <p:transition spd="slow">
    <p:fade/>
  </p:transition>
  <p:timing>
    <p:tnLst>
      <p:par>
        <p:cTn id="1" dur="indefinite" restart="never" nodeType="tmRoot">
          <p:childTnLst>
            <p:seq concurrent="1" nextAc="seek">
              <p:cTn id="3" restart="whenNotActive" fill="hold" evtFilter="cancelBubble" nodeType="interactiveSeq">
                <p:stCondLst>
                  <p:cond evt="onClick" delay="0">
                    <p:tgtEl>
                      <p:spTgt spid="6"/>
                    </p:tgtEl>
                  </p:cond>
                </p:stCondLst>
                <p:endSync evt="end" delay="0">
                  <p:rtn val="all"/>
                </p:endSync>
                <p:childTnLst>
                  <p:par>
                    <p:cTn id="4" fill="hold">
                      <p:stCondLst>
                        <p:cond delay="0"/>
                      </p:stCondLst>
                      <p:childTnLst>
                        <p:par>
                          <p:cTn id="5" fill="hold">
                            <p:stCondLst>
                              <p:cond delay="0"/>
                            </p:stCondLst>
                            <p:childTnLst>
                              <p:par>
                                <p:cTn id="10"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nextCondLst>
                <p:cond evt="onClick" delay="0">
                  <p:tgtEl>
                    <p:spTgt spid="6"/>
                  </p:tgtEl>
                </p:cond>
              </p:nextCondLst>
            </p:seq>
            <p:seq concurrent="1" nextAc="seek">
              <p:cTn id="11" restart="whenNotActive" fill="hold" evtFilter="cancelBubble" nodeType="interactiveSeq">
                <p:stCondLst>
                  <p:cond evt="onClick" delay="0">
                    <p:tgtEl>
                      <p:spTgt spid="9"/>
                    </p:tgtEl>
                  </p:cond>
                </p:stCondLst>
                <p:endSync evt="end" delay="0">
                  <p:rtn val="all"/>
                </p:endSync>
                <p:childTnLst>
                  <p:par>
                    <p:cTn id="12" fill="hold">
                      <p:stCondLst>
                        <p:cond delay="0"/>
                      </p:stCondLst>
                      <p:childTnLst>
                        <p:par>
                          <p:cTn id="13" fill="hold">
                            <p:stCondLst>
                              <p:cond delay="0"/>
                            </p:stCondLst>
                            <p:childTnLst>
                              <p:par>
                                <p:cTn id="18" presetID="53" presetClass="entr" presetSubtype="16"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Effect transition="in" filter="fade">
                                      <p:cBhvr>
                                        <p:cTn id="17" dur="500"/>
                                        <p:tgtEl>
                                          <p:spTgt spid="8"/>
                                        </p:tgtEl>
                                      </p:cBhvr>
                                    </p:animEffect>
                                  </p:childTnLst>
                                </p:cTn>
                              </p:par>
                            </p:childTnLst>
                          </p:cTn>
                        </p:par>
                      </p:childTnLst>
                    </p:cTn>
                  </p:par>
                </p:childTnLst>
              </p:cTn>
              <p:nextCondLst>
                <p:cond evt="onClick" delay="0">
                  <p:tgtEl>
                    <p:spTgt spid="9"/>
                  </p:tgtEl>
                </p:cond>
              </p:nextCondLst>
            </p:seq>
            <p:seq concurrent="1" nextAc="seek">
              <p:cTn id="19" restart="whenNotActive" fill="hold" evtFilter="cancelBubble" nodeType="interactiveSeq">
                <p:stCondLst>
                  <p:cond evt="onClick" delay="0">
                    <p:tgtEl>
                      <p:spTgt spid="12"/>
                    </p:tgtEl>
                  </p:cond>
                </p:stCondLst>
                <p:endSync evt="end" delay="0">
                  <p:rtn val="all"/>
                </p:endSync>
                <p:childTnLst>
                  <p:par>
                    <p:cTn id="20" fill="hold">
                      <p:stCondLst>
                        <p:cond delay="0"/>
                      </p:stCondLst>
                      <p:childTnLst>
                        <p:par>
                          <p:cTn id="21"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500" fill="hold"/>
                                        <p:tgtEl>
                                          <p:spTgt spid="11"/>
                                        </p:tgtEl>
                                        <p:attrNameLst>
                                          <p:attrName>ppt_w</p:attrName>
                                        </p:attrNameLst>
                                      </p:cBhvr>
                                      <p:tavLst>
                                        <p:tav tm="0">
                                          <p:val>
                                            <p:fltVal val="0"/>
                                          </p:val>
                                        </p:tav>
                                        <p:tav tm="100000">
                                          <p:val>
                                            <p:strVal val="#ppt_w"/>
                                          </p:val>
                                        </p:tav>
                                      </p:tavLst>
                                    </p:anim>
                                    <p:anim calcmode="lin" valueType="num">
                                      <p:cBhvr>
                                        <p:cTn id="24" dur="500" fill="hold"/>
                                        <p:tgtEl>
                                          <p:spTgt spid="11"/>
                                        </p:tgtEl>
                                        <p:attrNameLst>
                                          <p:attrName>ppt_h</p:attrName>
                                        </p:attrNameLst>
                                      </p:cBhvr>
                                      <p:tavLst>
                                        <p:tav tm="0">
                                          <p:val>
                                            <p:fltVal val="0"/>
                                          </p:val>
                                        </p:tav>
                                        <p:tav tm="100000">
                                          <p:val>
                                            <p:strVal val="#ppt_h"/>
                                          </p:val>
                                        </p:tav>
                                      </p:tavLst>
                                    </p:anim>
                                    <p:animEffect transition="in" filter="fade">
                                      <p:cBhvr>
                                        <p:cTn id="25" dur="500"/>
                                        <p:tgtEl>
                                          <p:spTgt spid="11"/>
                                        </p:tgtEl>
                                      </p:cBhvr>
                                    </p:animEffect>
                                  </p:childTnLst>
                                </p:cTn>
                              </p:par>
                            </p:childTnLst>
                          </p:cTn>
                        </p:par>
                      </p:childTnLst>
                    </p:cTn>
                  </p:par>
                </p:childTnLst>
              </p:cTn>
              <p:nextCondLst>
                <p:cond evt="onClick" delay="0">
                  <p:tgtEl>
                    <p:spTgt spid="12"/>
                  </p:tgtEl>
                </p:cond>
              </p:nextCondLst>
            </p:seq>
            <p:seq concurrent="1" nextAc="seek">
              <p:cTn id="27" restart="whenNotActive" fill="hold" evtFilter="cancelBubble" nodeType="interactiveSeq">
                <p:stCondLst>
                  <p:cond evt="onClick" delay="0">
                    <p:tgtEl>
                      <p:spTgt spid="15"/>
                    </p:tgtEl>
                  </p:cond>
                </p:stCondLst>
                <p:endSync evt="end" delay="0">
                  <p:rtn val="all"/>
                </p:endSync>
                <p:childTnLst>
                  <p:par>
                    <p:cTn id="28" fill="hold">
                      <p:stCondLst>
                        <p:cond delay="0"/>
                      </p:stCondLst>
                      <p:childTnLst>
                        <p:par>
                          <p:cTn id="29" fill="hold">
                            <p:stCondLst>
                              <p:cond delay="0"/>
                            </p:stCondLst>
                            <p:childTnLst>
                              <p:par>
                                <p:cTn id="34" presetID="53" presetClass="entr" presetSubtype="16"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animEffect transition="in" filter="fade">
                                      <p:cBhvr>
                                        <p:cTn id="33" dur="500"/>
                                        <p:tgtEl>
                                          <p:spTgt spid="14"/>
                                        </p:tgtEl>
                                      </p:cBhvr>
                                    </p:animEffect>
                                  </p:childTnLst>
                                </p:cTn>
                              </p:par>
                            </p:childTnLst>
                          </p:cTn>
                        </p:par>
                      </p:childTnLst>
                    </p:cTn>
                  </p:par>
                </p:childTnLst>
              </p:cTn>
              <p:nextCondLst>
                <p:cond evt="onClick" delay="0">
                  <p:tgtEl>
                    <p:spTgt spid="15"/>
                  </p:tgtEl>
                </p:cond>
              </p:nextCondLst>
            </p:seq>
            <p:seq concurrent="1" nextAc="seek">
              <p:cTn id="35" restart="whenNotActive" fill="hold" evtFilter="cancelBubble" nodeType="interactiveSeq">
                <p:stCondLst>
                  <p:cond evt="onClick" delay="0">
                    <p:tgtEl>
                      <p:spTgt spid="18"/>
                    </p:tgtEl>
                  </p:cond>
                </p:stCondLst>
                <p:endSync evt="end" delay="0">
                  <p:rtn val="all"/>
                </p:endSync>
                <p:childTnLst>
                  <p:par>
                    <p:cTn id="36" fill="hold">
                      <p:stCondLst>
                        <p:cond delay="0"/>
                      </p:stCondLst>
                      <p:childTnLst>
                        <p:par>
                          <p:cTn id="37" fill="hold">
                            <p:stCondLst>
                              <p:cond delay="0"/>
                            </p:stCondLst>
                            <p:childTnLst>
                              <p:par>
                                <p:cTn id="42" presetID="53" presetClass="entr" presetSubtype="16"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p:cTn id="39" dur="500" fill="hold"/>
                                        <p:tgtEl>
                                          <p:spTgt spid="17"/>
                                        </p:tgtEl>
                                        <p:attrNameLst>
                                          <p:attrName>ppt_w</p:attrName>
                                        </p:attrNameLst>
                                      </p:cBhvr>
                                      <p:tavLst>
                                        <p:tav tm="0">
                                          <p:val>
                                            <p:fltVal val="0"/>
                                          </p:val>
                                        </p:tav>
                                        <p:tav tm="100000">
                                          <p:val>
                                            <p:strVal val="#ppt_w"/>
                                          </p:val>
                                        </p:tav>
                                      </p:tavLst>
                                    </p:anim>
                                    <p:anim calcmode="lin" valueType="num">
                                      <p:cBhvr>
                                        <p:cTn id="40" dur="500" fill="hold"/>
                                        <p:tgtEl>
                                          <p:spTgt spid="17"/>
                                        </p:tgtEl>
                                        <p:attrNameLst>
                                          <p:attrName>ppt_h</p:attrName>
                                        </p:attrNameLst>
                                      </p:cBhvr>
                                      <p:tavLst>
                                        <p:tav tm="0">
                                          <p:val>
                                            <p:fltVal val="0"/>
                                          </p:val>
                                        </p:tav>
                                        <p:tav tm="100000">
                                          <p:val>
                                            <p:strVal val="#ppt_h"/>
                                          </p:val>
                                        </p:tav>
                                      </p:tavLst>
                                    </p:anim>
                                    <p:animEffect transition="in" filter="fade">
                                      <p:cBhvr>
                                        <p:cTn id="41" dur="500"/>
                                        <p:tgtEl>
                                          <p:spTgt spid="17"/>
                                        </p:tgtEl>
                                      </p:cBhvr>
                                    </p:animEffect>
                                  </p:childTnLst>
                                </p:cTn>
                              </p:par>
                            </p:childTnLst>
                          </p:cTn>
                        </p:par>
                      </p:childTnLst>
                    </p:cTn>
                  </p:par>
                </p:childTnLst>
              </p:cTn>
              <p:nextCondLst>
                <p:cond evt="onClick" delay="0">
                  <p:tgtEl>
                    <p:spTgt spid="18"/>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4_title" descr="المجتمعات الحيوية المائية">    </p:cNvPr>
          <p:cNvPicPr>
            <a:picLocks noChangeAspect="1"/>
          </p:cNvPicPr>
          <p:nvPr/>
        </p:nvPicPr>
        <p:blipFill>
          <a:blip r:embed="rId2"/>
          <a:stretch>
            <a:fillRect/>
          </a:stretch>
        </p:blipFill>
        <p:spPr>
          <a:xfrm>
            <a:off x="6531738" y="109728"/>
            <a:ext cx="5309742" cy="868680"/>
          </a:xfrm>
          <a:prstGeom prst="rect">
            <a:avLst/>
          </a:prstGeom>
        </p:spPr>
      </p:pic>
      <p:sp>
        <p:nvSpPr>
          <p:cNvPr id="3" name="s14_strategy"/>
          <p:cNvSpPr txBox="1"/>
          <p:nvPr/>
        </p:nvSpPr>
        <p:spPr>
          <a:xfrm>
            <a:off x="411480" y="274320"/>
            <a:ext cx="352044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الفهم القرائي</a:t>
            </a:r>
            <a:endParaRPr lang="ar-SA" sz="1700" dirty="0"/>
          </a:p>
        </p:txBody>
      </p:sp>
      <p:pic>
        <p:nvPicPr>
          <p:cNvPr id="4" name="s14_pic_1" descr="/tmp/claude-0/-home-user-Scienceshamah/8386cda7-7741-5ea4-8952-60ee8e67fc31/scratchpad/w/img/card_1845x203_FFFFFF_s_i.png">    </p:cNvPr>
          <p:cNvPicPr>
            <a:picLocks noChangeAspect="1"/>
          </p:cNvPicPr>
          <p:nvPr/>
        </p:nvPicPr>
        <p:blipFill>
          <a:blip r:embed="rId3"/>
          <a:stretch>
            <a:fillRect/>
          </a:stretch>
        </p:blipFill>
        <p:spPr>
          <a:xfrm>
            <a:off x="502920" y="1143000"/>
            <a:ext cx="11247120" cy="1234440"/>
          </a:xfrm>
          <a:prstGeom prst="rect">
            <a:avLst/>
          </a:prstGeom>
        </p:spPr>
      </p:pic>
      <p:sp>
        <p:nvSpPr>
          <p:cNvPr id="5" name="s14_t_2"/>
          <p:cNvSpPr txBox="1"/>
          <p:nvPr/>
        </p:nvSpPr>
        <p:spPr>
          <a:xfrm>
            <a:off x="685800" y="1188720"/>
            <a:ext cx="10881360" cy="1143000"/>
          </a:xfrm>
          <a:prstGeom prst="rect">
            <a:avLst/>
          </a:prstGeom>
          <a:noFill/>
          <a:ln/>
        </p:spPr>
        <p:txBody>
          <a:bodyPr wrap="square" lIns="762" tIns="762" rIns="762" bIns="762" rtlCol="0" anchor="ctr"/>
          <a:lstStyle/>
          <a:p>
            <a:pPr rtl="1" algn="r" indent="0" marL="0">
              <a:lnSpc>
                <a:spcPct val="120000"/>
              </a:lnSpc>
              <a:buNone/>
            </a:pPr>
            <a:r>
              <a:rPr lang="ar-SA" altLang="en-US" sz="2200" dirty="0">
                <a:solidFill>
                  <a:srgbClr val="34405E"/>
                </a:solidFill>
                <a:latin typeface="Tahoma" pitchFamily="34" charset="0"/>
                <a:ea typeface="Tahoma" pitchFamily="34" charset="-122"/>
                <a:cs typeface="Tahoma" pitchFamily="34" charset="-120"/>
              </a:rPr>
              <a:t>ويوجدُ في المياهِ على اختلافِ أنواعِها </a:t>
            </a:r>
            <a:pPr rtl="1" algn="r" indent="0" marL="0">
              <a:lnSpc>
                <a:spcPct val="120000"/>
              </a:lnSpc>
              <a:buNone/>
            </a:pPr>
            <a:r>
              <a:rPr lang="ar-SA" altLang="en-US" sz="2200" b="1" dirty="0">
                <a:solidFill>
                  <a:srgbClr val="1E7FB8"/>
                </a:solidFill>
                <a:latin typeface="Tahoma" pitchFamily="34" charset="0"/>
                <a:ea typeface="Tahoma" pitchFamily="34" charset="-122"/>
                <a:cs typeface="Tahoma" pitchFamily="34" charset="-120"/>
              </a:rPr>
              <a:t>مناطقُ حيويةٌ</a:t>
            </a:r>
            <a:pPr rtl="1" algn="r" indent="0" marL="0">
              <a:lnSpc>
                <a:spcPct val="120000"/>
              </a:lnSpc>
              <a:buNone/>
            </a:pPr>
            <a:r>
              <a:rPr lang="ar-SA" altLang="en-US" sz="2200" dirty="0">
                <a:solidFill>
                  <a:srgbClr val="34405E"/>
                </a:solidFill>
                <a:latin typeface="Tahoma" pitchFamily="34" charset="0"/>
                <a:ea typeface="Tahoma" pitchFamily="34" charset="-122"/>
                <a:cs typeface="Tahoma" pitchFamily="34" charset="-120"/>
              </a:rPr>
              <a:t> تتضمّنُ </a:t>
            </a:r>
            <a:pPr rtl="1" algn="r" indent="0" marL="0">
              <a:lnSpc>
                <a:spcPct val="120000"/>
              </a:lnSpc>
              <a:buNone/>
            </a:pPr>
            <a:r>
              <a:rPr lang="ar-SA" altLang="en-US" sz="2200" b="1" dirty="0">
                <a:solidFill>
                  <a:srgbClr val="A87400"/>
                </a:solidFill>
                <a:latin typeface="Tahoma" pitchFamily="34" charset="0"/>
                <a:ea typeface="Tahoma" pitchFamily="34" charset="-122"/>
                <a:cs typeface="Tahoma" pitchFamily="34" charset="-120"/>
              </a:rPr>
              <a:t>مجتمعاتٍ حيويةً</a:t>
            </a:r>
            <a:pPr rtl="1" algn="r" indent="0" marL="0">
              <a:lnSpc>
                <a:spcPct val="120000"/>
              </a:lnSpc>
              <a:buNone/>
            </a:pPr>
            <a:r>
              <a:rPr lang="ar-SA" altLang="en-US" sz="2200" dirty="0">
                <a:solidFill>
                  <a:srgbClr val="34405E"/>
                </a:solidFill>
                <a:latin typeface="Tahoma" pitchFamily="34" charset="0"/>
                <a:ea typeface="Tahoma" pitchFamily="34" charset="-122"/>
                <a:cs typeface="Tahoma" pitchFamily="34" charset="-120"/>
              </a:rPr>
              <a:t> مختلفةً أو متشابهةً، وهي تشتملُ بدورِها على </a:t>
            </a:r>
            <a:pPr rtl="1" algn="r" indent="0" marL="0">
              <a:lnSpc>
                <a:spcPct val="120000"/>
              </a:lnSpc>
              <a:buNone/>
            </a:pPr>
            <a:r>
              <a:rPr lang="ar-SA" altLang="en-US" sz="2200" b="1" dirty="0">
                <a:solidFill>
                  <a:srgbClr val="C2366F"/>
                </a:solidFill>
                <a:latin typeface="Tahoma" pitchFamily="34" charset="0"/>
                <a:ea typeface="Tahoma" pitchFamily="34" charset="-122"/>
                <a:cs typeface="Tahoma" pitchFamily="34" charset="-120"/>
              </a:rPr>
              <a:t>جماعاتٍ حيويةٍ</a:t>
            </a:r>
            <a:pPr rtl="1" algn="r" indent="0" marL="0">
              <a:lnSpc>
                <a:spcPct val="120000"/>
              </a:lnSpc>
              <a:buNone/>
            </a:pPr>
            <a:r>
              <a:rPr lang="ar-SA" altLang="en-US" sz="2200" dirty="0">
                <a:solidFill>
                  <a:srgbClr val="34405E"/>
                </a:solidFill>
                <a:latin typeface="Tahoma" pitchFamily="34" charset="0"/>
                <a:ea typeface="Tahoma" pitchFamily="34" charset="-122"/>
                <a:cs typeface="Tahoma" pitchFamily="34" charset="-120"/>
              </a:rPr>
              <a:t> مختلفة.</a:t>
            </a:r>
            <a:endParaRPr lang="ar-SA" sz="2200" dirty="0"/>
          </a:p>
        </p:txBody>
      </p:sp>
      <p:pic>
        <p:nvPicPr>
          <p:cNvPr id="6" name="s14_pic_3" descr="منطقة حيوية مائية تضم مجتمعات حيوية وجماعات حيوية">    </p:cNvPr>
          <p:cNvPicPr>
            <a:picLocks noChangeAspect="1"/>
          </p:cNvPicPr>
          <p:nvPr/>
        </p:nvPicPr>
        <p:blipFill>
          <a:blip r:embed="rId4"/>
          <a:stretch>
            <a:fillRect/>
          </a:stretch>
        </p:blipFill>
        <p:spPr>
          <a:xfrm>
            <a:off x="2807208" y="2514600"/>
            <a:ext cx="6583680" cy="3686861"/>
          </a:xfrm>
          <a:prstGeom prst="rect">
            <a:avLst/>
          </a:prstGeom>
        </p:spPr>
      </p:pic>
      <p:sp>
        <p:nvSpPr>
          <p:cNvPr id="7" name="s14_t_4"/>
          <p:cNvSpPr txBox="1"/>
          <p:nvPr/>
        </p:nvSpPr>
        <p:spPr>
          <a:xfrm>
            <a:off x="9418320" y="2606040"/>
            <a:ext cx="2514600" cy="502920"/>
          </a:xfrm>
          <a:prstGeom prst="roundRect">
            <a:avLst>
              <a:gd name="adj" fmla="val 50000"/>
            </a:avLst>
          </a:prstGeom>
          <a:solidFill>
            <a:srgbClr val="BDE6FA"/>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منطقة حيوية مائية</a:t>
            </a:r>
            <a:endParaRPr lang="ar-SA" sz="1800" dirty="0"/>
          </a:p>
        </p:txBody>
      </p:sp>
      <p:sp>
        <p:nvSpPr>
          <p:cNvPr id="8" name="s14_ln_5"/>
          <p:cNvSpPr/>
          <p:nvPr/>
        </p:nvSpPr>
        <p:spPr>
          <a:xfrm flipV="1">
            <a:off x="8765438" y="2852928"/>
            <a:ext cx="652882" cy="385877"/>
          </a:xfrm>
          <a:prstGeom prst="line">
            <a:avLst/>
          </a:prstGeom>
          <a:noFill/>
          <a:ln w="31750">
            <a:solidFill>
              <a:srgbClr val="1E7FB8"/>
            </a:solidFill>
            <a:prstDash val="dash"/>
            <a:tailEnd type="oval"/>
          </a:ln>
        </p:spPr>
      </p:sp>
      <p:sp>
        <p:nvSpPr>
          <p:cNvPr id="9" name="s14_t_6"/>
          <p:cNvSpPr txBox="1"/>
          <p:nvPr/>
        </p:nvSpPr>
        <p:spPr>
          <a:xfrm>
            <a:off x="9555480" y="3794760"/>
            <a:ext cx="2194560" cy="502920"/>
          </a:xfrm>
          <a:prstGeom prst="roundRect">
            <a:avLst>
              <a:gd name="adj" fmla="val 50000"/>
            </a:avLst>
          </a:prstGeom>
          <a:solidFill>
            <a:srgbClr val="FFE8A3"/>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مجتمع حيوي</a:t>
            </a:r>
            <a:endParaRPr lang="ar-SA" sz="1800" dirty="0"/>
          </a:p>
        </p:txBody>
      </p:sp>
      <p:sp>
        <p:nvSpPr>
          <p:cNvPr id="10" name="s14_ln_7"/>
          <p:cNvSpPr/>
          <p:nvPr/>
        </p:nvSpPr>
        <p:spPr>
          <a:xfrm>
            <a:off x="8600846" y="3831336"/>
            <a:ext cx="954634" cy="210312"/>
          </a:xfrm>
          <a:prstGeom prst="line">
            <a:avLst/>
          </a:prstGeom>
          <a:noFill/>
          <a:ln w="31750">
            <a:solidFill>
              <a:srgbClr val="A87400"/>
            </a:solidFill>
            <a:prstDash val="dash"/>
            <a:tailEnd type="oval"/>
          </a:ln>
        </p:spPr>
      </p:sp>
      <p:sp>
        <p:nvSpPr>
          <p:cNvPr id="11" name="s14_t_8"/>
          <p:cNvSpPr txBox="1"/>
          <p:nvPr/>
        </p:nvSpPr>
        <p:spPr>
          <a:xfrm>
            <a:off x="9555480" y="4983480"/>
            <a:ext cx="2194560" cy="502920"/>
          </a:xfrm>
          <a:prstGeom prst="roundRect">
            <a:avLst>
              <a:gd name="adj" fmla="val 50000"/>
            </a:avLst>
          </a:prstGeom>
          <a:solidFill>
            <a:srgbClr val="FFD1E0"/>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جماعة حيوية</a:t>
            </a:r>
            <a:endParaRPr lang="ar-SA" sz="1800" dirty="0"/>
          </a:p>
        </p:txBody>
      </p:sp>
      <p:sp>
        <p:nvSpPr>
          <p:cNvPr id="12" name="s14_ln_9"/>
          <p:cNvSpPr/>
          <p:nvPr/>
        </p:nvSpPr>
        <p:spPr>
          <a:xfrm>
            <a:off x="8482340" y="4621378"/>
            <a:ext cx="1073140" cy="608990"/>
          </a:xfrm>
          <a:prstGeom prst="line">
            <a:avLst/>
          </a:prstGeom>
          <a:noFill/>
          <a:ln w="31750">
            <a:solidFill>
              <a:srgbClr val="C2366F"/>
            </a:solidFill>
            <a:prstDash val="dash"/>
            <a:tailEnd type="oval"/>
          </a:ln>
        </p:spPr>
      </p:sp>
      <p:sp>
        <p:nvSpPr>
          <p:cNvPr id="13" name="s14_t_10"/>
          <p:cNvSpPr txBox="1"/>
          <p:nvPr/>
        </p:nvSpPr>
        <p:spPr>
          <a:xfrm>
            <a:off x="457200" y="3063240"/>
            <a:ext cx="2240280" cy="502920"/>
          </a:xfrm>
          <a:prstGeom prst="roundRect">
            <a:avLst>
              <a:gd name="adj" fmla="val 50000"/>
            </a:avLst>
          </a:prstGeom>
          <a:solidFill>
            <a:srgbClr val="FFE8A3"/>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مجتمع حيوي آخر</a:t>
            </a:r>
            <a:endParaRPr lang="ar-SA" sz="1800" dirty="0"/>
          </a:p>
        </p:txBody>
      </p:sp>
      <p:sp>
        <p:nvSpPr>
          <p:cNvPr id="14" name="s14_ln_11"/>
          <p:cNvSpPr/>
          <p:nvPr/>
        </p:nvSpPr>
        <p:spPr>
          <a:xfrm>
            <a:off x="2697480" y="3310128"/>
            <a:ext cx="1097280" cy="323698"/>
          </a:xfrm>
          <a:prstGeom prst="line">
            <a:avLst/>
          </a:prstGeom>
          <a:noFill/>
          <a:ln w="31750">
            <a:solidFill>
              <a:srgbClr val="A87400"/>
            </a:solidFill>
            <a:prstDash val="dash"/>
            <a:tailEnd type="oval"/>
          </a:ln>
        </p:spPr>
      </p:sp>
      <p:sp>
        <p:nvSpPr>
          <p:cNvPr id="15" name="s14_t_12"/>
          <p:cNvSpPr txBox="1"/>
          <p:nvPr/>
        </p:nvSpPr>
        <p:spPr>
          <a:xfrm>
            <a:off x="182880" y="4754880"/>
            <a:ext cx="2697480" cy="502920"/>
          </a:xfrm>
          <a:prstGeom prst="roundRect">
            <a:avLst>
              <a:gd name="adj" fmla="val 50000"/>
            </a:avLst>
          </a:prstGeom>
          <a:solidFill>
            <a:srgbClr val="FFD1E0"/>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جماعات حيوية مختلفة</a:t>
            </a:r>
            <a:endParaRPr lang="ar-SA" sz="1800" dirty="0"/>
          </a:p>
        </p:txBody>
      </p:sp>
      <p:sp>
        <p:nvSpPr>
          <p:cNvPr id="16" name="s14_ln_13"/>
          <p:cNvSpPr/>
          <p:nvPr/>
        </p:nvSpPr>
        <p:spPr>
          <a:xfrm flipV="1">
            <a:off x="2880360" y="4687214"/>
            <a:ext cx="1901952" cy="314554"/>
          </a:xfrm>
          <a:prstGeom prst="line">
            <a:avLst/>
          </a:prstGeom>
          <a:noFill/>
          <a:ln w="31750">
            <a:solidFill>
              <a:srgbClr val="C2366F"/>
            </a:solidFill>
            <a:prstDash val="dash"/>
            <a:tailEnd type="oval"/>
          </a:ln>
        </p:spPr>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 calcmode="lin" valueType="num">
                                      <p:cBhvr>
                                        <p:cTn id="6" dur="500" fill="hold"/>
                                        <p:tgtEl>
                                          <p:spTgt spid="6"/>
                                        </p:tgtEl>
                                        <p:attrNameLst>
                                          <p:attrName>ppt_w</p:attrName>
                                        </p:attrNameLst>
                                      </p:cBhvr>
                                      <p:tavLst>
                                        <p:tav tm="0">
                                          <p:val>
                                            <p:fltVal val="0"/>
                                          </p:val>
                                        </p:tav>
                                        <p:tav tm="100000">
                                          <p:val>
                                            <p:strVal val="#ppt_w"/>
                                          </p:val>
                                        </p:tav>
                                      </p:tavLst>
                                    </p:anim>
                                    <p:anim calcmode="lin" valueType="num">
                                      <p:cBhvr>
                                        <p:cTn id="7" dur="500" fill="hold"/>
                                        <p:tgtEl>
                                          <p:spTgt spid="6"/>
                                        </p:tgtEl>
                                        <p:attrNameLst>
                                          <p:attrName>ppt_h</p:attrName>
                                        </p:attrNameLst>
                                      </p:cBhvr>
                                      <p:tavLst>
                                        <p:tav tm="0">
                                          <p:val>
                                            <p:fltVal val="0"/>
                                          </p:val>
                                        </p:tav>
                                        <p:tav tm="100000">
                                          <p:val>
                                            <p:strVal val="#ppt_h"/>
                                          </p:val>
                                        </p:tav>
                                      </p:tavLst>
                                    </p:anim>
                                    <p:animEffect transition="in" filter="fade">
                                      <p:cBhvr>
                                        <p:cTn id="8"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4"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7"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2"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8" presetID="10" presetClass="entr" presetSubtype="0" fill="hold" grpId="0" nodeType="withEffect">
                                  <p:stCondLst>
                                    <p:cond delay="30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31" presetID="10" presetClass="entr" presetSubtype="0" fill="hold" grpId="0" nodeType="withEffect">
                                  <p:stCondLst>
                                    <p:cond delay="30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6"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9"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42" presetID="10" presetClass="entr" presetSubtype="0" fill="hold" grpId="0" nodeType="withEffect">
                                  <p:stCondLst>
                                    <p:cond delay="30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5" presetID="10" presetClass="entr" presetSubtype="0" fill="hold" grpId="0" nodeType="withEffect">
                                  <p:stCondLst>
                                    <p:cond delay="30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5_title" descr="صح أم خطأ؟">    </p:cNvPr>
          <p:cNvPicPr>
            <a:picLocks noChangeAspect="1"/>
          </p:cNvPicPr>
          <p:nvPr/>
        </p:nvPicPr>
        <p:blipFill>
          <a:blip r:embed="rId2"/>
          <a:stretch>
            <a:fillRect/>
          </a:stretch>
        </p:blipFill>
        <p:spPr>
          <a:xfrm>
            <a:off x="8983574" y="109728"/>
            <a:ext cx="2857906" cy="868680"/>
          </a:xfrm>
          <a:prstGeom prst="rect">
            <a:avLst/>
          </a:prstGeom>
        </p:spPr>
      </p:pic>
      <p:sp>
        <p:nvSpPr>
          <p:cNvPr id="3" name="s15_strategy"/>
          <p:cNvSpPr txBox="1"/>
          <p:nvPr/>
        </p:nvSpPr>
        <p:spPr>
          <a:xfrm>
            <a:off x="411480" y="274320"/>
            <a:ext cx="56692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تصحيح المفاهيم – البطاقات الملونة</a:t>
            </a:r>
            <a:endParaRPr lang="ar-SA" sz="1700" dirty="0"/>
          </a:p>
        </p:txBody>
      </p:sp>
      <p:pic>
        <p:nvPicPr>
          <p:cNvPr id="4" name="s15_pic_1" descr="بطاقة خضراء: صح">    </p:cNvPr>
          <p:cNvPicPr>
            <a:picLocks noChangeAspect="1"/>
          </p:cNvPicPr>
          <p:nvPr/>
        </p:nvPicPr>
        <p:blipFill>
          <a:blip r:embed="rId3"/>
          <a:stretch>
            <a:fillRect/>
          </a:stretch>
        </p:blipFill>
        <p:spPr>
          <a:xfrm>
            <a:off x="11109960" y="1097280"/>
            <a:ext cx="542925" cy="868680"/>
          </a:xfrm>
          <a:prstGeom prst="rect">
            <a:avLst/>
          </a:prstGeom>
        </p:spPr>
      </p:pic>
      <p:pic>
        <p:nvPicPr>
          <p:cNvPr id="5" name="s15_pic_2" descr="بطاقة حمراء: خطأ">    </p:cNvPr>
          <p:cNvPicPr>
            <a:picLocks noChangeAspect="1"/>
          </p:cNvPicPr>
          <p:nvPr/>
        </p:nvPicPr>
        <p:blipFill>
          <a:blip r:embed="rId4"/>
          <a:stretch>
            <a:fillRect/>
          </a:stretch>
        </p:blipFill>
        <p:spPr>
          <a:xfrm>
            <a:off x="10561320" y="1097280"/>
            <a:ext cx="542925" cy="868680"/>
          </a:xfrm>
          <a:prstGeom prst="rect">
            <a:avLst/>
          </a:prstGeom>
        </p:spPr>
      </p:pic>
      <p:sp>
        <p:nvSpPr>
          <p:cNvPr id="6" name="s15_t_3"/>
          <p:cNvSpPr txBox="1"/>
          <p:nvPr/>
        </p:nvSpPr>
        <p:spPr>
          <a:xfrm>
            <a:off x="1828800" y="1188720"/>
            <a:ext cx="8595360" cy="59436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C2366F"/>
                </a:solidFill>
                <a:latin typeface="Tahoma" pitchFamily="34" charset="0"/>
                <a:ea typeface="Tahoma" pitchFamily="34" charset="-122"/>
                <a:cs typeface="Tahoma" pitchFamily="34" charset="-120"/>
              </a:rPr>
              <a:t>ارفعي البطاقة الخضراء إذا كانت العبارة صحيحة، والحمراء إذا كانت خاطئة.</a:t>
            </a:r>
            <a:endParaRPr lang="ar-SA" sz="1900" dirty="0"/>
          </a:p>
        </p:txBody>
      </p:sp>
      <p:pic>
        <p:nvPicPr>
          <p:cNvPr id="7" name="s15_pic_4" descr="/tmp/claude-0/-home-user-Scienceshamah/8386cda7-7741-5ea4-8952-60ee8e67fc31/scratchpad/w/img/card_1478x158_FFFFFF_s_i.png">    </p:cNvPr>
          <p:cNvPicPr>
            <a:picLocks noChangeAspect="1"/>
          </p:cNvPicPr>
          <p:nvPr/>
        </p:nvPicPr>
        <p:blipFill>
          <a:blip r:embed="rId5"/>
          <a:stretch>
            <a:fillRect/>
          </a:stretch>
        </p:blipFill>
        <p:spPr>
          <a:xfrm>
            <a:off x="2743200" y="1965960"/>
            <a:ext cx="9006840" cy="960120"/>
          </a:xfrm>
          <a:prstGeom prst="rect">
            <a:avLst/>
          </a:prstGeom>
        </p:spPr>
      </p:pic>
      <p:sp>
        <p:nvSpPr>
          <p:cNvPr id="8" name="s15_t_5"/>
          <p:cNvSpPr txBox="1"/>
          <p:nvPr/>
        </p:nvSpPr>
        <p:spPr>
          <a:xfrm>
            <a:off x="11109960" y="2167128"/>
            <a:ext cx="548640" cy="548640"/>
          </a:xfrm>
          <a:prstGeom prst="ellipse">
            <a:avLst/>
          </a:prstGeom>
          <a:solidFill>
            <a:srgbClr val="34405E"/>
          </a:solidFill>
          <a:ln/>
        </p:spPr>
        <p:txBody>
          <a:bodyPr wrap="square" lIns="0" tIns="0" rIns="0" bIns="0" rtlCol="0" anchor="ctr"/>
          <a:lstStyle/>
          <a:p>
            <a:pPr rtl="1" algn="ctr" indent="0" marL="0">
              <a:lnSpc>
                <a:spcPct val="108000"/>
              </a:lnSpc>
              <a:buNone/>
            </a:pPr>
            <a:r>
              <a:rPr lang="ar-SA" altLang="en-US" sz="2000" b="1" dirty="0">
                <a:solidFill>
                  <a:srgbClr val="FFFFFF"/>
                </a:solidFill>
                <a:latin typeface="Tahoma" pitchFamily="34" charset="0"/>
                <a:ea typeface="Tahoma" pitchFamily="34" charset="-122"/>
                <a:cs typeface="Tahoma" pitchFamily="34" charset="-120"/>
              </a:rPr>
              <a:t>١</a:t>
            </a:r>
            <a:endParaRPr lang="ar-SA" sz="2000" dirty="0"/>
          </a:p>
        </p:txBody>
      </p:sp>
      <p:sp>
        <p:nvSpPr>
          <p:cNvPr id="9" name="s15_t_6"/>
          <p:cNvSpPr txBox="1"/>
          <p:nvPr/>
        </p:nvSpPr>
        <p:spPr>
          <a:xfrm>
            <a:off x="2926080" y="2011680"/>
            <a:ext cx="8092440" cy="868680"/>
          </a:xfrm>
          <a:prstGeom prst="rect">
            <a:avLst/>
          </a:prstGeom>
          <a:noFill/>
          <a:ln/>
        </p:spPr>
        <p:txBody>
          <a:bodyPr wrap="square" lIns="762" tIns="762" rIns="762" bIns="762" rtlCol="0" anchor="ctr"/>
          <a:lstStyle/>
          <a:p>
            <a:pPr rtl="1" algn="r" indent="0" marL="0">
              <a:lnSpc>
                <a:spcPct val="108000"/>
              </a:lnSpc>
              <a:buNone/>
            </a:pPr>
            <a:r>
              <a:rPr lang="ar-SA" altLang="en-US" sz="2100" b="1" dirty="0">
                <a:solidFill>
                  <a:srgbClr val="34405E"/>
                </a:solidFill>
                <a:latin typeface="Tahoma" pitchFamily="34" charset="0"/>
                <a:ea typeface="Tahoma" pitchFamily="34" charset="-122"/>
                <a:cs typeface="Tahoma" pitchFamily="34" charset="-120"/>
              </a:rPr>
              <a:t>تتخذ بعض المخلوقات الحية الماء موطنًا لها.</a:t>
            </a:r>
            <a:endParaRPr lang="ar-SA" sz="2100" dirty="0"/>
          </a:p>
        </p:txBody>
      </p:sp>
      <p:pic>
        <p:nvPicPr>
          <p:cNvPr id="10" name="s15_pic_7" descr="/tmp/claude-0/-home-user-Scienceshamah/8386cda7-7741-5ea4-8952-60ee8e67fc31/scratchpad/w/img/card_345x158_9FE3A6_s_i.png">    </p:cNvPr>
          <p:cNvPicPr>
            <a:picLocks noChangeAspect="1"/>
          </p:cNvPicPr>
          <p:nvPr/>
        </p:nvPicPr>
        <p:blipFill>
          <a:blip r:embed="rId6"/>
          <a:stretch>
            <a:fillRect/>
          </a:stretch>
        </p:blipFill>
        <p:spPr>
          <a:xfrm>
            <a:off x="502920" y="1965960"/>
            <a:ext cx="2103120" cy="960120"/>
          </a:xfrm>
          <a:prstGeom prst="rect">
            <a:avLst/>
          </a:prstGeom>
        </p:spPr>
      </p:pic>
      <p:sp>
        <p:nvSpPr>
          <p:cNvPr id="11" name="s15_t_8"/>
          <p:cNvSpPr txBox="1"/>
          <p:nvPr/>
        </p:nvSpPr>
        <p:spPr>
          <a:xfrm>
            <a:off x="548640" y="2057400"/>
            <a:ext cx="2011680" cy="777240"/>
          </a:xfrm>
          <a:prstGeom prst="rect">
            <a:avLst/>
          </a:prstGeom>
          <a:noFill/>
          <a:ln/>
        </p:spPr>
        <p:txBody>
          <a:bodyPr wrap="square" lIns="762" tIns="762" rIns="762" bIns="762" rtlCol="0" anchor="ctr"/>
          <a:lstStyle/>
          <a:p>
            <a:pPr rtl="1" algn="ctr" indent="0" marL="0">
              <a:lnSpc>
                <a:spcPct val="108000"/>
              </a:lnSpc>
              <a:buNone/>
            </a:pPr>
            <a:r>
              <a:rPr lang="ar-SA" altLang="en-US" sz="2600" b="1" dirty="0">
                <a:solidFill>
                  <a:srgbClr val="2F8A3A"/>
                </a:solidFill>
                <a:latin typeface="Tahoma" pitchFamily="34" charset="0"/>
                <a:ea typeface="Tahoma" pitchFamily="34" charset="-122"/>
                <a:cs typeface="Tahoma" pitchFamily="34" charset="-120"/>
              </a:rPr>
              <a:t>✔ صح</a:t>
            </a:r>
            <a:endParaRPr lang="ar-SA" sz="2600" dirty="0"/>
          </a:p>
        </p:txBody>
      </p:sp>
      <p:pic>
        <p:nvPicPr>
          <p:cNvPr id="12" name="s15_pic_9" descr="/tmp/claude-0/-home-user-Scienceshamah/8386cda7-7741-5ea4-8952-60ee8e67fc31/scratchpad/w/img/card_1478x158_FFFFFF_s_i.png">    </p:cNvPr>
          <p:cNvPicPr>
            <a:picLocks noChangeAspect="1"/>
          </p:cNvPicPr>
          <p:nvPr/>
        </p:nvPicPr>
        <p:blipFill>
          <a:blip r:embed="rId7"/>
          <a:stretch>
            <a:fillRect/>
          </a:stretch>
        </p:blipFill>
        <p:spPr>
          <a:xfrm>
            <a:off x="2743200" y="3035808"/>
            <a:ext cx="9006840" cy="960120"/>
          </a:xfrm>
          <a:prstGeom prst="rect">
            <a:avLst/>
          </a:prstGeom>
        </p:spPr>
      </p:pic>
      <p:sp>
        <p:nvSpPr>
          <p:cNvPr id="13" name="s15_t_10"/>
          <p:cNvSpPr txBox="1"/>
          <p:nvPr/>
        </p:nvSpPr>
        <p:spPr>
          <a:xfrm>
            <a:off x="11109960" y="3236976"/>
            <a:ext cx="548640" cy="548640"/>
          </a:xfrm>
          <a:prstGeom prst="ellipse">
            <a:avLst/>
          </a:prstGeom>
          <a:solidFill>
            <a:srgbClr val="34405E"/>
          </a:solidFill>
          <a:ln/>
        </p:spPr>
        <p:txBody>
          <a:bodyPr wrap="square" lIns="0" tIns="0" rIns="0" bIns="0" rtlCol="0" anchor="ctr"/>
          <a:lstStyle/>
          <a:p>
            <a:pPr rtl="1" algn="ctr" indent="0" marL="0">
              <a:lnSpc>
                <a:spcPct val="108000"/>
              </a:lnSpc>
              <a:buNone/>
            </a:pPr>
            <a:r>
              <a:rPr lang="ar-SA" altLang="en-US" sz="2000" b="1" dirty="0">
                <a:solidFill>
                  <a:srgbClr val="FFFFFF"/>
                </a:solidFill>
                <a:latin typeface="Tahoma" pitchFamily="34" charset="0"/>
                <a:ea typeface="Tahoma" pitchFamily="34" charset="-122"/>
                <a:cs typeface="Tahoma" pitchFamily="34" charset="-120"/>
              </a:rPr>
              <a:t>٢</a:t>
            </a:r>
            <a:endParaRPr lang="ar-SA" sz="2000" dirty="0"/>
          </a:p>
        </p:txBody>
      </p:sp>
      <p:sp>
        <p:nvSpPr>
          <p:cNvPr id="14" name="s15_t_11"/>
          <p:cNvSpPr txBox="1"/>
          <p:nvPr/>
        </p:nvSpPr>
        <p:spPr>
          <a:xfrm>
            <a:off x="2926080" y="3081528"/>
            <a:ext cx="8092440" cy="502920"/>
          </a:xfrm>
          <a:prstGeom prst="rect">
            <a:avLst/>
          </a:prstGeom>
          <a:noFill/>
          <a:ln/>
        </p:spPr>
        <p:txBody>
          <a:bodyPr wrap="square" lIns="762" tIns="762" rIns="762" bIns="762" rtlCol="0" anchor="ctr"/>
          <a:lstStyle/>
          <a:p>
            <a:pPr rtl="1" algn="r" indent="0" marL="0">
              <a:lnSpc>
                <a:spcPct val="108000"/>
              </a:lnSpc>
              <a:buNone/>
            </a:pPr>
            <a:r>
              <a:rPr lang="ar-SA" altLang="en-US" sz="2100" b="1" dirty="0">
                <a:solidFill>
                  <a:srgbClr val="34405E"/>
                </a:solidFill>
                <a:latin typeface="Tahoma" pitchFamily="34" charset="0"/>
                <a:ea typeface="Tahoma" pitchFamily="34" charset="-122"/>
                <a:cs typeface="Tahoma" pitchFamily="34" charset="-120"/>
              </a:rPr>
              <a:t>جميع الأنظمة البيئية المائية مياهها مالحة.</a:t>
            </a:r>
            <a:endParaRPr lang="ar-SA" sz="2100" dirty="0"/>
          </a:p>
        </p:txBody>
      </p:sp>
      <p:pic>
        <p:nvPicPr>
          <p:cNvPr id="15" name="s15_pic_12" descr="/tmp/claude-0/-home-user-Scienceshamah/8386cda7-7741-5ea4-8952-60ee8e67fc31/scratchpad/w/img/card_345x158_FFC2C2_s_i.png">    </p:cNvPr>
          <p:cNvPicPr>
            <a:picLocks noChangeAspect="1"/>
          </p:cNvPicPr>
          <p:nvPr/>
        </p:nvPicPr>
        <p:blipFill>
          <a:blip r:embed="rId8"/>
          <a:stretch>
            <a:fillRect/>
          </a:stretch>
        </p:blipFill>
        <p:spPr>
          <a:xfrm>
            <a:off x="502920" y="3035808"/>
            <a:ext cx="2103120" cy="960120"/>
          </a:xfrm>
          <a:prstGeom prst="rect">
            <a:avLst/>
          </a:prstGeom>
        </p:spPr>
      </p:pic>
      <p:sp>
        <p:nvSpPr>
          <p:cNvPr id="16" name="s15_t_13"/>
          <p:cNvSpPr txBox="1"/>
          <p:nvPr/>
        </p:nvSpPr>
        <p:spPr>
          <a:xfrm>
            <a:off x="548640" y="3127248"/>
            <a:ext cx="2011680" cy="777240"/>
          </a:xfrm>
          <a:prstGeom prst="rect">
            <a:avLst/>
          </a:prstGeom>
          <a:noFill/>
          <a:ln/>
        </p:spPr>
        <p:txBody>
          <a:bodyPr wrap="square" lIns="762" tIns="762" rIns="762" bIns="762" rtlCol="0" anchor="ctr"/>
          <a:lstStyle/>
          <a:p>
            <a:pPr rtl="1" algn="ctr" indent="0" marL="0">
              <a:lnSpc>
                <a:spcPct val="108000"/>
              </a:lnSpc>
              <a:buNone/>
            </a:pPr>
            <a:r>
              <a:rPr lang="ar-SA" altLang="en-US" sz="2600" b="1" dirty="0">
                <a:solidFill>
                  <a:srgbClr val="D23B3B"/>
                </a:solidFill>
                <a:latin typeface="Tahoma" pitchFamily="34" charset="0"/>
                <a:ea typeface="Tahoma" pitchFamily="34" charset="-122"/>
                <a:cs typeface="Tahoma" pitchFamily="34" charset="-120"/>
              </a:rPr>
              <a:t>✘ خطأ</a:t>
            </a:r>
            <a:endParaRPr lang="ar-SA" sz="2600" dirty="0"/>
          </a:p>
        </p:txBody>
      </p:sp>
      <p:sp>
        <p:nvSpPr>
          <p:cNvPr id="17" name="s15_t_14"/>
          <p:cNvSpPr txBox="1"/>
          <p:nvPr/>
        </p:nvSpPr>
        <p:spPr>
          <a:xfrm>
            <a:off x="2926080" y="3520440"/>
            <a:ext cx="8092440" cy="438912"/>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D23B3B"/>
                </a:solidFill>
                <a:latin typeface="Tahoma" pitchFamily="34" charset="0"/>
                <a:ea typeface="Tahoma" pitchFamily="34" charset="-122"/>
                <a:cs typeface="Tahoma" pitchFamily="34" charset="-120"/>
              </a:rPr>
              <a:t>التصحيح: قد تكون مياهها عذبة أو مالحة.</a:t>
            </a:r>
            <a:endParaRPr lang="ar-SA" sz="1800" dirty="0"/>
          </a:p>
        </p:txBody>
      </p:sp>
      <p:pic>
        <p:nvPicPr>
          <p:cNvPr id="18" name="s15_pic_15" descr="/tmp/claude-0/-home-user-Scienceshamah/8386cda7-7741-5ea4-8952-60ee8e67fc31/scratchpad/w/img/card_1478x158_FFFFFF_s_i.png">    </p:cNvPr>
          <p:cNvPicPr>
            <a:picLocks noChangeAspect="1"/>
          </p:cNvPicPr>
          <p:nvPr/>
        </p:nvPicPr>
        <p:blipFill>
          <a:blip r:embed="rId9"/>
          <a:stretch>
            <a:fillRect/>
          </a:stretch>
        </p:blipFill>
        <p:spPr>
          <a:xfrm>
            <a:off x="2743200" y="4105656"/>
            <a:ext cx="9006840" cy="960120"/>
          </a:xfrm>
          <a:prstGeom prst="rect">
            <a:avLst/>
          </a:prstGeom>
        </p:spPr>
      </p:pic>
      <p:sp>
        <p:nvSpPr>
          <p:cNvPr id="19" name="s15_t_16"/>
          <p:cNvSpPr txBox="1"/>
          <p:nvPr/>
        </p:nvSpPr>
        <p:spPr>
          <a:xfrm>
            <a:off x="11109960" y="4306824"/>
            <a:ext cx="548640" cy="548640"/>
          </a:xfrm>
          <a:prstGeom prst="ellipse">
            <a:avLst/>
          </a:prstGeom>
          <a:solidFill>
            <a:srgbClr val="34405E"/>
          </a:solidFill>
          <a:ln/>
        </p:spPr>
        <p:txBody>
          <a:bodyPr wrap="square" lIns="0" tIns="0" rIns="0" bIns="0" rtlCol="0" anchor="ctr"/>
          <a:lstStyle/>
          <a:p>
            <a:pPr rtl="1" algn="ctr" indent="0" marL="0">
              <a:lnSpc>
                <a:spcPct val="108000"/>
              </a:lnSpc>
              <a:buNone/>
            </a:pPr>
            <a:r>
              <a:rPr lang="ar-SA" altLang="en-US" sz="2000" b="1" dirty="0">
                <a:solidFill>
                  <a:srgbClr val="FFFFFF"/>
                </a:solidFill>
                <a:latin typeface="Tahoma" pitchFamily="34" charset="0"/>
                <a:ea typeface="Tahoma" pitchFamily="34" charset="-122"/>
                <a:cs typeface="Tahoma" pitchFamily="34" charset="-120"/>
              </a:rPr>
              <a:t>٣</a:t>
            </a:r>
            <a:endParaRPr lang="ar-SA" sz="2000" dirty="0"/>
          </a:p>
        </p:txBody>
      </p:sp>
      <p:sp>
        <p:nvSpPr>
          <p:cNvPr id="20" name="s15_t_17"/>
          <p:cNvSpPr txBox="1"/>
          <p:nvPr/>
        </p:nvSpPr>
        <p:spPr>
          <a:xfrm>
            <a:off x="2926080" y="4151376"/>
            <a:ext cx="8092440" cy="868680"/>
          </a:xfrm>
          <a:prstGeom prst="rect">
            <a:avLst/>
          </a:prstGeom>
          <a:noFill/>
          <a:ln/>
        </p:spPr>
        <p:txBody>
          <a:bodyPr wrap="square" lIns="762" tIns="762" rIns="762" bIns="762" rtlCol="0" anchor="ctr"/>
          <a:lstStyle/>
          <a:p>
            <a:pPr rtl="1" algn="r" indent="0" marL="0">
              <a:lnSpc>
                <a:spcPct val="108000"/>
              </a:lnSpc>
              <a:buNone/>
            </a:pPr>
            <a:r>
              <a:rPr lang="ar-SA" altLang="en-US" sz="2100" b="1" dirty="0">
                <a:solidFill>
                  <a:srgbClr val="34405E"/>
                </a:solidFill>
                <a:latin typeface="Tahoma" pitchFamily="34" charset="0"/>
                <a:ea typeface="Tahoma" pitchFamily="34" charset="-122"/>
                <a:cs typeface="Tahoma" pitchFamily="34" charset="-120"/>
              </a:rPr>
              <a:t>تعد الأنهار والبحيرات من الأنظمة البيئية المائية.</a:t>
            </a:r>
            <a:endParaRPr lang="ar-SA" sz="2100" dirty="0"/>
          </a:p>
        </p:txBody>
      </p:sp>
      <p:pic>
        <p:nvPicPr>
          <p:cNvPr id="21" name="s15_pic_18" descr="/tmp/claude-0/-home-user-Scienceshamah/8386cda7-7741-5ea4-8952-60ee8e67fc31/scratchpad/w/img/card_345x158_9FE3A6_s_i.png">    </p:cNvPr>
          <p:cNvPicPr>
            <a:picLocks noChangeAspect="1"/>
          </p:cNvPicPr>
          <p:nvPr/>
        </p:nvPicPr>
        <p:blipFill>
          <a:blip r:embed="rId10"/>
          <a:stretch>
            <a:fillRect/>
          </a:stretch>
        </p:blipFill>
        <p:spPr>
          <a:xfrm>
            <a:off x="502920" y="4105656"/>
            <a:ext cx="2103120" cy="960120"/>
          </a:xfrm>
          <a:prstGeom prst="rect">
            <a:avLst/>
          </a:prstGeom>
        </p:spPr>
      </p:pic>
      <p:sp>
        <p:nvSpPr>
          <p:cNvPr id="22" name="s15_t_19"/>
          <p:cNvSpPr txBox="1"/>
          <p:nvPr/>
        </p:nvSpPr>
        <p:spPr>
          <a:xfrm>
            <a:off x="548640" y="4197096"/>
            <a:ext cx="2011680" cy="777240"/>
          </a:xfrm>
          <a:prstGeom prst="rect">
            <a:avLst/>
          </a:prstGeom>
          <a:noFill/>
          <a:ln/>
        </p:spPr>
        <p:txBody>
          <a:bodyPr wrap="square" lIns="762" tIns="762" rIns="762" bIns="762" rtlCol="0" anchor="ctr"/>
          <a:lstStyle/>
          <a:p>
            <a:pPr rtl="1" algn="ctr" indent="0" marL="0">
              <a:lnSpc>
                <a:spcPct val="108000"/>
              </a:lnSpc>
              <a:buNone/>
            </a:pPr>
            <a:r>
              <a:rPr lang="ar-SA" altLang="en-US" sz="2600" b="1" dirty="0">
                <a:solidFill>
                  <a:srgbClr val="2F8A3A"/>
                </a:solidFill>
                <a:latin typeface="Tahoma" pitchFamily="34" charset="0"/>
                <a:ea typeface="Tahoma" pitchFamily="34" charset="-122"/>
                <a:cs typeface="Tahoma" pitchFamily="34" charset="-120"/>
              </a:rPr>
              <a:t>✔ صح</a:t>
            </a:r>
            <a:endParaRPr lang="ar-SA" sz="2600" dirty="0"/>
          </a:p>
        </p:txBody>
      </p:sp>
      <p:pic>
        <p:nvPicPr>
          <p:cNvPr id="23" name="s15_pic_20" descr="/tmp/claude-0/-home-user-Scienceshamah/8386cda7-7741-5ea4-8952-60ee8e67fc31/scratchpad/w/img/card_1478x158_FFFFFF_s_i.png">    </p:cNvPr>
          <p:cNvPicPr>
            <a:picLocks noChangeAspect="1"/>
          </p:cNvPicPr>
          <p:nvPr/>
        </p:nvPicPr>
        <p:blipFill>
          <a:blip r:embed="rId11"/>
          <a:stretch>
            <a:fillRect/>
          </a:stretch>
        </p:blipFill>
        <p:spPr>
          <a:xfrm>
            <a:off x="2743200" y="5175504"/>
            <a:ext cx="9006840" cy="960120"/>
          </a:xfrm>
          <a:prstGeom prst="rect">
            <a:avLst/>
          </a:prstGeom>
        </p:spPr>
      </p:pic>
      <p:sp>
        <p:nvSpPr>
          <p:cNvPr id="24" name="s15_t_21"/>
          <p:cNvSpPr txBox="1"/>
          <p:nvPr/>
        </p:nvSpPr>
        <p:spPr>
          <a:xfrm>
            <a:off x="11109960" y="5376672"/>
            <a:ext cx="548640" cy="548640"/>
          </a:xfrm>
          <a:prstGeom prst="ellipse">
            <a:avLst/>
          </a:prstGeom>
          <a:solidFill>
            <a:srgbClr val="34405E"/>
          </a:solidFill>
          <a:ln/>
        </p:spPr>
        <p:txBody>
          <a:bodyPr wrap="square" lIns="0" tIns="0" rIns="0" bIns="0" rtlCol="0" anchor="ctr"/>
          <a:lstStyle/>
          <a:p>
            <a:pPr rtl="1" algn="ctr" indent="0" marL="0">
              <a:lnSpc>
                <a:spcPct val="108000"/>
              </a:lnSpc>
              <a:buNone/>
            </a:pPr>
            <a:r>
              <a:rPr lang="ar-SA" altLang="en-US" sz="2000" b="1" dirty="0">
                <a:solidFill>
                  <a:srgbClr val="FFFFFF"/>
                </a:solidFill>
                <a:latin typeface="Tahoma" pitchFamily="34" charset="0"/>
                <a:ea typeface="Tahoma" pitchFamily="34" charset="-122"/>
                <a:cs typeface="Tahoma" pitchFamily="34" charset="-120"/>
              </a:rPr>
              <a:t>٤</a:t>
            </a:r>
            <a:endParaRPr lang="ar-SA" sz="2000" dirty="0"/>
          </a:p>
        </p:txBody>
      </p:sp>
      <p:sp>
        <p:nvSpPr>
          <p:cNvPr id="25" name="s15_t_22"/>
          <p:cNvSpPr txBox="1"/>
          <p:nvPr/>
        </p:nvSpPr>
        <p:spPr>
          <a:xfrm>
            <a:off x="2926080" y="5221224"/>
            <a:ext cx="8092440" cy="502920"/>
          </a:xfrm>
          <a:prstGeom prst="rect">
            <a:avLst/>
          </a:prstGeom>
          <a:noFill/>
          <a:ln/>
        </p:spPr>
        <p:txBody>
          <a:bodyPr wrap="square" lIns="762" tIns="762" rIns="762" bIns="762" rtlCol="0" anchor="ctr"/>
          <a:lstStyle/>
          <a:p>
            <a:pPr rtl="1" algn="r" indent="0" marL="0">
              <a:lnSpc>
                <a:spcPct val="108000"/>
              </a:lnSpc>
              <a:buNone/>
            </a:pPr>
            <a:r>
              <a:rPr lang="ar-SA" altLang="en-US" sz="2100" b="1" dirty="0">
                <a:solidFill>
                  <a:srgbClr val="34405E"/>
                </a:solidFill>
                <a:latin typeface="Tahoma" pitchFamily="34" charset="0"/>
                <a:ea typeface="Tahoma" pitchFamily="34" charset="-122"/>
                <a:cs typeface="Tahoma" pitchFamily="34" charset="-120"/>
              </a:rPr>
              <a:t>جميع الأنظمة البيئية المائية مياهها راكدة.</a:t>
            </a:r>
            <a:endParaRPr lang="ar-SA" sz="2100" dirty="0"/>
          </a:p>
        </p:txBody>
      </p:sp>
      <p:pic>
        <p:nvPicPr>
          <p:cNvPr id="26" name="s15_pic_23" descr="/tmp/claude-0/-home-user-Scienceshamah/8386cda7-7741-5ea4-8952-60ee8e67fc31/scratchpad/w/img/card_345x158_FFC2C2_s_i.png">    </p:cNvPr>
          <p:cNvPicPr>
            <a:picLocks noChangeAspect="1"/>
          </p:cNvPicPr>
          <p:nvPr/>
        </p:nvPicPr>
        <p:blipFill>
          <a:blip r:embed="rId12"/>
          <a:stretch>
            <a:fillRect/>
          </a:stretch>
        </p:blipFill>
        <p:spPr>
          <a:xfrm>
            <a:off x="502920" y="5175504"/>
            <a:ext cx="2103120" cy="960120"/>
          </a:xfrm>
          <a:prstGeom prst="rect">
            <a:avLst/>
          </a:prstGeom>
        </p:spPr>
      </p:pic>
      <p:sp>
        <p:nvSpPr>
          <p:cNvPr id="27" name="s15_t_24"/>
          <p:cNvSpPr txBox="1"/>
          <p:nvPr/>
        </p:nvSpPr>
        <p:spPr>
          <a:xfrm>
            <a:off x="548640" y="5266944"/>
            <a:ext cx="2011680" cy="777240"/>
          </a:xfrm>
          <a:prstGeom prst="rect">
            <a:avLst/>
          </a:prstGeom>
          <a:noFill/>
          <a:ln/>
        </p:spPr>
        <p:txBody>
          <a:bodyPr wrap="square" lIns="762" tIns="762" rIns="762" bIns="762" rtlCol="0" anchor="ctr"/>
          <a:lstStyle/>
          <a:p>
            <a:pPr rtl="1" algn="ctr" indent="0" marL="0">
              <a:lnSpc>
                <a:spcPct val="108000"/>
              </a:lnSpc>
              <a:buNone/>
            </a:pPr>
            <a:r>
              <a:rPr lang="ar-SA" altLang="en-US" sz="2600" b="1" dirty="0">
                <a:solidFill>
                  <a:srgbClr val="D23B3B"/>
                </a:solidFill>
                <a:latin typeface="Tahoma" pitchFamily="34" charset="0"/>
                <a:ea typeface="Tahoma" pitchFamily="34" charset="-122"/>
                <a:cs typeface="Tahoma" pitchFamily="34" charset="-120"/>
              </a:rPr>
              <a:t>✘ خطأ</a:t>
            </a:r>
            <a:endParaRPr lang="ar-SA" sz="2600" dirty="0"/>
          </a:p>
        </p:txBody>
      </p:sp>
      <p:sp>
        <p:nvSpPr>
          <p:cNvPr id="28" name="s15_t_25"/>
          <p:cNvSpPr txBox="1"/>
          <p:nvPr/>
        </p:nvSpPr>
        <p:spPr>
          <a:xfrm>
            <a:off x="2926080" y="5660136"/>
            <a:ext cx="8092440" cy="438912"/>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D23B3B"/>
                </a:solidFill>
                <a:latin typeface="Tahoma" pitchFamily="34" charset="0"/>
                <a:ea typeface="Tahoma" pitchFamily="34" charset="-122"/>
                <a:cs typeface="Tahoma" pitchFamily="34" charset="-120"/>
              </a:rPr>
              <a:t>التصحيح: قد تكون مياهها راكدة أو جارية.</a:t>
            </a:r>
            <a:endParaRPr lang="ar-SA" sz="1800" dirty="0"/>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500"/>
                                        <p:tgtEl>
                                          <p:spTgt spid="7"/>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20" presetID="53"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5" presetID="53" presetClass="entr" presetSubtype="16"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30"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3"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6"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43" presetID="53" presetClass="entr" presetSubtype="16"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p:cTn id="40" dur="500" fill="hold"/>
                                        <p:tgtEl>
                                          <p:spTgt spid="15"/>
                                        </p:tgtEl>
                                        <p:attrNameLst>
                                          <p:attrName>ppt_w</p:attrName>
                                        </p:attrNameLst>
                                      </p:cBhvr>
                                      <p:tavLst>
                                        <p:tav tm="0">
                                          <p:val>
                                            <p:fltVal val="0"/>
                                          </p:val>
                                        </p:tav>
                                        <p:tav tm="100000">
                                          <p:val>
                                            <p:strVal val="#ppt_w"/>
                                          </p:val>
                                        </p:tav>
                                      </p:tavLst>
                                    </p:anim>
                                    <p:anim calcmode="lin" valueType="num">
                                      <p:cBhvr>
                                        <p:cTn id="41" dur="500" fill="hold"/>
                                        <p:tgtEl>
                                          <p:spTgt spid="15"/>
                                        </p:tgtEl>
                                        <p:attrNameLst>
                                          <p:attrName>ppt_h</p:attrName>
                                        </p:attrNameLst>
                                      </p:cBhvr>
                                      <p:tavLst>
                                        <p:tav tm="0">
                                          <p:val>
                                            <p:fltVal val="0"/>
                                          </p:val>
                                        </p:tav>
                                        <p:tav tm="100000">
                                          <p:val>
                                            <p:strVal val="#ppt_h"/>
                                          </p:val>
                                        </p:tav>
                                      </p:tavLst>
                                    </p:anim>
                                    <p:animEffect transition="in" filter="fade">
                                      <p:cBhvr>
                                        <p:cTn id="42" dur="500"/>
                                        <p:tgtEl>
                                          <p:spTgt spid="15"/>
                                        </p:tgtEl>
                                      </p:cBhvr>
                                    </p:animEffect>
                                  </p:childTnLst>
                                </p:cTn>
                              </p:par>
                              <p:par>
                                <p:cTn id="48" presetID="53" presetClass="entr" presetSubtype="16"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p:cTn id="45" dur="500" fill="hold"/>
                                        <p:tgtEl>
                                          <p:spTgt spid="16"/>
                                        </p:tgtEl>
                                        <p:attrNameLst>
                                          <p:attrName>ppt_w</p:attrName>
                                        </p:attrNameLst>
                                      </p:cBhvr>
                                      <p:tavLst>
                                        <p:tav tm="0">
                                          <p:val>
                                            <p:fltVal val="0"/>
                                          </p:val>
                                        </p:tav>
                                        <p:tav tm="100000">
                                          <p:val>
                                            <p:strVal val="#ppt_w"/>
                                          </p:val>
                                        </p:tav>
                                      </p:tavLst>
                                    </p:anim>
                                    <p:anim calcmode="lin" valueType="num">
                                      <p:cBhvr>
                                        <p:cTn id="46" dur="500" fill="hold"/>
                                        <p:tgtEl>
                                          <p:spTgt spid="16"/>
                                        </p:tgtEl>
                                        <p:attrNameLst>
                                          <p:attrName>ppt_h</p:attrName>
                                        </p:attrNameLst>
                                      </p:cBhvr>
                                      <p:tavLst>
                                        <p:tav tm="0">
                                          <p:val>
                                            <p:fltVal val="0"/>
                                          </p:val>
                                        </p:tav>
                                        <p:tav tm="100000">
                                          <p:val>
                                            <p:strVal val="#ppt_h"/>
                                          </p:val>
                                        </p:tav>
                                      </p:tavLst>
                                    </p:anim>
                                    <p:animEffect transition="in" filter="fade">
                                      <p:cBhvr>
                                        <p:cTn id="47" dur="500"/>
                                        <p:tgtEl>
                                          <p:spTgt spid="16"/>
                                        </p:tgtEl>
                                      </p:cBhvr>
                                    </p:animEffect>
                                  </p:childTnLst>
                                </p:cTn>
                              </p:par>
                              <p:par>
                                <p:cTn id="51" presetID="10" presetClass="entr" presetSubtype="0" fill="hold" grpId="0" nodeType="withEffect">
                                  <p:stCondLst>
                                    <p:cond delay="35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childTnLst>
                    </p:cTn>
                  </p:par>
                  <p:par>
                    <p:cTn id="52" fill="hold">
                      <p:stCondLst>
                        <p:cond delay="indefinite"/>
                      </p:stCondLst>
                      <p:childTnLst>
                        <p:par>
                          <p:cTn id="53" fill="hold">
                            <p:stCondLst>
                              <p:cond delay="0"/>
                            </p:stCondLst>
                            <p:childTnLst>
                              <p:par>
                                <p:cTn id="56" presetID="10"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9"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62"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9" presetID="53" presetClass="entr" presetSubtype="16" fill="hold" grpId="0" nodeType="clickEffect">
                                  <p:stCondLst>
                                    <p:cond delay="0"/>
                                  </p:stCondLst>
                                  <p:childTnLst>
                                    <p:set>
                                      <p:cBhvr>
                                        <p:cTn id="65" dur="1" fill="hold">
                                          <p:stCondLst>
                                            <p:cond delay="0"/>
                                          </p:stCondLst>
                                        </p:cTn>
                                        <p:tgtEl>
                                          <p:spTgt spid="21"/>
                                        </p:tgtEl>
                                        <p:attrNameLst>
                                          <p:attrName>style.visibility</p:attrName>
                                        </p:attrNameLst>
                                      </p:cBhvr>
                                      <p:to>
                                        <p:strVal val="visible"/>
                                      </p:to>
                                    </p:set>
                                    <p:anim calcmode="lin" valueType="num">
                                      <p:cBhvr>
                                        <p:cTn id="66" dur="500" fill="hold"/>
                                        <p:tgtEl>
                                          <p:spTgt spid="21"/>
                                        </p:tgtEl>
                                        <p:attrNameLst>
                                          <p:attrName>ppt_w</p:attrName>
                                        </p:attrNameLst>
                                      </p:cBhvr>
                                      <p:tavLst>
                                        <p:tav tm="0">
                                          <p:val>
                                            <p:fltVal val="0"/>
                                          </p:val>
                                        </p:tav>
                                        <p:tav tm="100000">
                                          <p:val>
                                            <p:strVal val="#ppt_w"/>
                                          </p:val>
                                        </p:tav>
                                      </p:tavLst>
                                    </p:anim>
                                    <p:anim calcmode="lin" valueType="num">
                                      <p:cBhvr>
                                        <p:cTn id="67" dur="500" fill="hold"/>
                                        <p:tgtEl>
                                          <p:spTgt spid="21"/>
                                        </p:tgtEl>
                                        <p:attrNameLst>
                                          <p:attrName>ppt_h</p:attrName>
                                        </p:attrNameLst>
                                      </p:cBhvr>
                                      <p:tavLst>
                                        <p:tav tm="0">
                                          <p:val>
                                            <p:fltVal val="0"/>
                                          </p:val>
                                        </p:tav>
                                        <p:tav tm="100000">
                                          <p:val>
                                            <p:strVal val="#ppt_h"/>
                                          </p:val>
                                        </p:tav>
                                      </p:tavLst>
                                    </p:anim>
                                    <p:animEffect transition="in" filter="fade">
                                      <p:cBhvr>
                                        <p:cTn id="68" dur="500"/>
                                        <p:tgtEl>
                                          <p:spTgt spid="21"/>
                                        </p:tgtEl>
                                      </p:cBhvr>
                                    </p:animEffect>
                                  </p:childTnLst>
                                </p:cTn>
                              </p:par>
                              <p:par>
                                <p:cTn id="74" presetID="53" presetClass="entr" presetSubtype="16"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p:cTn id="71" dur="500" fill="hold"/>
                                        <p:tgtEl>
                                          <p:spTgt spid="22"/>
                                        </p:tgtEl>
                                        <p:attrNameLst>
                                          <p:attrName>ppt_w</p:attrName>
                                        </p:attrNameLst>
                                      </p:cBhvr>
                                      <p:tavLst>
                                        <p:tav tm="0">
                                          <p:val>
                                            <p:fltVal val="0"/>
                                          </p:val>
                                        </p:tav>
                                        <p:tav tm="100000">
                                          <p:val>
                                            <p:strVal val="#ppt_w"/>
                                          </p:val>
                                        </p:tav>
                                      </p:tavLst>
                                    </p:anim>
                                    <p:anim calcmode="lin" valueType="num">
                                      <p:cBhvr>
                                        <p:cTn id="72" dur="500" fill="hold"/>
                                        <p:tgtEl>
                                          <p:spTgt spid="22"/>
                                        </p:tgtEl>
                                        <p:attrNameLst>
                                          <p:attrName>ppt_h</p:attrName>
                                        </p:attrNameLst>
                                      </p:cBhvr>
                                      <p:tavLst>
                                        <p:tav tm="0">
                                          <p:val>
                                            <p:fltVal val="0"/>
                                          </p:val>
                                        </p:tav>
                                        <p:tav tm="100000">
                                          <p:val>
                                            <p:strVal val="#ppt_h"/>
                                          </p:val>
                                        </p:tav>
                                      </p:tavLst>
                                    </p:anim>
                                    <p:animEffect transition="in" filter="fade">
                                      <p:cBhvr>
                                        <p:cTn id="73" dur="500"/>
                                        <p:tgtEl>
                                          <p:spTgt spid="22"/>
                                        </p:tgtEl>
                                      </p:cBhvr>
                                    </p:animEffect>
                                  </p:childTnLst>
                                </p:cTn>
                              </p:par>
                            </p:childTnLst>
                          </p:cTn>
                        </p:par>
                      </p:childTnLst>
                    </p:cTn>
                  </p:par>
                  <p:par>
                    <p:cTn id="75" fill="hold">
                      <p:stCondLst>
                        <p:cond delay="indefinite"/>
                      </p:stCondLst>
                      <p:childTnLst>
                        <p:par>
                          <p:cTn id="76" fill="hold">
                            <p:stCondLst>
                              <p:cond delay="0"/>
                            </p:stCondLst>
                            <p:childTnLst>
                              <p:par>
                                <p:cTn id="79" presetID="10" presetClass="entr" presetSubtype="0" fill="hold" grpId="0" nodeType="click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fade">
                                      <p:cBhvr>
                                        <p:cTn id="78" dur="500"/>
                                        <p:tgtEl>
                                          <p:spTgt spid="23"/>
                                        </p:tgtEl>
                                      </p:cBhvr>
                                    </p:animEffect>
                                  </p:childTnLst>
                                </p:cTn>
                              </p:par>
                              <p:par>
                                <p:cTn id="82" presetID="10" presetClass="entr" presetSubtype="0" fill="hold" grpId="0" nodeType="with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500"/>
                                        <p:tgtEl>
                                          <p:spTgt spid="24"/>
                                        </p:tgtEl>
                                      </p:cBhvr>
                                    </p:animEffect>
                                  </p:childTnLst>
                                </p:cTn>
                              </p:par>
                              <p:par>
                                <p:cTn id="85" presetID="10" presetClass="entr" presetSubtype="0" fill="hold" grpId="0" nodeType="with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500"/>
                                        <p:tgtEl>
                                          <p:spTgt spid="25"/>
                                        </p:tgtEl>
                                      </p:cBhvr>
                                    </p:animEffect>
                                  </p:childTnLst>
                                </p:cTn>
                              </p:par>
                            </p:childTnLst>
                          </p:cTn>
                        </p:par>
                      </p:childTnLst>
                    </p:cTn>
                  </p:par>
                  <p:par>
                    <p:cTn id="86" fill="hold">
                      <p:stCondLst>
                        <p:cond delay="indefinite"/>
                      </p:stCondLst>
                      <p:childTnLst>
                        <p:par>
                          <p:cTn id="87" fill="hold">
                            <p:stCondLst>
                              <p:cond delay="0"/>
                            </p:stCondLst>
                            <p:childTnLst>
                              <p:par>
                                <p:cTn id="92" presetID="53" presetClass="entr" presetSubtype="16" fill="hold" grpId="0" nodeType="clickEffect">
                                  <p:stCondLst>
                                    <p:cond delay="0"/>
                                  </p:stCondLst>
                                  <p:childTnLst>
                                    <p:set>
                                      <p:cBhvr>
                                        <p:cTn id="88" dur="1" fill="hold">
                                          <p:stCondLst>
                                            <p:cond delay="0"/>
                                          </p:stCondLst>
                                        </p:cTn>
                                        <p:tgtEl>
                                          <p:spTgt spid="26"/>
                                        </p:tgtEl>
                                        <p:attrNameLst>
                                          <p:attrName>style.visibility</p:attrName>
                                        </p:attrNameLst>
                                      </p:cBhvr>
                                      <p:to>
                                        <p:strVal val="visible"/>
                                      </p:to>
                                    </p:set>
                                    <p:anim calcmode="lin" valueType="num">
                                      <p:cBhvr>
                                        <p:cTn id="89" dur="500" fill="hold"/>
                                        <p:tgtEl>
                                          <p:spTgt spid="26"/>
                                        </p:tgtEl>
                                        <p:attrNameLst>
                                          <p:attrName>ppt_w</p:attrName>
                                        </p:attrNameLst>
                                      </p:cBhvr>
                                      <p:tavLst>
                                        <p:tav tm="0">
                                          <p:val>
                                            <p:fltVal val="0"/>
                                          </p:val>
                                        </p:tav>
                                        <p:tav tm="100000">
                                          <p:val>
                                            <p:strVal val="#ppt_w"/>
                                          </p:val>
                                        </p:tav>
                                      </p:tavLst>
                                    </p:anim>
                                    <p:anim calcmode="lin" valueType="num">
                                      <p:cBhvr>
                                        <p:cTn id="90" dur="500" fill="hold"/>
                                        <p:tgtEl>
                                          <p:spTgt spid="26"/>
                                        </p:tgtEl>
                                        <p:attrNameLst>
                                          <p:attrName>ppt_h</p:attrName>
                                        </p:attrNameLst>
                                      </p:cBhvr>
                                      <p:tavLst>
                                        <p:tav tm="0">
                                          <p:val>
                                            <p:fltVal val="0"/>
                                          </p:val>
                                        </p:tav>
                                        <p:tav tm="100000">
                                          <p:val>
                                            <p:strVal val="#ppt_h"/>
                                          </p:val>
                                        </p:tav>
                                      </p:tavLst>
                                    </p:anim>
                                    <p:animEffect transition="in" filter="fade">
                                      <p:cBhvr>
                                        <p:cTn id="91" dur="500"/>
                                        <p:tgtEl>
                                          <p:spTgt spid="26"/>
                                        </p:tgtEl>
                                      </p:cBhvr>
                                    </p:animEffect>
                                  </p:childTnLst>
                                </p:cTn>
                              </p:par>
                              <p:par>
                                <p:cTn id="97" presetID="53" presetClass="entr" presetSubtype="16" fill="hold" grpId="0" nodeType="withEffect">
                                  <p:stCondLst>
                                    <p:cond delay="0"/>
                                  </p:stCondLst>
                                  <p:childTnLst>
                                    <p:set>
                                      <p:cBhvr>
                                        <p:cTn id="93" dur="1" fill="hold">
                                          <p:stCondLst>
                                            <p:cond delay="0"/>
                                          </p:stCondLst>
                                        </p:cTn>
                                        <p:tgtEl>
                                          <p:spTgt spid="27"/>
                                        </p:tgtEl>
                                        <p:attrNameLst>
                                          <p:attrName>style.visibility</p:attrName>
                                        </p:attrNameLst>
                                      </p:cBhvr>
                                      <p:to>
                                        <p:strVal val="visible"/>
                                      </p:to>
                                    </p:set>
                                    <p:anim calcmode="lin" valueType="num">
                                      <p:cBhvr>
                                        <p:cTn id="94" dur="500" fill="hold"/>
                                        <p:tgtEl>
                                          <p:spTgt spid="27"/>
                                        </p:tgtEl>
                                        <p:attrNameLst>
                                          <p:attrName>ppt_w</p:attrName>
                                        </p:attrNameLst>
                                      </p:cBhvr>
                                      <p:tavLst>
                                        <p:tav tm="0">
                                          <p:val>
                                            <p:fltVal val="0"/>
                                          </p:val>
                                        </p:tav>
                                        <p:tav tm="100000">
                                          <p:val>
                                            <p:strVal val="#ppt_w"/>
                                          </p:val>
                                        </p:tav>
                                      </p:tavLst>
                                    </p:anim>
                                    <p:anim calcmode="lin" valueType="num">
                                      <p:cBhvr>
                                        <p:cTn id="95" dur="500" fill="hold"/>
                                        <p:tgtEl>
                                          <p:spTgt spid="27"/>
                                        </p:tgtEl>
                                        <p:attrNameLst>
                                          <p:attrName>ppt_h</p:attrName>
                                        </p:attrNameLst>
                                      </p:cBhvr>
                                      <p:tavLst>
                                        <p:tav tm="0">
                                          <p:val>
                                            <p:fltVal val="0"/>
                                          </p:val>
                                        </p:tav>
                                        <p:tav tm="100000">
                                          <p:val>
                                            <p:strVal val="#ppt_h"/>
                                          </p:val>
                                        </p:tav>
                                      </p:tavLst>
                                    </p:anim>
                                    <p:animEffect transition="in" filter="fade">
                                      <p:cBhvr>
                                        <p:cTn id="96" dur="500"/>
                                        <p:tgtEl>
                                          <p:spTgt spid="27"/>
                                        </p:tgtEl>
                                      </p:cBhvr>
                                    </p:animEffect>
                                  </p:childTnLst>
                                </p:cTn>
                              </p:par>
                              <p:par>
                                <p:cTn id="100" presetID="10" presetClass="entr" presetSubtype="0" fill="hold" grpId="0" nodeType="withEffect">
                                  <p:stCondLst>
                                    <p:cond delay="350"/>
                                  </p:stCondLst>
                                  <p:childTnLst>
                                    <p:set>
                                      <p:cBhvr>
                                        <p:cTn id="98" dur="1" fill="hold">
                                          <p:stCondLst>
                                            <p:cond delay="0"/>
                                          </p:stCondLst>
                                        </p:cTn>
                                        <p:tgtEl>
                                          <p:spTgt spid="28"/>
                                        </p:tgtEl>
                                        <p:attrNameLst>
                                          <p:attrName>style.visibility</p:attrName>
                                        </p:attrNameLst>
                                      </p:cBhvr>
                                      <p:to>
                                        <p:strVal val="visible"/>
                                      </p:to>
                                    </p:set>
                                    <p:animEffect transition="in" filter="fade">
                                      <p:cBhvr>
                                        <p:cTn id="9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6_title" descr="أختبر نفسي">    </p:cNvPr>
          <p:cNvPicPr>
            <a:picLocks noChangeAspect="1"/>
          </p:cNvPicPr>
          <p:nvPr/>
        </p:nvPicPr>
        <p:blipFill>
          <a:blip r:embed="rId2"/>
          <a:stretch>
            <a:fillRect/>
          </a:stretch>
        </p:blipFill>
        <p:spPr>
          <a:xfrm>
            <a:off x="9153198" y="109728"/>
            <a:ext cx="2688282" cy="868680"/>
          </a:xfrm>
          <a:prstGeom prst="rect">
            <a:avLst/>
          </a:prstGeom>
        </p:spPr>
      </p:pic>
      <p:sp>
        <p:nvSpPr>
          <p:cNvPr id="3" name="s16_strategy"/>
          <p:cNvSpPr txBox="1"/>
          <p:nvPr/>
        </p:nvSpPr>
        <p:spPr>
          <a:xfrm>
            <a:off x="411480" y="274320"/>
            <a:ext cx="566928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الفهم القرائي – حقيقة أم رأي؟</a:t>
            </a:r>
            <a:endParaRPr lang="ar-SA" sz="1700" dirty="0"/>
          </a:p>
        </p:txBody>
      </p:sp>
      <p:pic>
        <p:nvPicPr>
          <p:cNvPr id="4" name="s16_pic_1" descr="/tmp/claude-0/-home-user-Scienceshamah/8386cda7-7741-5ea4-8952-60ee8e67fc31/scratchpad/w/img/card_1148x443_E2D6FA_s_i.png">    </p:cNvPr>
          <p:cNvPicPr>
            <a:picLocks noChangeAspect="1"/>
          </p:cNvPicPr>
          <p:nvPr/>
        </p:nvPicPr>
        <p:blipFill>
          <a:blip r:embed="rId3"/>
          <a:stretch>
            <a:fillRect/>
          </a:stretch>
        </p:blipFill>
        <p:spPr>
          <a:xfrm>
            <a:off x="4754880" y="1188720"/>
            <a:ext cx="6995160" cy="2697480"/>
          </a:xfrm>
          <a:prstGeom prst="rect">
            <a:avLst/>
          </a:prstGeom>
        </p:spPr>
      </p:pic>
      <p:sp>
        <p:nvSpPr>
          <p:cNvPr id="5" name="s16_t_2"/>
          <p:cNvSpPr txBox="1"/>
          <p:nvPr/>
        </p:nvSpPr>
        <p:spPr>
          <a:xfrm>
            <a:off x="9144000" y="1051560"/>
            <a:ext cx="2377440" cy="502920"/>
          </a:xfrm>
          <a:prstGeom prst="roundRect">
            <a:avLst>
              <a:gd name="adj" fmla="val 50000"/>
            </a:avLst>
          </a:prstGeom>
          <a:solidFill>
            <a:srgbClr val="9B83E0"/>
          </a:solidFill>
          <a:ln w="25400">
            <a:solidFill>
              <a:srgbClr val="6B4FC0"/>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1900" b="1" dirty="0">
                <a:solidFill>
                  <a:srgbClr val="FFFFFF"/>
                </a:solidFill>
                <a:latin typeface="Tahoma" pitchFamily="34" charset="0"/>
                <a:ea typeface="Tahoma" pitchFamily="34" charset="-122"/>
                <a:cs typeface="Tahoma" pitchFamily="34" charset="-120"/>
              </a:rPr>
              <a:t>حقيقة أم رأي؟</a:t>
            </a:r>
            <a:endParaRPr lang="ar-SA" sz="1900" dirty="0"/>
          </a:p>
        </p:txBody>
      </p:sp>
      <p:sp>
        <p:nvSpPr>
          <p:cNvPr id="6" name="s16_t_3"/>
          <p:cNvSpPr txBox="1"/>
          <p:nvPr/>
        </p:nvSpPr>
        <p:spPr>
          <a:xfrm>
            <a:off x="4983480" y="1600200"/>
            <a:ext cx="6583680" cy="2194560"/>
          </a:xfrm>
          <a:prstGeom prst="rect">
            <a:avLst/>
          </a:prstGeom>
          <a:noFill/>
          <a:ln/>
        </p:spPr>
        <p:txBody>
          <a:bodyPr wrap="square" lIns="762" tIns="762" rIns="762" bIns="762" rtlCol="0" anchor="ctr"/>
          <a:lstStyle/>
          <a:p>
            <a:pPr rtl="1" algn="r" indent="0" marL="0">
              <a:lnSpc>
                <a:spcPct val="115000"/>
              </a:lnSpc>
              <a:buNone/>
            </a:pPr>
            <a:r>
              <a:rPr lang="ar-SA" altLang="en-US" sz="2100" b="1" dirty="0">
                <a:solidFill>
                  <a:srgbClr val="6B4FC0"/>
                </a:solidFill>
                <a:latin typeface="Tahoma" pitchFamily="34" charset="0"/>
                <a:ea typeface="Tahoma" pitchFamily="34" charset="-122"/>
                <a:cs typeface="Tahoma" pitchFamily="34" charset="-120"/>
              </a:rPr>
              <a:t>هل العبارة التالية حقيقة أم رأي؟</a:t>
            </a:r>
            <a:endParaRPr lang="ar-SA" sz="2100" dirty="0"/>
          </a:p>
          <a:p>
            <a:pPr rtl="1" algn="r" indent="0" marL="0">
              <a:lnSpc>
                <a:spcPct val="115000"/>
              </a:lnSpc>
              <a:buNone/>
            </a:pPr>
            <a:r>
              <a:rPr lang="ar-SA" altLang="en-US" sz="2100" b="1" dirty="0">
                <a:solidFill>
                  <a:srgbClr val="34405E"/>
                </a:solidFill>
                <a:latin typeface="Tahoma" pitchFamily="34" charset="0"/>
                <a:ea typeface="Tahoma" pitchFamily="34" charset="-122"/>
                <a:cs typeface="Tahoma" pitchFamily="34" charset="-120"/>
              </a:rPr>
              <a:t>«يستفيد الإنسان من الأنظمة البيئية المائية العذبة أكثر من الأنظمة البيئية المالحة».</a:t>
            </a:r>
            <a:endParaRPr lang="ar-SA" sz="2100" dirty="0"/>
          </a:p>
          <a:p>
            <a:pPr rtl="1" algn="r" indent="0" marL="0">
              <a:lnSpc>
                <a:spcPct val="115000"/>
              </a:lnSpc>
              <a:buNone/>
            </a:pPr>
            <a:r>
              <a:rPr lang="ar-SA" altLang="en-US" sz="2100" b="1" dirty="0">
                <a:solidFill>
                  <a:srgbClr val="C2366F"/>
                </a:solidFill>
                <a:latin typeface="Tahoma" pitchFamily="34" charset="0"/>
                <a:ea typeface="Tahoma" pitchFamily="34" charset="-122"/>
                <a:cs typeface="Tahoma" pitchFamily="34" charset="-120"/>
              </a:rPr>
              <a:t>أفسّر إجابتي.</a:t>
            </a:r>
            <a:endParaRPr lang="ar-SA" sz="2100" dirty="0"/>
          </a:p>
        </p:txBody>
      </p:sp>
      <p:pic>
        <p:nvPicPr>
          <p:cNvPr id="7" name="s16_pic_4" descr="/tmp/claude-0/-home-user-Scienceshamah/8386cda7-7741-5ea4-8952-60ee8e67fc31/scratchpad/w/img/card_668x443_FFFFFF_s_i.png">    </p:cNvPr>
          <p:cNvPicPr>
            <a:picLocks noChangeAspect="1"/>
          </p:cNvPicPr>
          <p:nvPr/>
        </p:nvPicPr>
        <p:blipFill>
          <a:blip r:embed="rId4"/>
          <a:stretch>
            <a:fillRect/>
          </a:stretch>
        </p:blipFill>
        <p:spPr>
          <a:xfrm>
            <a:off x="502920" y="1188720"/>
            <a:ext cx="4069080" cy="2697480"/>
          </a:xfrm>
          <a:prstGeom prst="rect">
            <a:avLst/>
          </a:prstGeom>
        </p:spPr>
      </p:pic>
      <p:sp>
        <p:nvSpPr>
          <p:cNvPr id="8" name="s16_t_5"/>
          <p:cNvSpPr txBox="1"/>
          <p:nvPr/>
        </p:nvSpPr>
        <p:spPr>
          <a:xfrm>
            <a:off x="2606040" y="1325880"/>
            <a:ext cx="1783080" cy="548640"/>
          </a:xfrm>
          <a:prstGeom prst="roundRect">
            <a:avLst>
              <a:gd name="adj" fmla="val 25000"/>
            </a:avLst>
          </a:prstGeom>
          <a:solidFill>
            <a:srgbClr val="BDE6FA"/>
          </a:solidFill>
          <a:ln/>
        </p:spPr>
        <p:txBody>
          <a:bodyPr wrap="square" lIns="762" tIns="762" rIns="762" bIns="762"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حقيقة</a:t>
            </a:r>
            <a:endParaRPr lang="ar-SA" sz="2200" dirty="0"/>
          </a:p>
        </p:txBody>
      </p:sp>
      <p:sp>
        <p:nvSpPr>
          <p:cNvPr id="9" name="s16_t_6"/>
          <p:cNvSpPr txBox="1"/>
          <p:nvPr/>
        </p:nvSpPr>
        <p:spPr>
          <a:xfrm>
            <a:off x="685800" y="1325880"/>
            <a:ext cx="1783080" cy="548640"/>
          </a:xfrm>
          <a:prstGeom prst="roundRect">
            <a:avLst>
              <a:gd name="adj" fmla="val 25000"/>
            </a:avLst>
          </a:prstGeom>
          <a:solidFill>
            <a:srgbClr val="FFD1E0"/>
          </a:solidFill>
          <a:ln/>
        </p:spPr>
        <p:txBody>
          <a:bodyPr wrap="square" lIns="762" tIns="762" rIns="762" bIns="762" rtlCol="0" anchor="ctr"/>
          <a:lstStyle/>
          <a:p>
            <a:pPr rtl="1" algn="ctr" indent="0" marL="0">
              <a:lnSpc>
                <a:spcPct val="108000"/>
              </a:lnSpc>
              <a:buNone/>
            </a:pPr>
            <a:r>
              <a:rPr lang="ar-SA" altLang="en-US" sz="2200" b="1" dirty="0">
                <a:solidFill>
                  <a:srgbClr val="34405E"/>
                </a:solidFill>
                <a:latin typeface="Tahoma" pitchFamily="34" charset="0"/>
                <a:ea typeface="Tahoma" pitchFamily="34" charset="-122"/>
                <a:cs typeface="Tahoma" pitchFamily="34" charset="-120"/>
              </a:rPr>
              <a:t>رأي</a:t>
            </a:r>
            <a:endParaRPr lang="ar-SA" sz="2200" dirty="0"/>
          </a:p>
        </p:txBody>
      </p:sp>
      <p:sp>
        <p:nvSpPr>
          <p:cNvPr id="10" name="Shape 5"/>
          <p:cNvSpPr/>
          <p:nvPr/>
        </p:nvSpPr>
        <p:spPr>
          <a:xfrm>
            <a:off x="2542032" y="1325880"/>
            <a:ext cx="0" cy="2377440"/>
          </a:xfrm>
          <a:prstGeom prst="line">
            <a:avLst/>
          </a:prstGeom>
          <a:noFill/>
          <a:ln w="25400">
            <a:solidFill>
              <a:srgbClr val="34405E"/>
            </a:solidFill>
            <a:prstDash val="dash"/>
          </a:ln>
        </p:spPr>
      </p:sp>
      <p:sp>
        <p:nvSpPr>
          <p:cNvPr id="11" name="s13_check"/>
          <p:cNvSpPr txBox="1"/>
          <p:nvPr/>
        </p:nvSpPr>
        <p:spPr>
          <a:xfrm>
            <a:off x="685800" y="2103120"/>
            <a:ext cx="1783080" cy="1554480"/>
          </a:xfrm>
          <a:prstGeom prst="rect">
            <a:avLst/>
          </a:prstGeom>
          <a:noFill/>
          <a:ln/>
        </p:spPr>
        <p:txBody>
          <a:bodyPr wrap="square" lIns="762" tIns="762" rIns="762" bIns="762" rtlCol="0" anchor="ctr"/>
          <a:lstStyle/>
          <a:p>
            <a:pPr rtl="1" algn="ctr" indent="0" marL="0">
              <a:lnSpc>
                <a:spcPct val="108000"/>
              </a:lnSpc>
              <a:buNone/>
            </a:pPr>
            <a:r>
              <a:rPr lang="ar-SA" altLang="en-US" sz="7200" b="1" dirty="0">
                <a:solidFill>
                  <a:srgbClr val="2F8A3A"/>
                </a:solidFill>
                <a:latin typeface="Tahoma" pitchFamily="34" charset="0"/>
                <a:ea typeface="Tahoma" pitchFamily="34" charset="-122"/>
                <a:cs typeface="Tahoma" pitchFamily="34" charset="-120"/>
              </a:rPr>
              <a:t>✔</a:t>
            </a:r>
            <a:endParaRPr lang="ar-SA" sz="7200" dirty="0"/>
          </a:p>
        </p:txBody>
      </p:sp>
      <p:pic>
        <p:nvPicPr>
          <p:cNvPr id="12" name="s16_pic_7" descr="/tmp/claude-0/-home-user-Scienceshamah/8386cda7-7741-5ea4-8952-60ee8e67fc31/scratchpad/w/img/card_1845x345_9FE3A6_s_i.png">    </p:cNvPr>
          <p:cNvPicPr>
            <a:picLocks noChangeAspect="1"/>
          </p:cNvPicPr>
          <p:nvPr/>
        </p:nvPicPr>
        <p:blipFill>
          <a:blip r:embed="rId5"/>
          <a:stretch>
            <a:fillRect/>
          </a:stretch>
        </p:blipFill>
        <p:spPr>
          <a:xfrm>
            <a:off x="502920" y="4069080"/>
            <a:ext cx="11247120" cy="2103120"/>
          </a:xfrm>
          <a:prstGeom prst="rect">
            <a:avLst/>
          </a:prstGeom>
        </p:spPr>
      </p:pic>
      <p:sp>
        <p:nvSpPr>
          <p:cNvPr id="13" name="s16_t_8"/>
          <p:cNvSpPr txBox="1"/>
          <p:nvPr/>
        </p:nvSpPr>
        <p:spPr>
          <a:xfrm>
            <a:off x="731520" y="4160520"/>
            <a:ext cx="10835640" cy="1920240"/>
          </a:xfrm>
          <a:prstGeom prst="rect">
            <a:avLst/>
          </a:prstGeom>
          <a:noFill/>
          <a:ln/>
        </p:spPr>
        <p:txBody>
          <a:bodyPr wrap="square" lIns="762" tIns="762" rIns="762" bIns="762" rtlCol="0" anchor="ctr"/>
          <a:lstStyle/>
          <a:p>
            <a:pPr rtl="1" algn="r" indent="0" marL="0">
              <a:lnSpc>
                <a:spcPct val="115000"/>
              </a:lnSpc>
              <a:buNone/>
            </a:pPr>
            <a:r>
              <a:rPr lang="ar-SA" altLang="en-US" sz="2000" b="1" dirty="0">
                <a:solidFill>
                  <a:srgbClr val="2F8A3A"/>
                </a:solidFill>
                <a:latin typeface="Tahoma" pitchFamily="34" charset="0"/>
                <a:ea typeface="Tahoma" pitchFamily="34" charset="-122"/>
                <a:cs typeface="Tahoma" pitchFamily="34" charset="-120"/>
              </a:rPr>
              <a:t>الإجابة: رأي.</a:t>
            </a:r>
            <a:endParaRPr lang="ar-SA" sz="2000" dirty="0"/>
          </a:p>
          <a:p>
            <a:pPr rtl="1" algn="r" indent="0" marL="0">
              <a:lnSpc>
                <a:spcPct val="115000"/>
              </a:lnSpc>
              <a:buNone/>
            </a:pPr>
            <a:r>
              <a:rPr lang="ar-SA" altLang="en-US" sz="2000" dirty="0">
                <a:solidFill>
                  <a:srgbClr val="34405E"/>
                </a:solidFill>
                <a:latin typeface="Tahoma" pitchFamily="34" charset="0"/>
                <a:ea typeface="Tahoma" pitchFamily="34" charset="-122"/>
                <a:cs typeface="Tahoma" pitchFamily="34" charset="-120"/>
              </a:rPr>
              <a:t>التفسير: لأن تحديد أيهما أكثر فائدة يحتاج إلى أدلة ومعايير للمقارنة؛ فالعبارة تعبّر عن وجهة نظر.</a:t>
            </a:r>
            <a:endParaRPr lang="ar-SA" sz="2000" dirty="0"/>
          </a:p>
          <a:p>
            <a:pPr rtl="1" algn="r" indent="0" marL="0">
              <a:lnSpc>
                <a:spcPct val="115000"/>
              </a:lnSpc>
              <a:buNone/>
            </a:pPr>
            <a:r>
              <a:rPr lang="ar-SA" altLang="en-US" sz="2000" b="1" dirty="0">
                <a:solidFill>
                  <a:srgbClr val="128C7E"/>
                </a:solidFill>
                <a:latin typeface="Tahoma" pitchFamily="34" charset="0"/>
                <a:ea typeface="Tahoma" pitchFamily="34" charset="-122"/>
                <a:cs typeface="Tahoma" pitchFamily="34" charset="-120"/>
              </a:rPr>
              <a:t>ومن الكتاب: كلاهما نافع؛ قال تعالى: ﴿وَمِن كُلٍّ تَأْكُلُونَ لَحْمًا طَرِيًّا﴾.</a:t>
            </a:r>
            <a:endParaRPr lang="ar-SA" sz="20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p:cTn id="6" dur="500" fill="hold"/>
                                        <p:tgtEl>
                                          <p:spTgt spid="11"/>
                                        </p:tgtEl>
                                        <p:attrNameLst>
                                          <p:attrName>ppt_w</p:attrName>
                                        </p:attrNameLst>
                                      </p:cBhvr>
                                      <p:tavLst>
                                        <p:tav tm="0">
                                          <p:val>
                                            <p:fltVal val="0"/>
                                          </p:val>
                                        </p:tav>
                                        <p:tav tm="100000">
                                          <p:val>
                                            <p:strVal val="#ppt_w"/>
                                          </p:val>
                                        </p:tav>
                                      </p:tavLst>
                                    </p:anim>
                                    <p:anim calcmode="lin" valueType="num">
                                      <p:cBhvr>
                                        <p:cTn id="7" dur="500" fill="hold"/>
                                        <p:tgtEl>
                                          <p:spTgt spid="11"/>
                                        </p:tgtEl>
                                        <p:attrNameLst>
                                          <p:attrName>ppt_h</p:attrName>
                                        </p:attrNameLst>
                                      </p:cBhvr>
                                      <p:tavLst>
                                        <p:tav tm="0">
                                          <p:val>
                                            <p:fltVal val="0"/>
                                          </p:val>
                                        </p:tav>
                                        <p:tav tm="100000">
                                          <p:val>
                                            <p:strVal val="#ppt_h"/>
                                          </p:val>
                                        </p:tav>
                                      </p:tavLst>
                                    </p:anim>
                                    <p:animEffect transition="in" filter="fade">
                                      <p:cBhvr>
                                        <p:cTn id="8" dur="5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4" presetID="10"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7"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7_title" descr="التفكير الناقد الإبداعي">    </p:cNvPr>
          <p:cNvPicPr>
            <a:picLocks noChangeAspect="1"/>
          </p:cNvPicPr>
          <p:nvPr/>
        </p:nvPicPr>
        <p:blipFill>
          <a:blip r:embed="rId2"/>
          <a:stretch>
            <a:fillRect/>
          </a:stretch>
        </p:blipFill>
        <p:spPr>
          <a:xfrm>
            <a:off x="7246214" y="109728"/>
            <a:ext cx="4595266" cy="868680"/>
          </a:xfrm>
          <a:prstGeom prst="rect">
            <a:avLst/>
          </a:prstGeom>
        </p:spPr>
      </p:pic>
      <p:sp>
        <p:nvSpPr>
          <p:cNvPr id="3" name="s17_strategy"/>
          <p:cNvSpPr txBox="1"/>
          <p:nvPr/>
        </p:nvSpPr>
        <p:spPr>
          <a:xfrm>
            <a:off x="411480" y="274320"/>
            <a:ext cx="489204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التفكير الناقد الإبداعي</a:t>
            </a:r>
            <a:endParaRPr lang="ar-SA" sz="1700" dirty="0"/>
          </a:p>
        </p:txBody>
      </p:sp>
      <p:pic>
        <p:nvPicPr>
          <p:cNvPr id="4" name="s17_pic_1" descr="/tmp/claude-0/-home-user-Scienceshamah/8386cda7-7741-5ea4-8952-60ee8e67fc31/scratchpad/w/img/card_1433x263_A7EBE1_s_i.png">    </p:cNvPr>
          <p:cNvPicPr>
            <a:picLocks noChangeAspect="1"/>
          </p:cNvPicPr>
          <p:nvPr/>
        </p:nvPicPr>
        <p:blipFill>
          <a:blip r:embed="rId3"/>
          <a:stretch>
            <a:fillRect/>
          </a:stretch>
        </p:blipFill>
        <p:spPr>
          <a:xfrm>
            <a:off x="3017520" y="1188720"/>
            <a:ext cx="8732520" cy="1600200"/>
          </a:xfrm>
          <a:prstGeom prst="rect">
            <a:avLst/>
          </a:prstGeom>
        </p:spPr>
      </p:pic>
      <p:pic>
        <p:nvPicPr>
          <p:cNvPr id="5" name="s17_pic_2" descr="مصباح فكرة">    </p:cNvPr>
          <p:cNvPicPr>
            <a:picLocks noChangeAspect="1"/>
          </p:cNvPicPr>
          <p:nvPr/>
        </p:nvPicPr>
        <p:blipFill>
          <a:blip r:embed="rId4"/>
          <a:stretch>
            <a:fillRect/>
          </a:stretch>
        </p:blipFill>
        <p:spPr>
          <a:xfrm>
            <a:off x="10744200" y="960120"/>
            <a:ext cx="914400" cy="914400"/>
          </a:xfrm>
          <a:prstGeom prst="rect">
            <a:avLst/>
          </a:prstGeom>
        </p:spPr>
      </p:pic>
      <p:sp>
        <p:nvSpPr>
          <p:cNvPr id="6" name="s17_t_3"/>
          <p:cNvSpPr txBox="1"/>
          <p:nvPr/>
        </p:nvSpPr>
        <p:spPr>
          <a:xfrm>
            <a:off x="3246120" y="1325880"/>
            <a:ext cx="7406640" cy="1325880"/>
          </a:xfrm>
          <a:prstGeom prst="rect">
            <a:avLst/>
          </a:prstGeom>
          <a:noFill/>
          <a:ln/>
        </p:spPr>
        <p:txBody>
          <a:bodyPr wrap="square" lIns="762" tIns="762" rIns="762" bIns="762" rtlCol="0" anchor="ctr"/>
          <a:lstStyle/>
          <a:p>
            <a:pPr rtl="1" algn="ctr" indent="0" marL="0">
              <a:lnSpc>
                <a:spcPct val="108000"/>
              </a:lnSpc>
              <a:buNone/>
            </a:pPr>
            <a:r>
              <a:rPr lang="ar-SA" altLang="en-US" sz="3000" b="1" dirty="0">
                <a:solidFill>
                  <a:srgbClr val="34405E"/>
                </a:solidFill>
                <a:latin typeface="Tahoma" pitchFamily="34" charset="0"/>
                <a:ea typeface="Tahoma" pitchFamily="34" charset="-122"/>
                <a:cs typeface="Tahoma" pitchFamily="34" charset="-120"/>
              </a:rPr>
              <a:t>هل توجد مناطق حيوية مائية؟ لماذا؟</a:t>
            </a:r>
            <a:endParaRPr lang="ar-SA" sz="3000" dirty="0"/>
          </a:p>
        </p:txBody>
      </p:sp>
      <p:sp>
        <p:nvSpPr>
          <p:cNvPr id="7" name="s17_t_4"/>
          <p:cNvSpPr txBox="1"/>
          <p:nvPr/>
        </p:nvSpPr>
        <p:spPr>
          <a:xfrm>
            <a:off x="4846320" y="2971800"/>
            <a:ext cx="4846320" cy="548640"/>
          </a:xfrm>
          <a:prstGeom prst="roundRect">
            <a:avLst>
              <a:gd name="adj" fmla="val 50000"/>
            </a:avLst>
          </a:prstGeom>
          <a:solidFill>
            <a:srgbClr val="FFE8A3"/>
          </a:solidFill>
          <a:ln w="25400">
            <a:solidFill>
              <a:srgbClr val="34405E"/>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2000" b="1" dirty="0">
                <a:solidFill>
                  <a:srgbClr val="34405E"/>
                </a:solidFill>
                <a:latin typeface="Tahoma" pitchFamily="34" charset="0"/>
                <a:ea typeface="Tahoma" pitchFamily="34" charset="-122"/>
                <a:cs typeface="Tahoma" pitchFamily="34" charset="-120"/>
              </a:rPr>
              <a:t>⏳ فكّري... ثم شاركي زميلتك</a:t>
            </a:r>
            <a:endParaRPr lang="ar-SA" sz="2000" dirty="0"/>
          </a:p>
        </p:txBody>
      </p:sp>
      <p:pic>
        <p:nvPicPr>
          <p:cNvPr id="8" name="s17_pic_5" descr="طالبة تفكر">    </p:cNvPr>
          <p:cNvPicPr>
            <a:picLocks noChangeAspect="1"/>
          </p:cNvPicPr>
          <p:nvPr/>
        </p:nvPicPr>
        <p:blipFill>
          <a:blip r:embed="rId5"/>
          <a:stretch>
            <a:fillRect/>
          </a:stretch>
        </p:blipFill>
        <p:spPr>
          <a:xfrm>
            <a:off x="457200" y="2743200"/>
            <a:ext cx="2609747" cy="3017520"/>
          </a:xfrm>
          <a:prstGeom prst="rect">
            <a:avLst/>
          </a:prstGeom>
        </p:spPr>
      </p:pic>
      <p:pic>
        <p:nvPicPr>
          <p:cNvPr id="9" name="s17_pic_6" descr="/tmp/claude-0/-home-user-Scienceshamah/8386cda7-7741-5ea4-8952-60ee8e67fc31/scratchpad/w/img/card_1433x405_9FE3A6_s_i.png">    </p:cNvPr>
          <p:cNvPicPr>
            <a:picLocks noChangeAspect="1"/>
          </p:cNvPicPr>
          <p:nvPr/>
        </p:nvPicPr>
        <p:blipFill>
          <a:blip r:embed="rId6"/>
          <a:stretch>
            <a:fillRect/>
          </a:stretch>
        </p:blipFill>
        <p:spPr>
          <a:xfrm>
            <a:off x="3017520" y="3703320"/>
            <a:ext cx="8732520" cy="2468880"/>
          </a:xfrm>
          <a:prstGeom prst="rect">
            <a:avLst/>
          </a:prstGeom>
        </p:spPr>
      </p:pic>
      <p:sp>
        <p:nvSpPr>
          <p:cNvPr id="10" name="s17_t_7"/>
          <p:cNvSpPr txBox="1"/>
          <p:nvPr/>
        </p:nvSpPr>
        <p:spPr>
          <a:xfrm>
            <a:off x="3291840" y="3840480"/>
            <a:ext cx="8229600" cy="2194560"/>
          </a:xfrm>
          <a:prstGeom prst="rect">
            <a:avLst/>
          </a:prstGeom>
          <a:noFill/>
          <a:ln/>
        </p:spPr>
        <p:txBody>
          <a:bodyPr wrap="square" lIns="762" tIns="762" rIns="762" bIns="762" rtlCol="0" anchor="ctr"/>
          <a:lstStyle/>
          <a:p>
            <a:pPr rtl="1" algn="ctr" indent="0" marL="0">
              <a:lnSpc>
                <a:spcPct val="120000"/>
              </a:lnSpc>
              <a:buNone/>
            </a:pPr>
            <a:r>
              <a:rPr lang="ar-SA" altLang="en-US" sz="2500" b="1" dirty="0">
                <a:solidFill>
                  <a:srgbClr val="2F8A3A"/>
                </a:solidFill>
                <a:latin typeface="Tahoma" pitchFamily="34" charset="0"/>
                <a:ea typeface="Tahoma" pitchFamily="34" charset="-122"/>
                <a:cs typeface="Tahoma" pitchFamily="34" charset="-120"/>
              </a:rPr>
              <a:t>نعم، توجد مناطق حيوية مائية؛ </a:t>
            </a:r>
            <a:pPr rtl="1" algn="ctr" indent="0" marL="0">
              <a:lnSpc>
                <a:spcPct val="120000"/>
              </a:lnSpc>
              <a:buNone/>
            </a:pPr>
            <a:r>
              <a:rPr lang="ar-SA" altLang="en-US" sz="2500" dirty="0">
                <a:solidFill>
                  <a:srgbClr val="34405E"/>
                </a:solidFill>
                <a:latin typeface="Tahoma" pitchFamily="34" charset="0"/>
                <a:ea typeface="Tahoma" pitchFamily="34" charset="-122"/>
                <a:cs typeface="Tahoma" pitchFamily="34" charset="-120"/>
              </a:rPr>
              <a:t>لأن المياه تضم مجتمعات حيوية مختلفة أو متشابهة، وتشتمل على جماعات حيوية مختلفة.</a:t>
            </a:r>
            <a:endParaRPr lang="ar-SA" sz="25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4" presetID="53" presetClass="entr" presetSubtype="16"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p:cTn id="16" dur="500" fill="hold"/>
                                        <p:tgtEl>
                                          <p:spTgt spid="10"/>
                                        </p:tgtEl>
                                        <p:attrNameLst>
                                          <p:attrName>ppt_w</p:attrName>
                                        </p:attrNameLst>
                                      </p:cBhvr>
                                      <p:tavLst>
                                        <p:tav tm="0">
                                          <p:val>
                                            <p:fltVal val="0"/>
                                          </p:val>
                                        </p:tav>
                                        <p:tav tm="100000">
                                          <p:val>
                                            <p:strVal val="#ppt_w"/>
                                          </p:val>
                                        </p:tav>
                                      </p:tavLst>
                                    </p:anim>
                                    <p:anim calcmode="lin" valueType="num">
                                      <p:cBhvr>
                                        <p:cTn id="17" dur="500" fill="hold"/>
                                        <p:tgtEl>
                                          <p:spTgt spid="10"/>
                                        </p:tgtEl>
                                        <p:attrNameLst>
                                          <p:attrName>ppt_h</p:attrName>
                                        </p:attrNameLst>
                                      </p:cBhvr>
                                      <p:tavLst>
                                        <p:tav tm="0">
                                          <p:val>
                                            <p:fltVal val="0"/>
                                          </p:val>
                                        </p:tav>
                                        <p:tav tm="100000">
                                          <p:val>
                                            <p:strVal val="#ppt_h"/>
                                          </p:val>
                                        </p:tav>
                                      </p:tavLst>
                                    </p:anim>
                                    <p:animEffect transition="in" filter="fade">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8_title" descr="الربط بالقرآن الكريم">    </p:cNvPr>
          <p:cNvPicPr>
            <a:picLocks noChangeAspect="1"/>
          </p:cNvPicPr>
          <p:nvPr/>
        </p:nvPicPr>
        <p:blipFill>
          <a:blip r:embed="rId2"/>
          <a:stretch>
            <a:fillRect/>
          </a:stretch>
        </p:blipFill>
        <p:spPr>
          <a:xfrm>
            <a:off x="7431258" y="109728"/>
            <a:ext cx="4410222" cy="868680"/>
          </a:xfrm>
          <a:prstGeom prst="rect">
            <a:avLst/>
          </a:prstGeom>
        </p:spPr>
      </p:pic>
      <p:sp>
        <p:nvSpPr>
          <p:cNvPr id="3" name="s18_strategy"/>
          <p:cNvSpPr txBox="1"/>
          <p:nvPr/>
        </p:nvSpPr>
        <p:spPr>
          <a:xfrm>
            <a:off x="411480" y="274320"/>
            <a:ext cx="365760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التأمل والتدبر</a:t>
            </a:r>
            <a:endParaRPr lang="ar-SA" sz="1700" dirty="0"/>
          </a:p>
        </p:txBody>
      </p:sp>
      <p:sp>
        <p:nvSpPr>
          <p:cNvPr id="4" name="s18_t_1"/>
          <p:cNvSpPr txBox="1"/>
          <p:nvPr/>
        </p:nvSpPr>
        <p:spPr>
          <a:xfrm>
            <a:off x="4727448" y="1051560"/>
            <a:ext cx="2743200" cy="457200"/>
          </a:xfrm>
          <a:prstGeom prst="rect">
            <a:avLst/>
          </a:prstGeom>
          <a:noFill/>
          <a:ln/>
        </p:spPr>
        <p:txBody>
          <a:bodyPr wrap="square" lIns="762" tIns="762" rIns="762" bIns="762" rtlCol="0" anchor="ctr"/>
          <a:lstStyle/>
          <a:p>
            <a:pPr rtl="1" algn="ctr" indent="0" marL="0">
              <a:lnSpc>
                <a:spcPct val="108000"/>
              </a:lnSpc>
              <a:buNone/>
            </a:pPr>
            <a:r>
              <a:rPr lang="ar-SA" altLang="en-US" sz="2200" b="1" dirty="0">
                <a:solidFill>
                  <a:srgbClr val="1E5A4E"/>
                </a:solidFill>
                <a:latin typeface="Tahoma" pitchFamily="34" charset="0"/>
                <a:ea typeface="Tahoma" pitchFamily="34" charset="-122"/>
                <a:cs typeface="Tahoma" pitchFamily="34" charset="-120"/>
              </a:rPr>
              <a:t>قال تعالى:</a:t>
            </a:r>
            <a:endParaRPr lang="ar-SA" sz="2200" dirty="0"/>
          </a:p>
        </p:txBody>
      </p:sp>
      <p:pic>
        <p:nvPicPr>
          <p:cNvPr id="5" name="s15_verse" descr="قال تعالى في سورة فاطر الآية ١٢">    </p:cNvPr>
          <p:cNvPicPr>
            <a:picLocks noChangeAspect="1"/>
          </p:cNvPicPr>
          <p:nvPr/>
        </p:nvPicPr>
        <p:blipFill>
          <a:blip r:embed="rId3"/>
          <a:stretch>
            <a:fillRect/>
          </a:stretch>
        </p:blipFill>
        <p:spPr>
          <a:xfrm>
            <a:off x="1249528" y="1463040"/>
            <a:ext cx="9692640" cy="2306041"/>
          </a:xfrm>
          <a:prstGeom prst="rect">
            <a:avLst/>
          </a:prstGeom>
        </p:spPr>
      </p:pic>
      <p:sp>
        <p:nvSpPr>
          <p:cNvPr id="6" name="s18_t_2"/>
          <p:cNvSpPr txBox="1"/>
          <p:nvPr/>
        </p:nvSpPr>
        <p:spPr>
          <a:xfrm>
            <a:off x="4956048" y="3631921"/>
            <a:ext cx="2286000" cy="411480"/>
          </a:xfrm>
          <a:prstGeom prst="rect">
            <a:avLst/>
          </a:prstGeom>
          <a:noFill/>
          <a:ln/>
        </p:spPr>
        <p:txBody>
          <a:bodyPr wrap="square" lIns="762" tIns="762" rIns="762" bIns="762" rtlCol="0" anchor="ctr"/>
          <a:lstStyle/>
          <a:p>
            <a:pPr rtl="1" algn="ctr" indent="0" marL="0">
              <a:lnSpc>
                <a:spcPct val="108000"/>
              </a:lnSpc>
              <a:buNone/>
            </a:pPr>
            <a:r>
              <a:rPr lang="ar-SA" altLang="en-US" sz="1900" b="1" dirty="0">
                <a:solidFill>
                  <a:srgbClr val="A8862E"/>
                </a:solidFill>
                <a:latin typeface="Tahoma" pitchFamily="34" charset="0"/>
                <a:ea typeface="Tahoma" pitchFamily="34" charset="-122"/>
                <a:cs typeface="Tahoma" pitchFamily="34" charset="-120"/>
              </a:rPr>
              <a:t>[فاطر: ١٢]</a:t>
            </a:r>
            <a:endParaRPr lang="ar-SA" sz="1900" dirty="0"/>
          </a:p>
        </p:txBody>
      </p:sp>
      <p:pic>
        <p:nvPicPr>
          <p:cNvPr id="7" name="s18_pic_3" descr="/tmp/claude-0/-home-user-Scienceshamah/8386cda7-7741-5ea4-8952-60ee8e67fc31/scratchpad/w/img/card_1373x143_A7EBE1_s_i.png">    </p:cNvPr>
          <p:cNvPicPr>
            <a:picLocks noChangeAspect="1"/>
          </p:cNvPicPr>
          <p:nvPr/>
        </p:nvPicPr>
        <p:blipFill>
          <a:blip r:embed="rId4"/>
          <a:stretch>
            <a:fillRect/>
          </a:stretch>
        </p:blipFill>
        <p:spPr>
          <a:xfrm>
            <a:off x="1920240" y="4983480"/>
            <a:ext cx="8366760" cy="868680"/>
          </a:xfrm>
          <a:prstGeom prst="rect">
            <a:avLst/>
          </a:prstGeom>
        </p:spPr>
      </p:pic>
      <p:sp>
        <p:nvSpPr>
          <p:cNvPr id="8" name="s18_t_4"/>
          <p:cNvSpPr txBox="1"/>
          <p:nvPr/>
        </p:nvSpPr>
        <p:spPr>
          <a:xfrm>
            <a:off x="2103120" y="5029200"/>
            <a:ext cx="8001000" cy="777240"/>
          </a:xfrm>
          <a:prstGeom prst="rect">
            <a:avLst/>
          </a:prstGeom>
          <a:noFill/>
          <a:ln/>
        </p:spPr>
        <p:txBody>
          <a:bodyPr wrap="square" lIns="762" tIns="762" rIns="762" bIns="762" rtlCol="0" anchor="ctr"/>
          <a:lstStyle/>
          <a:p>
            <a:pPr rtl="1" algn="ctr" indent="0" marL="0">
              <a:lnSpc>
                <a:spcPct val="108000"/>
              </a:lnSpc>
              <a:buNone/>
            </a:pPr>
            <a:r>
              <a:rPr lang="ar-SA" altLang="en-US" sz="2300" b="1" dirty="0">
                <a:solidFill>
                  <a:srgbClr val="0E5E55"/>
                </a:solidFill>
                <a:latin typeface="Tahoma" pitchFamily="34" charset="0"/>
                <a:ea typeface="Tahoma" pitchFamily="34" charset="-122"/>
                <a:cs typeface="Tahoma" pitchFamily="34" charset="-120"/>
              </a:rPr>
              <a:t>🌊 نتأمّل تنوّع المياه وما فيها من نِعَم الله تعالى.</a:t>
            </a:r>
            <a:endParaRPr lang="ar-SA" sz="2300" dirty="0"/>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900"/>
                                        <p:tgtEl>
                                          <p:spTgt spid="5"/>
                                        </p:tgtEl>
                                      </p:cBhvr>
                                    </p:animEffect>
                                  </p:childTnLst>
                                </p:cTn>
                              </p:par>
                            </p:childTnLst>
                          </p:cTn>
                        </p:par>
                      </p:childTnLst>
                    </p:cTn>
                  </p:par>
                  <p:par>
                    <p:cTn id="8" fill="hold">
                      <p:stCondLst>
                        <p:cond delay="indefinite"/>
                      </p:stCondLst>
                      <p:childTnLst>
                        <p:par>
                          <p:cTn id="9" fill="hold">
                            <p:stCondLst>
                              <p:cond delay="0"/>
                            </p:stCondLst>
                            <p:childTnLst>
                              <p:par>
                                <p:cTn id="14"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p:cTn id="16" dur="500" fill="hold"/>
                                        <p:tgtEl>
                                          <p:spTgt spid="8"/>
                                        </p:tgtEl>
                                        <p:attrNameLst>
                                          <p:attrName>ppt_w</p:attrName>
                                        </p:attrNameLst>
                                      </p:cBhvr>
                                      <p:tavLst>
                                        <p:tav tm="0">
                                          <p:val>
                                            <p:fltVal val="0"/>
                                          </p:val>
                                        </p:tav>
                                        <p:tav tm="100000">
                                          <p:val>
                                            <p:strVal val="#ppt_w"/>
                                          </p:val>
                                        </p:tav>
                                      </p:tavLst>
                                    </p:anim>
                                    <p:anim calcmode="lin" valueType="num">
                                      <p:cBhvr>
                                        <p:cTn id="17" dur="500" fill="hold"/>
                                        <p:tgtEl>
                                          <p:spTgt spid="8"/>
                                        </p:tgtEl>
                                        <p:attrNameLst>
                                          <p:attrName>ppt_h</p:attrName>
                                        </p:attrNameLst>
                                      </p:cBhvr>
                                      <p:tavLst>
                                        <p:tav tm="0">
                                          <p:val>
                                            <p:fltVal val="0"/>
                                          </p:val>
                                        </p:tav>
                                        <p:tav tm="100000">
                                          <p:val>
                                            <p:strVal val="#ppt_h"/>
                                          </p:val>
                                        </p:tav>
                                      </p:tavLst>
                                    </p:anim>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9_title" descr="وطني يحمي الحياة البحرية">    </p:cNvPr>
          <p:cNvPicPr>
            <a:picLocks noChangeAspect="1"/>
          </p:cNvPicPr>
          <p:nvPr/>
        </p:nvPicPr>
        <p:blipFill>
          <a:blip r:embed="rId2"/>
          <a:stretch>
            <a:fillRect/>
          </a:stretch>
        </p:blipFill>
        <p:spPr>
          <a:xfrm>
            <a:off x="6341553" y="109728"/>
            <a:ext cx="5499927" cy="868680"/>
          </a:xfrm>
          <a:prstGeom prst="rect">
            <a:avLst/>
          </a:prstGeom>
        </p:spPr>
      </p:pic>
      <p:pic>
        <p:nvPicPr>
          <p:cNvPr id="3" name="s19_pic_1" descr="علم المملكة العربية السعودية">    </p:cNvPr>
          <p:cNvPicPr>
            <a:picLocks noChangeAspect="1"/>
          </p:cNvPicPr>
          <p:nvPr/>
        </p:nvPicPr>
        <p:blipFill>
          <a:blip r:embed="rId3"/>
          <a:stretch>
            <a:fillRect/>
          </a:stretch>
        </p:blipFill>
        <p:spPr>
          <a:xfrm>
            <a:off x="411480" y="201168"/>
            <a:ext cx="1143000" cy="857250"/>
          </a:xfrm>
          <a:prstGeom prst="rect">
            <a:avLst/>
          </a:prstGeom>
        </p:spPr>
      </p:pic>
      <p:sp>
        <p:nvSpPr>
          <p:cNvPr id="4" name="s16_strategy"/>
          <p:cNvSpPr txBox="1"/>
          <p:nvPr/>
        </p:nvSpPr>
        <p:spPr>
          <a:xfrm>
            <a:off x="1737360" y="347472"/>
            <a:ext cx="2651760" cy="530352"/>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الربط بالوطن</a:t>
            </a:r>
            <a:endParaRPr lang="ar-SA" sz="1700" dirty="0"/>
          </a:p>
        </p:txBody>
      </p:sp>
      <p:sp>
        <p:nvSpPr>
          <p:cNvPr id="5" name="s19_c_2"/>
          <p:cNvSpPr/>
          <p:nvPr/>
        </p:nvSpPr>
        <p:spPr>
          <a:xfrm>
            <a:off x="6035040" y="1188720"/>
            <a:ext cx="5715000" cy="1325880"/>
          </a:xfrm>
          <a:prstGeom prst="roundRect">
            <a:avLst>
              <a:gd name="adj" fmla="val 17241"/>
            </a:avLst>
          </a:prstGeom>
          <a:solidFill>
            <a:srgbClr val="FFFFFF">
              <a:alpha val="92000"/>
            </a:srgbClr>
          </a:solidFill>
          <a:ln w="31750">
            <a:solidFill>
              <a:srgbClr val="1E7B4F"/>
            </a:solidFill>
            <a:prstDash val="solid"/>
          </a:ln>
          <a:effectLst>
            <a:outerShdw sx="100000" sy="100000" kx="0" ky="0" algn="bl" rotWithShape="0" blurRad="76200" dist="38100" dir="5400000">
              <a:srgbClr val="34405E">
                <a:alpha val="16000"/>
              </a:srgbClr>
            </a:outerShdw>
          </a:effectLst>
        </p:spPr>
      </p:sp>
      <p:sp>
        <p:nvSpPr>
          <p:cNvPr id="6" name="s19_t_3"/>
          <p:cNvSpPr txBox="1"/>
          <p:nvPr/>
        </p:nvSpPr>
        <p:spPr>
          <a:xfrm>
            <a:off x="6217920" y="1234440"/>
            <a:ext cx="5349240" cy="1234440"/>
          </a:xfrm>
          <a:prstGeom prst="rect">
            <a:avLst/>
          </a:prstGeom>
          <a:noFill/>
          <a:ln/>
        </p:spPr>
        <p:txBody>
          <a:bodyPr wrap="square" lIns="762" tIns="762" rIns="762" bIns="762" rtlCol="0" anchor="ctr"/>
          <a:lstStyle/>
          <a:p>
            <a:pPr rtl="1" algn="ctr" indent="0" marL="0">
              <a:lnSpc>
                <a:spcPct val="108000"/>
              </a:lnSpc>
              <a:buNone/>
            </a:pPr>
            <a:r>
              <a:rPr lang="ar-SA" altLang="en-US" sz="2300" b="1" dirty="0">
                <a:solidFill>
                  <a:srgbClr val="1E7B4F"/>
                </a:solidFill>
                <a:latin typeface="Tahoma" pitchFamily="34" charset="0"/>
                <a:ea typeface="Tahoma" pitchFamily="34" charset="-122"/>
                <a:cs typeface="Tahoma" pitchFamily="34" charset="-120"/>
              </a:rPr>
              <a:t>في وطني... </a:t>
            </a:r>
            <a:pPr rtl="1" algn="ctr" indent="0" marL="0">
              <a:lnSpc>
                <a:spcPct val="108000"/>
              </a:lnSpc>
              <a:buNone/>
            </a:pPr>
            <a:r>
              <a:rPr lang="ar-SA" altLang="en-US" sz="2300" b="1" dirty="0">
                <a:solidFill>
                  <a:srgbClr val="34405E"/>
                </a:solidFill>
                <a:latin typeface="Tahoma" pitchFamily="34" charset="0"/>
                <a:ea typeface="Tahoma" pitchFamily="34" charset="-122"/>
                <a:cs typeface="Tahoma" pitchFamily="34" charset="-120"/>
              </a:rPr>
              <a:t>نحمي الحياة البحرية لتبقى بيئتنا جميلة للأجيال القادمة.</a:t>
            </a:r>
            <a:endParaRPr lang="ar-SA" sz="2300" dirty="0"/>
          </a:p>
        </p:txBody>
      </p:sp>
      <p:sp>
        <p:nvSpPr>
          <p:cNvPr id="7" name="s19_c_4"/>
          <p:cNvSpPr/>
          <p:nvPr/>
        </p:nvSpPr>
        <p:spPr>
          <a:xfrm>
            <a:off x="6035040" y="2697480"/>
            <a:ext cx="5715000" cy="1783080"/>
          </a:xfrm>
          <a:prstGeom prst="roundRect">
            <a:avLst>
              <a:gd name="adj" fmla="val 12821"/>
            </a:avLst>
          </a:prstGeom>
          <a:solidFill>
            <a:srgbClr val="FFFFFF">
              <a:alpha val="92000"/>
            </a:srgbClr>
          </a:solidFill>
          <a:ln w="31750">
            <a:solidFill>
              <a:srgbClr val="1E7B4F"/>
            </a:solidFill>
            <a:prstDash val="solid"/>
          </a:ln>
          <a:effectLst>
            <a:outerShdw sx="100000" sy="100000" kx="0" ky="0" algn="bl" rotWithShape="0" blurRad="76200" dist="38100" dir="5400000">
              <a:srgbClr val="34405E">
                <a:alpha val="16000"/>
              </a:srgbClr>
            </a:outerShdw>
          </a:effectLst>
        </p:spPr>
      </p:sp>
      <p:sp>
        <p:nvSpPr>
          <p:cNvPr id="8" name="s19_t_5"/>
          <p:cNvSpPr txBox="1"/>
          <p:nvPr/>
        </p:nvSpPr>
        <p:spPr>
          <a:xfrm>
            <a:off x="6217920" y="2743200"/>
            <a:ext cx="5349240" cy="1691640"/>
          </a:xfrm>
          <a:prstGeom prst="rect">
            <a:avLst/>
          </a:prstGeom>
          <a:noFill/>
          <a:ln/>
        </p:spPr>
        <p:txBody>
          <a:bodyPr wrap="square" lIns="762" tIns="762" rIns="762" bIns="762" rtlCol="0" anchor="ctr"/>
          <a:lstStyle/>
          <a:p>
            <a:pPr rtl="1" algn="r" indent="0" marL="0">
              <a:lnSpc>
                <a:spcPct val="108000"/>
              </a:lnSpc>
              <a:buNone/>
            </a:pPr>
            <a:r>
              <a:rPr lang="ar-SA" altLang="en-US" sz="1800" dirty="0">
                <a:solidFill>
                  <a:srgbClr val="34405E"/>
                </a:solidFill>
                <a:latin typeface="Tahoma" pitchFamily="34" charset="0"/>
                <a:ea typeface="Tahoma" pitchFamily="34" charset="-122"/>
                <a:cs typeface="Tahoma" pitchFamily="34" charset="-120"/>
              </a:rPr>
              <a:t>تهتم المملكة العربية السعودية بحماية البيئة البحرية والمحافظة على المخلوقات الحية التي تعيش فيها.</a:t>
            </a:r>
            <a:endParaRPr lang="ar-SA" sz="1800" dirty="0"/>
          </a:p>
          <a:p>
            <a:pPr rtl="1" algn="r" indent="0" marL="0">
              <a:lnSpc>
                <a:spcPct val="108000"/>
              </a:lnSpc>
              <a:buNone/>
            </a:pPr>
            <a:r>
              <a:rPr lang="ar-SA" altLang="en-US" sz="1800" b="1" dirty="0">
                <a:solidFill>
                  <a:srgbClr val="1E7B4F"/>
                </a:solidFill>
                <a:latin typeface="Tahoma" pitchFamily="34" charset="0"/>
                <a:ea typeface="Tahoma" pitchFamily="34" charset="-122"/>
                <a:cs typeface="Tahoma" pitchFamily="34" charset="-120"/>
              </a:rPr>
              <a:t>ومن جهودها: حماية الشعاب المرجانية، وإعادة تأهيل الموائل البحرية.</a:t>
            </a:r>
            <a:endParaRPr lang="ar-SA" sz="1800" dirty="0"/>
          </a:p>
        </p:txBody>
      </p:sp>
      <p:sp>
        <p:nvSpPr>
          <p:cNvPr id="9" name="s19_c_6"/>
          <p:cNvSpPr/>
          <p:nvPr/>
        </p:nvSpPr>
        <p:spPr>
          <a:xfrm>
            <a:off x="457200" y="1188720"/>
            <a:ext cx="5349240" cy="2103120"/>
          </a:xfrm>
          <a:prstGeom prst="roundRect">
            <a:avLst>
              <a:gd name="adj" fmla="val 10870"/>
            </a:avLst>
          </a:prstGeom>
          <a:solidFill>
            <a:srgbClr val="FFFFFF">
              <a:alpha val="92000"/>
            </a:srgbClr>
          </a:solidFill>
          <a:ln w="31750">
            <a:solidFill>
              <a:srgbClr val="1E7B4F"/>
            </a:solidFill>
            <a:prstDash val="solid"/>
          </a:ln>
          <a:effectLst>
            <a:outerShdw sx="100000" sy="100000" kx="0" ky="0" algn="bl" rotWithShape="0" blurRad="76200" dist="38100" dir="5400000">
              <a:srgbClr val="34405E">
                <a:alpha val="16000"/>
              </a:srgbClr>
            </a:outerShdw>
          </a:effectLst>
        </p:spPr>
      </p:sp>
      <p:sp>
        <p:nvSpPr>
          <p:cNvPr id="10" name="s19_t_7"/>
          <p:cNvSpPr txBox="1"/>
          <p:nvPr/>
        </p:nvSpPr>
        <p:spPr>
          <a:xfrm>
            <a:off x="640080" y="1243584"/>
            <a:ext cx="4983480" cy="2011680"/>
          </a:xfrm>
          <a:prstGeom prst="rect">
            <a:avLst/>
          </a:prstGeom>
          <a:noFill/>
          <a:ln/>
        </p:spPr>
        <p:txBody>
          <a:bodyPr wrap="square" lIns="762" tIns="762" rIns="762" bIns="762" rtlCol="0" anchor="ctr"/>
          <a:lstStyle/>
          <a:p>
            <a:pPr rtl="1" algn="r" indent="0" marL="0">
              <a:lnSpc>
                <a:spcPct val="108000"/>
              </a:lnSpc>
              <a:buNone/>
            </a:pPr>
            <a:r>
              <a:rPr lang="ar-SA" altLang="en-US" sz="1800" b="1" dirty="0">
                <a:solidFill>
                  <a:srgbClr val="1E7B4F"/>
                </a:solidFill>
                <a:latin typeface="Tahoma" pitchFamily="34" charset="0"/>
                <a:ea typeface="Tahoma" pitchFamily="34" charset="-122"/>
                <a:cs typeface="Tahoma" pitchFamily="34" charset="-120"/>
              </a:rPr>
              <a:t>🪸 مثال وطني حقيقي:</a:t>
            </a:r>
            <a:endParaRPr lang="ar-SA" sz="1800" dirty="0"/>
          </a:p>
          <a:p>
            <a:pPr rtl="1" algn="r" indent="0" marL="0">
              <a:lnSpc>
                <a:spcPct val="108000"/>
              </a:lnSpc>
              <a:buNone/>
            </a:pPr>
            <a:r>
              <a:rPr lang="ar-SA" altLang="en-US" sz="1800" dirty="0">
                <a:solidFill>
                  <a:srgbClr val="34405E"/>
                </a:solidFill>
                <a:latin typeface="Tahoma" pitchFamily="34" charset="0"/>
                <a:ea typeface="Tahoma" pitchFamily="34" charset="-122"/>
                <a:cs typeface="Tahoma" pitchFamily="34" charset="-120"/>
              </a:rPr>
              <a:t>مبادرة إحياء الشعاب المرجانية في البحر الأحمر، تنفذها جامعة الملك عبدالله للعلوم والتقنية (كاوست) بالتعاون مع نيوم.</a:t>
            </a:r>
            <a:endParaRPr lang="ar-SA" sz="1800" dirty="0"/>
          </a:p>
          <a:p>
            <a:pPr rtl="1" algn="r" indent="0" marL="0">
              <a:lnSpc>
                <a:spcPct val="108000"/>
              </a:lnSpc>
              <a:buNone/>
            </a:pPr>
            <a:r>
              <a:rPr lang="ar-SA" altLang="en-US" sz="1400" dirty="0">
                <a:solidFill>
                  <a:srgbClr val="7A6A99"/>
                </a:solidFill>
                <a:latin typeface="Tahoma" pitchFamily="34" charset="0"/>
                <a:ea typeface="Tahoma" pitchFamily="34" charset="-122"/>
                <a:cs typeface="Tahoma" pitchFamily="34" charset="-120"/>
              </a:rPr>
              <a:t>ربط وطني إثرائي – ليس من نص الكتاب.</a:t>
            </a:r>
            <a:endParaRPr lang="ar-SA" sz="1800" dirty="0"/>
          </a:p>
        </p:txBody>
      </p:sp>
      <p:sp>
        <p:nvSpPr>
          <p:cNvPr id="11" name="s16_button">
            <a:hlinkClick r:id="rId4" tooltip="المصدر الرسمي: جامعة الملك عبدالله للعلوم والتقنية"/>
          </p:cNvPr>
          <p:cNvSpPr txBox="1"/>
          <p:nvPr/>
        </p:nvSpPr>
        <p:spPr>
          <a:xfrm>
            <a:off x="1005840" y="3474720"/>
            <a:ext cx="4251960" cy="658368"/>
          </a:xfrm>
          <a:prstGeom prst="roundRect">
            <a:avLst>
              <a:gd name="adj" fmla="val 50000"/>
            </a:avLst>
          </a:prstGeom>
          <a:solidFill>
            <a:srgbClr val="1E7B4F"/>
          </a:solidFill>
          <a:ln w="38100">
            <a:solidFill>
              <a:srgbClr val="FFFFFF"/>
            </a:solidFill>
          </a:ln>
          <a:effectLst>
            <a:outerShdw sx="100000" sy="100000" kx="0" ky="0" algn="bl" rotWithShape="0" blurRad="76200" dist="38100" dir="5400000">
              <a:srgbClr val="34405E">
                <a:alpha val="16000"/>
              </a:srgbClr>
            </a:outerShdw>
          </a:effectLst>
        </p:spPr>
        <p:txBody>
          <a:bodyPr wrap="square" lIns="762" tIns="762" rIns="762" bIns="762" rtlCol="0" anchor="ctr"/>
          <a:lstStyle/>
          <a:p>
            <a:pPr rtl="1" algn="ctr" indent="0" marL="0">
              <a:lnSpc>
                <a:spcPct val="108000"/>
              </a:lnSpc>
              <a:buNone/>
            </a:pPr>
            <a:r>
              <a:rPr lang="ar-SA" altLang="en-US" sz="2200" b="1" u="sng" dirty="0">
                <a:solidFill>
                  <a:srgbClr val="FFFFFF"/>
                </a:solidFill>
                <a:latin typeface="Tahoma" pitchFamily="34" charset="0"/>
                <a:ea typeface="Tahoma" pitchFamily="34" charset="-122"/>
                <a:cs typeface="Tahoma" pitchFamily="34" charset="-120"/>
                <a:hlinkClick r:id="rId4" invalidUrl="" action="" tgtFrame="" tooltip="المصدر الرسمي: جامعة الملك عبدالله للعلوم والتقنية" history="1" highlightClick="0" endSnd="0">
                  <a:extLst>
                    <a:ext uri="{A12FA001-AC4F-418D-AE19-62706E023703}">
                      <ahyp:hlinkClr xmlns:ahyp="http://schemas.microsoft.com/office/drawing/2018/hyperlinkcolor" val="tx"/>
                    </a:ext>
                  </a:extLst>
                </a:hlinkClick>
              </a:rPr>
              <a:t>🔗 اكتشفي جهود وطني</a:t>
            </a:r>
            <a:endParaRPr lang="ar-SA" sz="2200" dirty="0"/>
          </a:p>
        </p:txBody>
      </p:sp>
      <p:sp>
        <p:nvSpPr>
          <p:cNvPr id="12" name="s19_t_8">
            <a:hlinkClick r:id="rId5" tooltip=""/>
          </p:cNvPr>
          <p:cNvSpPr txBox="1"/>
          <p:nvPr/>
        </p:nvSpPr>
        <p:spPr>
          <a:xfrm>
            <a:off x="548640" y="4160520"/>
            <a:ext cx="5166360" cy="347472"/>
          </a:xfrm>
          <a:prstGeom prst="rect">
            <a:avLst/>
          </a:prstGeom>
          <a:noFill/>
          <a:ln/>
        </p:spPr>
        <p:txBody>
          <a:bodyPr wrap="square" lIns="762" tIns="762" rIns="762" bIns="762" rtlCol="0" anchor="ctr"/>
          <a:lstStyle/>
          <a:p>
            <a:pPr rtl="1" algn="ctr" indent="0" marL="0">
              <a:lnSpc>
                <a:spcPct val="108000"/>
              </a:lnSpc>
              <a:buNone/>
            </a:pPr>
            <a:r>
              <a:rPr lang="ar-SA" altLang="en-US" sz="1300" b="1" u="sng" dirty="0">
                <a:solidFill>
                  <a:srgbClr val="FFFFFF"/>
                </a:solidFill>
                <a:latin typeface="Tahoma" pitchFamily="34" charset="0"/>
                <a:ea typeface="Tahoma" pitchFamily="34" charset="-122"/>
                <a:cs typeface="Tahoma" pitchFamily="34" charset="-120"/>
                <a:hlinkClick r:id="rId5" invalidUrl="" action="" tgtFrame="" tooltip="" history="1" highlightClick="0" endSnd="0">
                  <a:extLst>
                    <a:ext uri="{A12FA001-AC4F-418D-AE19-62706E023703}">
                      <ahyp:hlinkClr xmlns:ahyp="http://schemas.microsoft.com/office/drawing/2018/hyperlinkcolor" val="tx"/>
                    </a:ext>
                  </a:extLst>
                </a:hlinkClick>
              </a:rPr>
              <a:t>المصدر: kaust.edu.sa/ar/innovate/kcri</a:t>
            </a:r>
            <a:endParaRPr lang="ar-SA" sz="1300" dirty="0"/>
          </a:p>
        </p:txBody>
      </p:sp>
      <p:sp>
        <p:nvSpPr>
          <p:cNvPr id="13" name="s19_c_9"/>
          <p:cNvSpPr/>
          <p:nvPr/>
        </p:nvSpPr>
        <p:spPr>
          <a:xfrm>
            <a:off x="6035040" y="4663440"/>
            <a:ext cx="5715000" cy="1508760"/>
          </a:xfrm>
          <a:prstGeom prst="roundRect">
            <a:avLst>
              <a:gd name="adj" fmla="val 15152"/>
            </a:avLst>
          </a:prstGeom>
          <a:solidFill>
            <a:srgbClr val="FFFFFF">
              <a:alpha val="92000"/>
            </a:srgbClr>
          </a:solidFill>
          <a:ln w="31750">
            <a:solidFill>
              <a:srgbClr val="1E7B4F"/>
            </a:solidFill>
            <a:prstDash val="solid"/>
          </a:ln>
          <a:effectLst>
            <a:outerShdw sx="100000" sy="100000" kx="0" ky="0" algn="bl" rotWithShape="0" blurRad="76200" dist="38100" dir="5400000">
              <a:srgbClr val="34405E">
                <a:alpha val="16000"/>
              </a:srgbClr>
            </a:outerShdw>
          </a:effectLst>
        </p:spPr>
      </p:sp>
      <p:sp>
        <p:nvSpPr>
          <p:cNvPr id="14" name="s19_t_10"/>
          <p:cNvSpPr txBox="1"/>
          <p:nvPr/>
        </p:nvSpPr>
        <p:spPr>
          <a:xfrm>
            <a:off x="6217920" y="4709160"/>
            <a:ext cx="5349240" cy="594360"/>
          </a:xfrm>
          <a:prstGeom prst="rect">
            <a:avLst/>
          </a:prstGeom>
          <a:noFill/>
          <a:ln/>
        </p:spPr>
        <p:txBody>
          <a:bodyPr wrap="square" lIns="762" tIns="762" rIns="762" bIns="762" rtlCol="0" anchor="ctr"/>
          <a:lstStyle/>
          <a:p>
            <a:pPr rtl="1" algn="r" indent="0" marL="0">
              <a:lnSpc>
                <a:spcPct val="108000"/>
              </a:lnSpc>
              <a:buNone/>
            </a:pPr>
            <a:r>
              <a:rPr lang="ar-SA" altLang="en-US" sz="2000" b="1" dirty="0">
                <a:solidFill>
                  <a:srgbClr val="1E7B4F"/>
                </a:solidFill>
                <a:latin typeface="Tahoma" pitchFamily="34" charset="0"/>
                <a:ea typeface="Tahoma" pitchFamily="34" charset="-122"/>
                <a:cs typeface="Tahoma" pitchFamily="34" charset="-120"/>
              </a:rPr>
              <a:t>لماذا تهتم المملكة بحماية الشعاب المرجانية؟</a:t>
            </a:r>
            <a:endParaRPr lang="ar-SA" sz="2000" dirty="0"/>
          </a:p>
        </p:txBody>
      </p:sp>
      <p:sp>
        <p:nvSpPr>
          <p:cNvPr id="15" name="s19_t_11"/>
          <p:cNvSpPr txBox="1"/>
          <p:nvPr/>
        </p:nvSpPr>
        <p:spPr>
          <a:xfrm>
            <a:off x="6217920" y="5303520"/>
            <a:ext cx="5349240" cy="777240"/>
          </a:xfrm>
          <a:prstGeom prst="rect">
            <a:avLst/>
          </a:prstGeom>
          <a:noFill/>
          <a:ln/>
        </p:spPr>
        <p:txBody>
          <a:bodyPr wrap="square" lIns="762" tIns="762" rIns="762" bIns="762" rtlCol="0" anchor="ctr"/>
          <a:lstStyle/>
          <a:p>
            <a:pPr rtl="1" algn="r" indent="0" marL="0">
              <a:lnSpc>
                <a:spcPct val="108000"/>
              </a:lnSpc>
              <a:buNone/>
            </a:pPr>
            <a:r>
              <a:rPr lang="ar-SA" altLang="en-US" sz="2000" b="1" dirty="0">
                <a:solidFill>
                  <a:srgbClr val="34405E"/>
                </a:solidFill>
                <a:latin typeface="Tahoma" pitchFamily="34" charset="0"/>
                <a:ea typeface="Tahoma" pitchFamily="34" charset="-122"/>
                <a:cs typeface="Tahoma" pitchFamily="34" charset="-120"/>
              </a:rPr>
              <a:t>للمحافظة على المخلوقات الحية وحماية مواطنها الطبيعية.</a:t>
            </a:r>
            <a:endParaRPr lang="ar-SA" sz="20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500" fill="hold"/>
                                        <p:tgtEl>
                                          <p:spTgt spid="5"/>
                                        </p:tgtEl>
                                        <p:attrNameLst>
                                          <p:attrName>ppt_w</p:attrName>
                                        </p:attrNameLst>
                                      </p:cBhvr>
                                      <p:tavLst>
                                        <p:tav tm="0">
                                          <p:val>
                                            <p:fltVal val="0"/>
                                          </p:val>
                                        </p:tav>
                                        <p:tav tm="100000">
                                          <p:val>
                                            <p:strVal val="#ppt_w"/>
                                          </p:val>
                                        </p:tav>
                                      </p:tavLst>
                                    </p:anim>
                                    <p:anim calcmode="lin" valueType="num">
                                      <p:cBhvr>
                                        <p:cTn id="7" dur="500" fill="hold"/>
                                        <p:tgtEl>
                                          <p:spTgt spid="5"/>
                                        </p:tgtEl>
                                        <p:attrNameLst>
                                          <p:attrName>ppt_h</p:attrName>
                                        </p:attrNameLst>
                                      </p:cBhvr>
                                      <p:tavLst>
                                        <p:tav tm="0">
                                          <p:val>
                                            <p:fltVal val="0"/>
                                          </p:val>
                                        </p:tav>
                                        <p:tav tm="100000">
                                          <p:val>
                                            <p:strVal val="#ppt_h"/>
                                          </p:val>
                                        </p:tav>
                                      </p:tavLst>
                                    </p:anim>
                                    <p:animEffect transition="in" filter="fade">
                                      <p:cBhvr>
                                        <p:cTn id="8" dur="500"/>
                                        <p:tgtEl>
                                          <p:spTgt spid="5"/>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9"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7"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30"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3" presetID="10" presetClass="entr" presetSubtype="0" fill="hold" grpId="0" nodeType="withEffect">
                                  <p:stCondLst>
                                    <p:cond delay="3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8"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41"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8" presetID="53" presetClass="entr" presetSubtype="16"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p:cTn id="45" dur="500" fill="hold"/>
                                        <p:tgtEl>
                                          <p:spTgt spid="15"/>
                                        </p:tgtEl>
                                        <p:attrNameLst>
                                          <p:attrName>ppt_w</p:attrName>
                                        </p:attrNameLst>
                                      </p:cBhvr>
                                      <p:tavLst>
                                        <p:tav tm="0">
                                          <p:val>
                                            <p:fltVal val="0"/>
                                          </p:val>
                                        </p:tav>
                                        <p:tav tm="100000">
                                          <p:val>
                                            <p:strVal val="#ppt_w"/>
                                          </p:val>
                                        </p:tav>
                                      </p:tavLst>
                                    </p:anim>
                                    <p:anim calcmode="lin" valueType="num">
                                      <p:cBhvr>
                                        <p:cTn id="46" dur="500" fill="hold"/>
                                        <p:tgtEl>
                                          <p:spTgt spid="15"/>
                                        </p:tgtEl>
                                        <p:attrNameLst>
                                          <p:attrName>ppt_h</p:attrName>
                                        </p:attrNameLst>
                                      </p:cBhvr>
                                      <p:tavLst>
                                        <p:tav tm="0">
                                          <p:val>
                                            <p:fltVal val="0"/>
                                          </p:val>
                                        </p:tav>
                                        <p:tav tm="100000">
                                          <p:val>
                                            <p:strVal val="#ppt_h"/>
                                          </p:val>
                                        </p:tav>
                                      </p:tavLst>
                                    </p:anim>
                                    <p:animEffect transition="in" filter="fade">
                                      <p:cBhvr>
                                        <p:cTn id="4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0_title" descr="التقويم الختامي">    </p:cNvPr>
          <p:cNvPicPr>
            <a:picLocks noChangeAspect="1"/>
          </p:cNvPicPr>
          <p:nvPr/>
        </p:nvPicPr>
        <p:blipFill>
          <a:blip r:embed="rId2"/>
          <a:stretch>
            <a:fillRect/>
          </a:stretch>
        </p:blipFill>
        <p:spPr>
          <a:xfrm>
            <a:off x="8449002" y="109728"/>
            <a:ext cx="3392478" cy="868680"/>
          </a:xfrm>
          <a:prstGeom prst="rect">
            <a:avLst/>
          </a:prstGeom>
        </p:spPr>
      </p:pic>
      <p:sp>
        <p:nvSpPr>
          <p:cNvPr id="3" name="s20_strategy"/>
          <p:cNvSpPr txBox="1"/>
          <p:nvPr/>
        </p:nvSpPr>
        <p:spPr>
          <a:xfrm>
            <a:off x="411480" y="274320"/>
            <a:ext cx="502920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أكملي الخريطة المفاهيمية</a:t>
            </a:r>
            <a:endParaRPr lang="ar-SA" sz="1700" dirty="0"/>
          </a:p>
        </p:txBody>
      </p:sp>
      <p:pic>
        <p:nvPicPr>
          <p:cNvPr id="4" name="s20_pic_1" descr="/tmp/claude-0/-home-user-Scienceshamah/8386cda7-7741-5ea4-8952-60ee8e67fc31/scratchpad/w/img/card_660x128_A7EBE1_s_i.png">    </p:cNvPr>
          <p:cNvPicPr>
            <a:picLocks noChangeAspect="1"/>
          </p:cNvPicPr>
          <p:nvPr/>
        </p:nvPicPr>
        <p:blipFill>
          <a:blip r:embed="rId3"/>
          <a:stretch>
            <a:fillRect/>
          </a:stretch>
        </p:blipFill>
        <p:spPr>
          <a:xfrm>
            <a:off x="4087368" y="1143000"/>
            <a:ext cx="4023360" cy="777240"/>
          </a:xfrm>
          <a:prstGeom prst="rect">
            <a:avLst/>
          </a:prstGeom>
        </p:spPr>
      </p:pic>
      <p:sp>
        <p:nvSpPr>
          <p:cNvPr id="5" name="s20_t_2"/>
          <p:cNvSpPr txBox="1"/>
          <p:nvPr/>
        </p:nvSpPr>
        <p:spPr>
          <a:xfrm>
            <a:off x="4206240" y="1170432"/>
            <a:ext cx="3794760" cy="713232"/>
          </a:xfrm>
          <a:prstGeom prst="rect">
            <a:avLst/>
          </a:prstGeom>
          <a:noFill/>
          <a:ln/>
        </p:spPr>
        <p:txBody>
          <a:bodyPr wrap="square" lIns="762" tIns="762" rIns="762" bIns="762" rtlCol="0" anchor="ctr"/>
          <a:lstStyle/>
          <a:p>
            <a:pPr rtl="1" algn="ctr" indent="0" marL="0">
              <a:lnSpc>
                <a:spcPct val="108000"/>
              </a:lnSpc>
              <a:buNone/>
            </a:pPr>
            <a:r>
              <a:rPr lang="ar-SA" altLang="en-US" sz="2300" b="1" dirty="0">
                <a:solidFill>
                  <a:srgbClr val="34405E"/>
                </a:solidFill>
                <a:latin typeface="Tahoma" pitchFamily="34" charset="0"/>
                <a:ea typeface="Tahoma" pitchFamily="34" charset="-122"/>
                <a:cs typeface="Tahoma" pitchFamily="34" charset="-120"/>
              </a:rPr>
              <a:t>الأنظمة البيئية المائية</a:t>
            </a:r>
            <a:endParaRPr lang="ar-SA" sz="2300" dirty="0"/>
          </a:p>
        </p:txBody>
      </p:sp>
      <p:pic>
        <p:nvPicPr>
          <p:cNvPr id="6" name="s20_pic_3" descr="سهم">    </p:cNvPr>
          <p:cNvPicPr>
            <a:picLocks noChangeAspect="1"/>
          </p:cNvPicPr>
          <p:nvPr/>
        </p:nvPicPr>
        <p:blipFill>
          <a:blip r:embed="rId4"/>
          <a:stretch>
            <a:fillRect/>
          </a:stretch>
        </p:blipFill>
        <p:spPr>
          <a:xfrm>
            <a:off x="7498080" y="1828800"/>
            <a:ext cx="1463040" cy="502920"/>
          </a:xfrm>
          <a:prstGeom prst="rect">
            <a:avLst/>
          </a:prstGeom>
        </p:spPr>
      </p:pic>
      <p:pic>
        <p:nvPicPr>
          <p:cNvPr id="7" name="s20_pic_4" descr="سهم">    </p:cNvPr>
          <p:cNvPicPr>
            <a:picLocks noChangeAspect="1"/>
          </p:cNvPicPr>
          <p:nvPr/>
        </p:nvPicPr>
        <p:blipFill>
          <a:blip r:embed="rId5"/>
          <a:stretch>
            <a:fillRect/>
          </a:stretch>
        </p:blipFill>
        <p:spPr>
          <a:xfrm>
            <a:off x="3227832" y="1828800"/>
            <a:ext cx="1463040" cy="502920"/>
          </a:xfrm>
          <a:prstGeom prst="rect">
            <a:avLst/>
          </a:prstGeom>
        </p:spPr>
      </p:pic>
      <p:pic>
        <p:nvPicPr>
          <p:cNvPr id="8" name="s20_pic_5" descr="/tmp/claude-0/-home-user-Scienceshamah/8386cda7-7741-5ea4-8952-60ee8e67fc31/scratchpad/w/img/card_803x105_BDE6FA_s_i.png">    </p:cNvPr>
          <p:cNvPicPr>
            <a:picLocks noChangeAspect="1"/>
          </p:cNvPicPr>
          <p:nvPr/>
        </p:nvPicPr>
        <p:blipFill>
          <a:blip r:embed="rId6"/>
          <a:stretch>
            <a:fillRect/>
          </a:stretch>
        </p:blipFill>
        <p:spPr>
          <a:xfrm>
            <a:off x="6858000" y="2331720"/>
            <a:ext cx="4892040" cy="640080"/>
          </a:xfrm>
          <a:prstGeom prst="rect">
            <a:avLst/>
          </a:prstGeom>
        </p:spPr>
      </p:pic>
      <p:sp>
        <p:nvSpPr>
          <p:cNvPr id="9" name="s20_t_6"/>
          <p:cNvSpPr txBox="1"/>
          <p:nvPr/>
        </p:nvSpPr>
        <p:spPr>
          <a:xfrm>
            <a:off x="6949440" y="2359152"/>
            <a:ext cx="4709160" cy="576072"/>
          </a:xfrm>
          <a:prstGeom prst="rect">
            <a:avLst/>
          </a:prstGeom>
          <a:noFill/>
          <a:ln/>
        </p:spPr>
        <p:txBody>
          <a:bodyPr wrap="square" lIns="762" tIns="762" rIns="762" bIns="762" rtlCol="0" anchor="ctr"/>
          <a:lstStyle/>
          <a:p>
            <a:pPr rtl="1" algn="ctr" indent="0" marL="0">
              <a:lnSpc>
                <a:spcPct val="108000"/>
              </a:lnSpc>
              <a:buNone/>
            </a:pPr>
            <a:r>
              <a:rPr lang="ar-SA" altLang="en-US" sz="2100" b="1" dirty="0">
                <a:solidFill>
                  <a:srgbClr val="34405E"/>
                </a:solidFill>
                <a:latin typeface="Tahoma" pitchFamily="34" charset="0"/>
                <a:ea typeface="Tahoma" pitchFamily="34" charset="-122"/>
                <a:cs typeface="Tahoma" pitchFamily="34" charset="-120"/>
              </a:rPr>
              <a:t>بحسب طبيعة المياه</a:t>
            </a:r>
            <a:endParaRPr lang="ar-SA" sz="2100" dirty="0"/>
          </a:p>
        </p:txBody>
      </p:sp>
      <p:pic>
        <p:nvPicPr>
          <p:cNvPr id="10" name="s20_pic_7" descr="/tmp/claude-0/-home-user-Scienceshamah/8386cda7-7741-5ea4-8952-60ee8e67fc31/scratchpad/w/img/card_990x105_FFD1E0_s_i.png">    </p:cNvPr>
          <p:cNvPicPr>
            <a:picLocks noChangeAspect="1"/>
          </p:cNvPicPr>
          <p:nvPr/>
        </p:nvPicPr>
        <p:blipFill>
          <a:blip r:embed="rId7"/>
          <a:stretch>
            <a:fillRect/>
          </a:stretch>
        </p:blipFill>
        <p:spPr>
          <a:xfrm>
            <a:off x="457200" y="2331720"/>
            <a:ext cx="6035040" cy="640080"/>
          </a:xfrm>
          <a:prstGeom prst="rect">
            <a:avLst/>
          </a:prstGeom>
        </p:spPr>
      </p:pic>
      <p:sp>
        <p:nvSpPr>
          <p:cNvPr id="11" name="s20_t_8"/>
          <p:cNvSpPr txBox="1"/>
          <p:nvPr/>
        </p:nvSpPr>
        <p:spPr>
          <a:xfrm>
            <a:off x="548640" y="2359152"/>
            <a:ext cx="5852160" cy="576072"/>
          </a:xfrm>
          <a:prstGeom prst="rect">
            <a:avLst/>
          </a:prstGeom>
          <a:noFill/>
          <a:ln/>
        </p:spPr>
        <p:txBody>
          <a:bodyPr wrap="square" lIns="762" tIns="762" rIns="762" bIns="762" rtlCol="0" anchor="ctr"/>
          <a:lstStyle/>
          <a:p>
            <a:pPr rtl="1" algn="ctr" indent="0" marL="0">
              <a:lnSpc>
                <a:spcPct val="108000"/>
              </a:lnSpc>
              <a:buNone/>
            </a:pPr>
            <a:r>
              <a:rPr lang="ar-SA" altLang="en-US" sz="2100" b="1" dirty="0">
                <a:solidFill>
                  <a:srgbClr val="34405E"/>
                </a:solidFill>
                <a:latin typeface="Tahoma" pitchFamily="34" charset="0"/>
                <a:ea typeface="Tahoma" pitchFamily="34" charset="-122"/>
                <a:cs typeface="Tahoma" pitchFamily="34" charset="-120"/>
              </a:rPr>
              <a:t>ومن أمثلتها</a:t>
            </a:r>
            <a:endParaRPr lang="ar-SA" sz="2100" dirty="0"/>
          </a:p>
        </p:txBody>
      </p:sp>
      <p:pic>
        <p:nvPicPr>
          <p:cNvPr id="12" name="s20_pic_9" descr="/tmp/claude-0/-home-user-Scienceshamah/8386cda7-7741-5ea4-8952-60ee8e67fc31/scratchpad/w/img/card_390x203_FFFFFF_d_i.png">    </p:cNvPr>
          <p:cNvPicPr>
            <a:picLocks noChangeAspect="1"/>
          </p:cNvPicPr>
          <p:nvPr/>
        </p:nvPicPr>
        <p:blipFill>
          <a:blip r:embed="rId8"/>
          <a:stretch>
            <a:fillRect/>
          </a:stretch>
        </p:blipFill>
        <p:spPr>
          <a:xfrm>
            <a:off x="9372600" y="3200400"/>
            <a:ext cx="2377440" cy="1234440"/>
          </a:xfrm>
          <a:prstGeom prst="rect">
            <a:avLst/>
          </a:prstGeom>
        </p:spPr>
      </p:pic>
      <p:sp>
        <p:nvSpPr>
          <p:cNvPr id="13" name="s20_t_10"/>
          <p:cNvSpPr txBox="1"/>
          <p:nvPr/>
        </p:nvSpPr>
        <p:spPr>
          <a:xfrm>
            <a:off x="9464040" y="3383280"/>
            <a:ext cx="2194560" cy="868680"/>
          </a:xfrm>
          <a:prstGeom prst="rect">
            <a:avLst/>
          </a:prstGeom>
          <a:noFill/>
          <a:ln/>
        </p:spPr>
        <p:txBody>
          <a:bodyPr wrap="square" lIns="762" tIns="762" rIns="762" bIns="762" rtlCol="0" anchor="ctr"/>
          <a:lstStyle/>
          <a:p>
            <a:pPr rtl="1" algn="ctr" indent="0" marL="0">
              <a:lnSpc>
                <a:spcPct val="108000"/>
              </a:lnSpc>
              <a:buNone/>
            </a:pPr>
            <a:r>
              <a:rPr lang="ar-SA" altLang="en-US" sz="2600" b="1" dirty="0">
                <a:solidFill>
                  <a:srgbClr val="1E7FB8"/>
                </a:solidFill>
                <a:latin typeface="Tahoma" pitchFamily="34" charset="0"/>
                <a:ea typeface="Tahoma" pitchFamily="34" charset="-122"/>
                <a:cs typeface="Tahoma" pitchFamily="34" charset="-120"/>
              </a:rPr>
              <a:t>عذبة</a:t>
            </a:r>
            <a:endParaRPr lang="ar-SA" sz="2600" dirty="0"/>
          </a:p>
        </p:txBody>
      </p:sp>
      <p:pic>
        <p:nvPicPr>
          <p:cNvPr id="14" name="s20_pic_11" descr="/tmp/claude-0/-home-user-Scienceshamah/8386cda7-7741-5ea4-8952-60ee8e67fc31/scratchpad/w/img/card_390x203_FFFFFF_d_i.png">    </p:cNvPr>
          <p:cNvPicPr>
            <a:picLocks noChangeAspect="1"/>
          </p:cNvPicPr>
          <p:nvPr/>
        </p:nvPicPr>
        <p:blipFill>
          <a:blip r:embed="rId9"/>
          <a:stretch>
            <a:fillRect/>
          </a:stretch>
        </p:blipFill>
        <p:spPr>
          <a:xfrm>
            <a:off x="6858000" y="3200400"/>
            <a:ext cx="2377440" cy="1234440"/>
          </a:xfrm>
          <a:prstGeom prst="rect">
            <a:avLst/>
          </a:prstGeom>
        </p:spPr>
      </p:pic>
      <p:sp>
        <p:nvSpPr>
          <p:cNvPr id="15" name="s20_t_12"/>
          <p:cNvSpPr txBox="1"/>
          <p:nvPr/>
        </p:nvSpPr>
        <p:spPr>
          <a:xfrm>
            <a:off x="6949440" y="3383280"/>
            <a:ext cx="2194560" cy="868680"/>
          </a:xfrm>
          <a:prstGeom prst="rect">
            <a:avLst/>
          </a:prstGeom>
          <a:noFill/>
          <a:ln/>
        </p:spPr>
        <p:txBody>
          <a:bodyPr wrap="square" lIns="762" tIns="762" rIns="762" bIns="762" rtlCol="0" anchor="ctr"/>
          <a:lstStyle/>
          <a:p>
            <a:pPr rtl="1" algn="ctr" indent="0" marL="0">
              <a:lnSpc>
                <a:spcPct val="108000"/>
              </a:lnSpc>
              <a:buNone/>
            </a:pPr>
            <a:r>
              <a:rPr lang="ar-SA" altLang="en-US" sz="2600" b="1" dirty="0">
                <a:solidFill>
                  <a:srgbClr val="1E7FB8"/>
                </a:solidFill>
                <a:latin typeface="Tahoma" pitchFamily="34" charset="0"/>
                <a:ea typeface="Tahoma" pitchFamily="34" charset="-122"/>
                <a:cs typeface="Tahoma" pitchFamily="34" charset="-120"/>
              </a:rPr>
              <a:t>مالحة</a:t>
            </a:r>
            <a:endParaRPr lang="ar-SA" sz="2600" dirty="0"/>
          </a:p>
        </p:txBody>
      </p:sp>
      <p:pic>
        <p:nvPicPr>
          <p:cNvPr id="16" name="s20_pic_13" descr="/tmp/claude-0/-home-user-Scienceshamah/8386cda7-7741-5ea4-8952-60ee8e67fc31/scratchpad/w/img/card_390x203_FFFFFF_d_i.png">    </p:cNvPr>
          <p:cNvPicPr>
            <a:picLocks noChangeAspect="1"/>
          </p:cNvPicPr>
          <p:nvPr/>
        </p:nvPicPr>
        <p:blipFill>
          <a:blip r:embed="rId10"/>
          <a:stretch>
            <a:fillRect/>
          </a:stretch>
        </p:blipFill>
        <p:spPr>
          <a:xfrm>
            <a:off x="9372600" y="4663440"/>
            <a:ext cx="2377440" cy="1234440"/>
          </a:xfrm>
          <a:prstGeom prst="rect">
            <a:avLst/>
          </a:prstGeom>
        </p:spPr>
      </p:pic>
      <p:sp>
        <p:nvSpPr>
          <p:cNvPr id="17" name="s20_t_14"/>
          <p:cNvSpPr txBox="1"/>
          <p:nvPr/>
        </p:nvSpPr>
        <p:spPr>
          <a:xfrm>
            <a:off x="9464040" y="4846320"/>
            <a:ext cx="2194560" cy="868680"/>
          </a:xfrm>
          <a:prstGeom prst="rect">
            <a:avLst/>
          </a:prstGeom>
          <a:noFill/>
          <a:ln/>
        </p:spPr>
        <p:txBody>
          <a:bodyPr wrap="square" lIns="762" tIns="762" rIns="762" bIns="762" rtlCol="0" anchor="ctr"/>
          <a:lstStyle/>
          <a:p>
            <a:pPr rtl="1" algn="ctr" indent="0" marL="0">
              <a:lnSpc>
                <a:spcPct val="108000"/>
              </a:lnSpc>
              <a:buNone/>
            </a:pPr>
            <a:r>
              <a:rPr lang="ar-SA" altLang="en-US" sz="2600" b="1" dirty="0">
                <a:solidFill>
                  <a:srgbClr val="1E7FB8"/>
                </a:solidFill>
                <a:latin typeface="Tahoma" pitchFamily="34" charset="0"/>
                <a:ea typeface="Tahoma" pitchFamily="34" charset="-122"/>
                <a:cs typeface="Tahoma" pitchFamily="34" charset="-120"/>
              </a:rPr>
              <a:t>راكدة</a:t>
            </a:r>
            <a:endParaRPr lang="ar-SA" sz="2600" dirty="0"/>
          </a:p>
        </p:txBody>
      </p:sp>
      <p:pic>
        <p:nvPicPr>
          <p:cNvPr id="18" name="s20_pic_15" descr="/tmp/claude-0/-home-user-Scienceshamah/8386cda7-7741-5ea4-8952-60ee8e67fc31/scratchpad/w/img/card_390x203_FFFFFF_d_i.png">    </p:cNvPr>
          <p:cNvPicPr>
            <a:picLocks noChangeAspect="1"/>
          </p:cNvPicPr>
          <p:nvPr/>
        </p:nvPicPr>
        <p:blipFill>
          <a:blip r:embed="rId11"/>
          <a:stretch>
            <a:fillRect/>
          </a:stretch>
        </p:blipFill>
        <p:spPr>
          <a:xfrm>
            <a:off x="6858000" y="4663440"/>
            <a:ext cx="2377440" cy="1234440"/>
          </a:xfrm>
          <a:prstGeom prst="rect">
            <a:avLst/>
          </a:prstGeom>
        </p:spPr>
      </p:pic>
      <p:sp>
        <p:nvSpPr>
          <p:cNvPr id="19" name="s20_t_16"/>
          <p:cNvSpPr txBox="1"/>
          <p:nvPr/>
        </p:nvSpPr>
        <p:spPr>
          <a:xfrm>
            <a:off x="6949440" y="4846320"/>
            <a:ext cx="2194560" cy="868680"/>
          </a:xfrm>
          <a:prstGeom prst="rect">
            <a:avLst/>
          </a:prstGeom>
          <a:noFill/>
          <a:ln/>
        </p:spPr>
        <p:txBody>
          <a:bodyPr wrap="square" lIns="762" tIns="762" rIns="762" bIns="762" rtlCol="0" anchor="ctr"/>
          <a:lstStyle/>
          <a:p>
            <a:pPr rtl="1" algn="ctr" indent="0" marL="0">
              <a:lnSpc>
                <a:spcPct val="108000"/>
              </a:lnSpc>
              <a:buNone/>
            </a:pPr>
            <a:r>
              <a:rPr lang="ar-SA" altLang="en-US" sz="2600" b="1" dirty="0">
                <a:solidFill>
                  <a:srgbClr val="1E7FB8"/>
                </a:solidFill>
                <a:latin typeface="Tahoma" pitchFamily="34" charset="0"/>
                <a:ea typeface="Tahoma" pitchFamily="34" charset="-122"/>
                <a:cs typeface="Tahoma" pitchFamily="34" charset="-120"/>
              </a:rPr>
              <a:t>جارية</a:t>
            </a:r>
            <a:endParaRPr lang="ar-SA" sz="2600" dirty="0"/>
          </a:p>
        </p:txBody>
      </p:sp>
      <p:pic>
        <p:nvPicPr>
          <p:cNvPr id="20" name="s20_pic_17" descr="/tmp/claude-0/-home-user-Scienceshamah/8386cda7-7741-5ea4-8952-60ee8e67fc31/scratchpad/w/img/card_308x203_FFFFFF_d_i.png">    </p:cNvPr>
          <p:cNvPicPr>
            <a:picLocks noChangeAspect="1"/>
          </p:cNvPicPr>
          <p:nvPr/>
        </p:nvPicPr>
        <p:blipFill>
          <a:blip r:embed="rId12"/>
          <a:stretch>
            <a:fillRect/>
          </a:stretch>
        </p:blipFill>
        <p:spPr>
          <a:xfrm>
            <a:off x="4434840" y="3200400"/>
            <a:ext cx="1874520" cy="1234440"/>
          </a:xfrm>
          <a:prstGeom prst="rect">
            <a:avLst/>
          </a:prstGeom>
        </p:spPr>
      </p:pic>
      <p:sp>
        <p:nvSpPr>
          <p:cNvPr id="21" name="s20_t_18"/>
          <p:cNvSpPr txBox="1"/>
          <p:nvPr/>
        </p:nvSpPr>
        <p:spPr>
          <a:xfrm>
            <a:off x="4507992" y="3383280"/>
            <a:ext cx="1737360" cy="868680"/>
          </a:xfrm>
          <a:prstGeom prst="rect">
            <a:avLst/>
          </a:prstGeom>
          <a:noFill/>
          <a:ln/>
        </p:spPr>
        <p:txBody>
          <a:bodyPr wrap="square" lIns="762" tIns="762" rIns="762" bIns="762" rtlCol="0" anchor="ctr"/>
          <a:lstStyle/>
          <a:p>
            <a:pPr rtl="1" algn="ctr" indent="0" marL="0">
              <a:lnSpc>
                <a:spcPct val="108000"/>
              </a:lnSpc>
              <a:buNone/>
            </a:pPr>
            <a:r>
              <a:rPr lang="ar-SA" altLang="en-US" sz="2300" b="1" dirty="0">
                <a:solidFill>
                  <a:srgbClr val="C2366F"/>
                </a:solidFill>
                <a:latin typeface="Tahoma" pitchFamily="34" charset="0"/>
                <a:ea typeface="Tahoma" pitchFamily="34" charset="-122"/>
                <a:cs typeface="Tahoma" pitchFamily="34" charset="-120"/>
              </a:rPr>
              <a:t>البرك</a:t>
            </a:r>
            <a:endParaRPr lang="ar-SA" sz="2300" dirty="0"/>
          </a:p>
        </p:txBody>
      </p:sp>
      <p:pic>
        <p:nvPicPr>
          <p:cNvPr id="22" name="s20_pic_19" descr="/tmp/claude-0/-home-user-Scienceshamah/8386cda7-7741-5ea4-8952-60ee8e67fc31/scratchpad/w/img/card_308x203_FFFFFF_d_i.png">    </p:cNvPr>
          <p:cNvPicPr>
            <a:picLocks noChangeAspect="1"/>
          </p:cNvPicPr>
          <p:nvPr/>
        </p:nvPicPr>
        <p:blipFill>
          <a:blip r:embed="rId13"/>
          <a:stretch>
            <a:fillRect/>
          </a:stretch>
        </p:blipFill>
        <p:spPr>
          <a:xfrm>
            <a:off x="2423160" y="3200400"/>
            <a:ext cx="1874520" cy="1234440"/>
          </a:xfrm>
          <a:prstGeom prst="rect">
            <a:avLst/>
          </a:prstGeom>
        </p:spPr>
      </p:pic>
      <p:sp>
        <p:nvSpPr>
          <p:cNvPr id="23" name="s20_t_20"/>
          <p:cNvSpPr txBox="1"/>
          <p:nvPr/>
        </p:nvSpPr>
        <p:spPr>
          <a:xfrm>
            <a:off x="2496312" y="3383280"/>
            <a:ext cx="1737360" cy="868680"/>
          </a:xfrm>
          <a:prstGeom prst="rect">
            <a:avLst/>
          </a:prstGeom>
          <a:noFill/>
          <a:ln/>
        </p:spPr>
        <p:txBody>
          <a:bodyPr wrap="square" lIns="762" tIns="762" rIns="762" bIns="762" rtlCol="0" anchor="ctr"/>
          <a:lstStyle/>
          <a:p>
            <a:pPr rtl="1" algn="ctr" indent="0" marL="0">
              <a:lnSpc>
                <a:spcPct val="108000"/>
              </a:lnSpc>
              <a:buNone/>
            </a:pPr>
            <a:r>
              <a:rPr lang="ar-SA" altLang="en-US" sz="2300" b="1" dirty="0">
                <a:solidFill>
                  <a:srgbClr val="C2366F"/>
                </a:solidFill>
                <a:latin typeface="Tahoma" pitchFamily="34" charset="0"/>
                <a:ea typeface="Tahoma" pitchFamily="34" charset="-122"/>
                <a:cs typeface="Tahoma" pitchFamily="34" charset="-120"/>
              </a:rPr>
              <a:t>البحيرات</a:t>
            </a:r>
            <a:endParaRPr lang="ar-SA" sz="2300" dirty="0"/>
          </a:p>
        </p:txBody>
      </p:sp>
      <p:pic>
        <p:nvPicPr>
          <p:cNvPr id="24" name="s20_pic_21" descr="/tmp/claude-0/-home-user-Scienceshamah/8386cda7-7741-5ea4-8952-60ee8e67fc31/scratchpad/w/img/card_308x203_FFFFFF_d_i.png">    </p:cNvPr>
          <p:cNvPicPr>
            <a:picLocks noChangeAspect="1"/>
          </p:cNvPicPr>
          <p:nvPr/>
        </p:nvPicPr>
        <p:blipFill>
          <a:blip r:embed="rId14"/>
          <a:stretch>
            <a:fillRect/>
          </a:stretch>
        </p:blipFill>
        <p:spPr>
          <a:xfrm>
            <a:off x="411480" y="3200400"/>
            <a:ext cx="1874520" cy="1234440"/>
          </a:xfrm>
          <a:prstGeom prst="rect">
            <a:avLst/>
          </a:prstGeom>
        </p:spPr>
      </p:pic>
      <p:sp>
        <p:nvSpPr>
          <p:cNvPr id="25" name="s20_t_22"/>
          <p:cNvSpPr txBox="1"/>
          <p:nvPr/>
        </p:nvSpPr>
        <p:spPr>
          <a:xfrm>
            <a:off x="484632" y="3383280"/>
            <a:ext cx="1737360" cy="868680"/>
          </a:xfrm>
          <a:prstGeom prst="rect">
            <a:avLst/>
          </a:prstGeom>
          <a:noFill/>
          <a:ln/>
        </p:spPr>
        <p:txBody>
          <a:bodyPr wrap="square" lIns="762" tIns="762" rIns="762" bIns="762" rtlCol="0" anchor="ctr"/>
          <a:lstStyle/>
          <a:p>
            <a:pPr rtl="1" algn="ctr" indent="0" marL="0">
              <a:lnSpc>
                <a:spcPct val="108000"/>
              </a:lnSpc>
              <a:buNone/>
            </a:pPr>
            <a:r>
              <a:rPr lang="ar-SA" altLang="en-US" sz="2300" b="1" dirty="0">
                <a:solidFill>
                  <a:srgbClr val="C2366F"/>
                </a:solidFill>
                <a:latin typeface="Tahoma" pitchFamily="34" charset="0"/>
                <a:ea typeface="Tahoma" pitchFamily="34" charset="-122"/>
                <a:cs typeface="Tahoma" pitchFamily="34" charset="-120"/>
              </a:rPr>
              <a:t>الأنهار</a:t>
            </a:r>
            <a:endParaRPr lang="ar-SA" sz="2300" dirty="0"/>
          </a:p>
        </p:txBody>
      </p:sp>
      <p:pic>
        <p:nvPicPr>
          <p:cNvPr id="26" name="s20_pic_23" descr="/tmp/claude-0/-home-user-Scienceshamah/8386cda7-7741-5ea4-8952-60ee8e67fc31/scratchpad/w/img/card_308x203_FFFFFF_d_i.png">    </p:cNvPr>
          <p:cNvPicPr>
            <a:picLocks noChangeAspect="1"/>
          </p:cNvPicPr>
          <p:nvPr/>
        </p:nvPicPr>
        <p:blipFill>
          <a:blip r:embed="rId15"/>
          <a:stretch>
            <a:fillRect/>
          </a:stretch>
        </p:blipFill>
        <p:spPr>
          <a:xfrm>
            <a:off x="3429000" y="4663440"/>
            <a:ext cx="1874520" cy="1234440"/>
          </a:xfrm>
          <a:prstGeom prst="rect">
            <a:avLst/>
          </a:prstGeom>
        </p:spPr>
      </p:pic>
      <p:sp>
        <p:nvSpPr>
          <p:cNvPr id="27" name="s20_t_24"/>
          <p:cNvSpPr txBox="1"/>
          <p:nvPr/>
        </p:nvSpPr>
        <p:spPr>
          <a:xfrm>
            <a:off x="3502152" y="4846320"/>
            <a:ext cx="1737360" cy="868680"/>
          </a:xfrm>
          <a:prstGeom prst="rect">
            <a:avLst/>
          </a:prstGeom>
          <a:noFill/>
          <a:ln/>
        </p:spPr>
        <p:txBody>
          <a:bodyPr wrap="square" lIns="762" tIns="762" rIns="762" bIns="762" rtlCol="0" anchor="ctr"/>
          <a:lstStyle/>
          <a:p>
            <a:pPr rtl="1" algn="ctr" indent="0" marL="0">
              <a:lnSpc>
                <a:spcPct val="108000"/>
              </a:lnSpc>
              <a:buNone/>
            </a:pPr>
            <a:r>
              <a:rPr lang="ar-SA" altLang="en-US" sz="2300" b="1" dirty="0">
                <a:solidFill>
                  <a:srgbClr val="C2366F"/>
                </a:solidFill>
                <a:latin typeface="Tahoma" pitchFamily="34" charset="0"/>
                <a:ea typeface="Tahoma" pitchFamily="34" charset="-122"/>
                <a:cs typeface="Tahoma" pitchFamily="34" charset="-120"/>
              </a:rPr>
              <a:t>البحار</a:t>
            </a:r>
            <a:endParaRPr lang="ar-SA" sz="2300" dirty="0"/>
          </a:p>
        </p:txBody>
      </p:sp>
      <p:pic>
        <p:nvPicPr>
          <p:cNvPr id="28" name="s20_pic_25" descr="/tmp/claude-0/-home-user-Scienceshamah/8386cda7-7741-5ea4-8952-60ee8e67fc31/scratchpad/w/img/card_308x203_FFFFFF_d_i.png">    </p:cNvPr>
          <p:cNvPicPr>
            <a:picLocks noChangeAspect="1"/>
          </p:cNvPicPr>
          <p:nvPr/>
        </p:nvPicPr>
        <p:blipFill>
          <a:blip r:embed="rId16"/>
          <a:stretch>
            <a:fillRect/>
          </a:stretch>
        </p:blipFill>
        <p:spPr>
          <a:xfrm>
            <a:off x="1417320" y="4663440"/>
            <a:ext cx="1874520" cy="1234440"/>
          </a:xfrm>
          <a:prstGeom prst="rect">
            <a:avLst/>
          </a:prstGeom>
        </p:spPr>
      </p:pic>
      <p:sp>
        <p:nvSpPr>
          <p:cNvPr id="29" name="s20_t_26"/>
          <p:cNvSpPr txBox="1"/>
          <p:nvPr/>
        </p:nvSpPr>
        <p:spPr>
          <a:xfrm>
            <a:off x="1490472" y="4846320"/>
            <a:ext cx="1737360" cy="868680"/>
          </a:xfrm>
          <a:prstGeom prst="rect">
            <a:avLst/>
          </a:prstGeom>
          <a:noFill/>
          <a:ln/>
        </p:spPr>
        <p:txBody>
          <a:bodyPr wrap="square" lIns="762" tIns="762" rIns="762" bIns="762" rtlCol="0" anchor="ctr"/>
          <a:lstStyle/>
          <a:p>
            <a:pPr rtl="1" algn="ctr" indent="0" marL="0">
              <a:lnSpc>
                <a:spcPct val="108000"/>
              </a:lnSpc>
              <a:buNone/>
            </a:pPr>
            <a:r>
              <a:rPr lang="ar-SA" altLang="en-US" sz="2300" b="1" dirty="0">
                <a:solidFill>
                  <a:srgbClr val="C2366F"/>
                </a:solidFill>
                <a:latin typeface="Tahoma" pitchFamily="34" charset="0"/>
                <a:ea typeface="Tahoma" pitchFamily="34" charset="-122"/>
                <a:cs typeface="Tahoma" pitchFamily="34" charset="-120"/>
              </a:rPr>
              <a:t>المحيطات</a:t>
            </a:r>
            <a:endParaRPr lang="ar-SA" sz="23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13"/>
                                        </p:tgtEl>
                                        <p:attrNameLst>
                                          <p:attrName>style.visibility</p:attrName>
                                        </p:attrNameLst>
                                      </p:cBhvr>
                                      <p:to>
                                        <p:strVal val="visible"/>
                                      </p:to>
                                    </p:set>
                                    <p:anim calcmode="lin" valueType="num">
                                      <p:cBhvr>
                                        <p:cTn id="6" dur="500" fill="hold"/>
                                        <p:tgtEl>
                                          <p:spTgt spid="13"/>
                                        </p:tgtEl>
                                        <p:attrNameLst>
                                          <p:attrName>ppt_w</p:attrName>
                                        </p:attrNameLst>
                                      </p:cBhvr>
                                      <p:tavLst>
                                        <p:tav tm="0">
                                          <p:val>
                                            <p:fltVal val="0"/>
                                          </p:val>
                                        </p:tav>
                                        <p:tav tm="100000">
                                          <p:val>
                                            <p:strVal val="#ppt_w"/>
                                          </p:val>
                                        </p:tav>
                                      </p:tavLst>
                                    </p:anim>
                                    <p:anim calcmode="lin" valueType="num">
                                      <p:cBhvr>
                                        <p:cTn id="7" dur="500" fill="hold"/>
                                        <p:tgtEl>
                                          <p:spTgt spid="13"/>
                                        </p:tgtEl>
                                        <p:attrNameLst>
                                          <p:attrName>ppt_h</p:attrName>
                                        </p:attrNameLst>
                                      </p:cBhvr>
                                      <p:tavLst>
                                        <p:tav tm="0">
                                          <p:val>
                                            <p:fltVal val="0"/>
                                          </p:val>
                                        </p:tav>
                                        <p:tav tm="100000">
                                          <p:val>
                                            <p:strVal val="#ppt_h"/>
                                          </p:val>
                                        </p:tav>
                                      </p:tavLst>
                                    </p:anim>
                                    <p:animEffect transition="in" filter="fade">
                                      <p:cBhvr>
                                        <p:cTn id="8" dur="500"/>
                                        <p:tgtEl>
                                          <p:spTgt spid="13"/>
                                        </p:tgtEl>
                                      </p:cBhvr>
                                    </p:animEffect>
                                  </p:childTnLst>
                                </p:cTn>
                              </p:par>
                            </p:childTnLst>
                          </p:cTn>
                        </p:par>
                      </p:childTnLst>
                    </p:cTn>
                  </p:par>
                  <p:par>
                    <p:cTn id="10" fill="hold">
                      <p:stCondLst>
                        <p:cond delay="indefinite"/>
                      </p:stCondLst>
                      <p:childTnLst>
                        <p:par>
                          <p:cTn id="11" fill="hold">
                            <p:stCondLst>
                              <p:cond delay="0"/>
                            </p:stCondLst>
                            <p:childTnLst>
                              <p:par>
                                <p:cTn id="16" presetID="53" presetClass="entr" presetSubtype="16"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Effect transition="in" filter="fade">
                                      <p:cBhvr>
                                        <p:cTn id="15"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23" presetID="53" presetClass="entr" presetSubtype="16"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 calcmode="lin" valueType="num">
                                      <p:cBhvr>
                                        <p:cTn id="20" dur="500" fill="hold"/>
                                        <p:tgtEl>
                                          <p:spTgt spid="17"/>
                                        </p:tgtEl>
                                        <p:attrNameLst>
                                          <p:attrName>ppt_w</p:attrName>
                                        </p:attrNameLst>
                                      </p:cBhvr>
                                      <p:tavLst>
                                        <p:tav tm="0">
                                          <p:val>
                                            <p:fltVal val="0"/>
                                          </p:val>
                                        </p:tav>
                                        <p:tav tm="100000">
                                          <p:val>
                                            <p:strVal val="#ppt_w"/>
                                          </p:val>
                                        </p:tav>
                                      </p:tavLst>
                                    </p:anim>
                                    <p:anim calcmode="lin" valueType="num">
                                      <p:cBhvr>
                                        <p:cTn id="21" dur="500" fill="hold"/>
                                        <p:tgtEl>
                                          <p:spTgt spid="17"/>
                                        </p:tgtEl>
                                        <p:attrNameLst>
                                          <p:attrName>ppt_h</p:attrName>
                                        </p:attrNameLst>
                                      </p:cBhvr>
                                      <p:tavLst>
                                        <p:tav tm="0">
                                          <p:val>
                                            <p:fltVal val="0"/>
                                          </p:val>
                                        </p:tav>
                                        <p:tav tm="100000">
                                          <p:val>
                                            <p:strVal val="#ppt_h"/>
                                          </p:val>
                                        </p:tav>
                                      </p:tavLst>
                                    </p:anim>
                                    <p:animEffect transition="in" filter="fade">
                                      <p:cBhvr>
                                        <p:cTn id="22"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30" presetID="53" presetClass="entr" presetSubtype="16"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500" fill="hold"/>
                                        <p:tgtEl>
                                          <p:spTgt spid="19"/>
                                        </p:tgtEl>
                                        <p:attrNameLst>
                                          <p:attrName>ppt_w</p:attrName>
                                        </p:attrNameLst>
                                      </p:cBhvr>
                                      <p:tavLst>
                                        <p:tav tm="0">
                                          <p:val>
                                            <p:fltVal val="0"/>
                                          </p:val>
                                        </p:tav>
                                        <p:tav tm="100000">
                                          <p:val>
                                            <p:strVal val="#ppt_w"/>
                                          </p:val>
                                        </p:tav>
                                      </p:tavLst>
                                    </p:anim>
                                    <p:anim calcmode="lin" valueType="num">
                                      <p:cBhvr>
                                        <p:cTn id="28" dur="500" fill="hold"/>
                                        <p:tgtEl>
                                          <p:spTgt spid="19"/>
                                        </p:tgtEl>
                                        <p:attrNameLst>
                                          <p:attrName>ppt_h</p:attrName>
                                        </p:attrNameLst>
                                      </p:cBhvr>
                                      <p:tavLst>
                                        <p:tav tm="0">
                                          <p:val>
                                            <p:fltVal val="0"/>
                                          </p:val>
                                        </p:tav>
                                        <p:tav tm="100000">
                                          <p:val>
                                            <p:strVal val="#ppt_h"/>
                                          </p:val>
                                        </p:tav>
                                      </p:tavLst>
                                    </p:anim>
                                    <p:animEffect transition="in" filter="fade">
                                      <p:cBhvr>
                                        <p:cTn id="29"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7" presetID="53" presetClass="entr" presetSubtype="16"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 calcmode="lin" valueType="num">
                                      <p:cBhvr>
                                        <p:cTn id="34" dur="500" fill="hold"/>
                                        <p:tgtEl>
                                          <p:spTgt spid="21"/>
                                        </p:tgtEl>
                                        <p:attrNameLst>
                                          <p:attrName>ppt_w</p:attrName>
                                        </p:attrNameLst>
                                      </p:cBhvr>
                                      <p:tavLst>
                                        <p:tav tm="0">
                                          <p:val>
                                            <p:fltVal val="0"/>
                                          </p:val>
                                        </p:tav>
                                        <p:tav tm="100000">
                                          <p:val>
                                            <p:strVal val="#ppt_w"/>
                                          </p:val>
                                        </p:tav>
                                      </p:tavLst>
                                    </p:anim>
                                    <p:anim calcmode="lin" valueType="num">
                                      <p:cBhvr>
                                        <p:cTn id="35" dur="500" fill="hold"/>
                                        <p:tgtEl>
                                          <p:spTgt spid="21"/>
                                        </p:tgtEl>
                                        <p:attrNameLst>
                                          <p:attrName>ppt_h</p:attrName>
                                        </p:attrNameLst>
                                      </p:cBhvr>
                                      <p:tavLst>
                                        <p:tav tm="0">
                                          <p:val>
                                            <p:fltVal val="0"/>
                                          </p:val>
                                        </p:tav>
                                        <p:tav tm="100000">
                                          <p:val>
                                            <p:strVal val="#ppt_h"/>
                                          </p:val>
                                        </p:tav>
                                      </p:tavLst>
                                    </p:anim>
                                    <p:animEffect transition="in" filter="fade">
                                      <p:cBhvr>
                                        <p:cTn id="36"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4" presetID="53" presetClass="entr" presetSubtype="16"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 calcmode="lin" valueType="num">
                                      <p:cBhvr>
                                        <p:cTn id="41" dur="500" fill="hold"/>
                                        <p:tgtEl>
                                          <p:spTgt spid="23"/>
                                        </p:tgtEl>
                                        <p:attrNameLst>
                                          <p:attrName>ppt_w</p:attrName>
                                        </p:attrNameLst>
                                      </p:cBhvr>
                                      <p:tavLst>
                                        <p:tav tm="0">
                                          <p:val>
                                            <p:fltVal val="0"/>
                                          </p:val>
                                        </p:tav>
                                        <p:tav tm="100000">
                                          <p:val>
                                            <p:strVal val="#ppt_w"/>
                                          </p:val>
                                        </p:tav>
                                      </p:tavLst>
                                    </p:anim>
                                    <p:anim calcmode="lin" valueType="num">
                                      <p:cBhvr>
                                        <p:cTn id="42" dur="500" fill="hold"/>
                                        <p:tgtEl>
                                          <p:spTgt spid="23"/>
                                        </p:tgtEl>
                                        <p:attrNameLst>
                                          <p:attrName>ppt_h</p:attrName>
                                        </p:attrNameLst>
                                      </p:cBhvr>
                                      <p:tavLst>
                                        <p:tav tm="0">
                                          <p:val>
                                            <p:fltVal val="0"/>
                                          </p:val>
                                        </p:tav>
                                        <p:tav tm="100000">
                                          <p:val>
                                            <p:strVal val="#ppt_h"/>
                                          </p:val>
                                        </p:tav>
                                      </p:tavLst>
                                    </p:anim>
                                    <p:animEffect transition="in" filter="fade">
                                      <p:cBhvr>
                                        <p:cTn id="43" dur="500"/>
                                        <p:tgtEl>
                                          <p:spTgt spid="23"/>
                                        </p:tgtEl>
                                      </p:cBhvr>
                                    </p:animEffect>
                                  </p:childTnLst>
                                </p:cTn>
                              </p:par>
                            </p:childTnLst>
                          </p:cTn>
                        </p:par>
                      </p:childTnLst>
                    </p:cTn>
                  </p:par>
                  <p:par>
                    <p:cTn id="45" fill="hold">
                      <p:stCondLst>
                        <p:cond delay="indefinite"/>
                      </p:stCondLst>
                      <p:childTnLst>
                        <p:par>
                          <p:cTn id="46" fill="hold">
                            <p:stCondLst>
                              <p:cond delay="0"/>
                            </p:stCondLst>
                            <p:childTnLst>
                              <p:par>
                                <p:cTn id="51" presetID="53" presetClass="entr" presetSubtype="16" fill="hold" grpId="0" nodeType="clickEffect">
                                  <p:stCondLst>
                                    <p:cond delay="0"/>
                                  </p:stCondLst>
                                  <p:childTnLst>
                                    <p:set>
                                      <p:cBhvr>
                                        <p:cTn id="47" dur="1" fill="hold">
                                          <p:stCondLst>
                                            <p:cond delay="0"/>
                                          </p:stCondLst>
                                        </p:cTn>
                                        <p:tgtEl>
                                          <p:spTgt spid="25"/>
                                        </p:tgtEl>
                                        <p:attrNameLst>
                                          <p:attrName>style.visibility</p:attrName>
                                        </p:attrNameLst>
                                      </p:cBhvr>
                                      <p:to>
                                        <p:strVal val="visible"/>
                                      </p:to>
                                    </p:set>
                                    <p:anim calcmode="lin" valueType="num">
                                      <p:cBhvr>
                                        <p:cTn id="48" dur="500" fill="hold"/>
                                        <p:tgtEl>
                                          <p:spTgt spid="25"/>
                                        </p:tgtEl>
                                        <p:attrNameLst>
                                          <p:attrName>ppt_w</p:attrName>
                                        </p:attrNameLst>
                                      </p:cBhvr>
                                      <p:tavLst>
                                        <p:tav tm="0">
                                          <p:val>
                                            <p:fltVal val="0"/>
                                          </p:val>
                                        </p:tav>
                                        <p:tav tm="100000">
                                          <p:val>
                                            <p:strVal val="#ppt_w"/>
                                          </p:val>
                                        </p:tav>
                                      </p:tavLst>
                                    </p:anim>
                                    <p:anim calcmode="lin" valueType="num">
                                      <p:cBhvr>
                                        <p:cTn id="49" dur="500" fill="hold"/>
                                        <p:tgtEl>
                                          <p:spTgt spid="25"/>
                                        </p:tgtEl>
                                        <p:attrNameLst>
                                          <p:attrName>ppt_h</p:attrName>
                                        </p:attrNameLst>
                                      </p:cBhvr>
                                      <p:tavLst>
                                        <p:tav tm="0">
                                          <p:val>
                                            <p:fltVal val="0"/>
                                          </p:val>
                                        </p:tav>
                                        <p:tav tm="100000">
                                          <p:val>
                                            <p:strVal val="#ppt_h"/>
                                          </p:val>
                                        </p:tav>
                                      </p:tavLst>
                                    </p:anim>
                                    <p:animEffect transition="in" filter="fade">
                                      <p:cBhvr>
                                        <p:cTn id="50" dur="500"/>
                                        <p:tgtEl>
                                          <p:spTgt spid="25"/>
                                        </p:tgtEl>
                                      </p:cBhvr>
                                    </p:animEffect>
                                  </p:childTnLst>
                                </p:cTn>
                              </p:par>
                            </p:childTnLst>
                          </p:cTn>
                        </p:par>
                      </p:childTnLst>
                    </p:cTn>
                  </p:par>
                  <p:par>
                    <p:cTn id="52" fill="hold">
                      <p:stCondLst>
                        <p:cond delay="indefinite"/>
                      </p:stCondLst>
                      <p:childTnLst>
                        <p:par>
                          <p:cTn id="53" fill="hold">
                            <p:stCondLst>
                              <p:cond delay="0"/>
                            </p:stCondLst>
                            <p:childTnLst>
                              <p:par>
                                <p:cTn id="58" presetID="53" presetClass="entr" presetSubtype="16"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anim calcmode="lin" valueType="num">
                                      <p:cBhvr>
                                        <p:cTn id="55" dur="500" fill="hold"/>
                                        <p:tgtEl>
                                          <p:spTgt spid="27"/>
                                        </p:tgtEl>
                                        <p:attrNameLst>
                                          <p:attrName>ppt_w</p:attrName>
                                        </p:attrNameLst>
                                      </p:cBhvr>
                                      <p:tavLst>
                                        <p:tav tm="0">
                                          <p:val>
                                            <p:fltVal val="0"/>
                                          </p:val>
                                        </p:tav>
                                        <p:tav tm="100000">
                                          <p:val>
                                            <p:strVal val="#ppt_w"/>
                                          </p:val>
                                        </p:tav>
                                      </p:tavLst>
                                    </p:anim>
                                    <p:anim calcmode="lin" valueType="num">
                                      <p:cBhvr>
                                        <p:cTn id="56" dur="500" fill="hold"/>
                                        <p:tgtEl>
                                          <p:spTgt spid="27"/>
                                        </p:tgtEl>
                                        <p:attrNameLst>
                                          <p:attrName>ppt_h</p:attrName>
                                        </p:attrNameLst>
                                      </p:cBhvr>
                                      <p:tavLst>
                                        <p:tav tm="0">
                                          <p:val>
                                            <p:fltVal val="0"/>
                                          </p:val>
                                        </p:tav>
                                        <p:tav tm="100000">
                                          <p:val>
                                            <p:strVal val="#ppt_h"/>
                                          </p:val>
                                        </p:tav>
                                      </p:tavLst>
                                    </p:anim>
                                    <p:animEffect transition="in" filter="fade">
                                      <p:cBhvr>
                                        <p:cTn id="57" dur="500"/>
                                        <p:tgtEl>
                                          <p:spTgt spid="27"/>
                                        </p:tgtEl>
                                      </p:cBhvr>
                                    </p:animEffect>
                                  </p:childTnLst>
                                </p:cTn>
                              </p:par>
                            </p:childTnLst>
                          </p:cTn>
                        </p:par>
                      </p:childTnLst>
                    </p:cTn>
                  </p:par>
                  <p:par>
                    <p:cTn id="59" fill="hold">
                      <p:stCondLst>
                        <p:cond delay="indefinite"/>
                      </p:stCondLst>
                      <p:childTnLst>
                        <p:par>
                          <p:cTn id="60" fill="hold">
                            <p:stCondLst>
                              <p:cond delay="0"/>
                            </p:stCondLst>
                            <p:childTnLst>
                              <p:par>
                                <p:cTn id="65" presetID="53" presetClass="entr" presetSubtype="16" fill="hold" grpId="0" nodeType="clickEffect">
                                  <p:stCondLst>
                                    <p:cond delay="0"/>
                                  </p:stCondLst>
                                  <p:childTnLst>
                                    <p:set>
                                      <p:cBhvr>
                                        <p:cTn id="61" dur="1" fill="hold">
                                          <p:stCondLst>
                                            <p:cond delay="0"/>
                                          </p:stCondLst>
                                        </p:cTn>
                                        <p:tgtEl>
                                          <p:spTgt spid="29"/>
                                        </p:tgtEl>
                                        <p:attrNameLst>
                                          <p:attrName>style.visibility</p:attrName>
                                        </p:attrNameLst>
                                      </p:cBhvr>
                                      <p:to>
                                        <p:strVal val="visible"/>
                                      </p:to>
                                    </p:set>
                                    <p:anim calcmode="lin" valueType="num">
                                      <p:cBhvr>
                                        <p:cTn id="62" dur="500" fill="hold"/>
                                        <p:tgtEl>
                                          <p:spTgt spid="29"/>
                                        </p:tgtEl>
                                        <p:attrNameLst>
                                          <p:attrName>ppt_w</p:attrName>
                                        </p:attrNameLst>
                                      </p:cBhvr>
                                      <p:tavLst>
                                        <p:tav tm="0">
                                          <p:val>
                                            <p:fltVal val="0"/>
                                          </p:val>
                                        </p:tav>
                                        <p:tav tm="100000">
                                          <p:val>
                                            <p:strVal val="#ppt_w"/>
                                          </p:val>
                                        </p:tav>
                                      </p:tavLst>
                                    </p:anim>
                                    <p:anim calcmode="lin" valueType="num">
                                      <p:cBhvr>
                                        <p:cTn id="63" dur="500" fill="hold"/>
                                        <p:tgtEl>
                                          <p:spTgt spid="29"/>
                                        </p:tgtEl>
                                        <p:attrNameLst>
                                          <p:attrName>ppt_h</p:attrName>
                                        </p:attrNameLst>
                                      </p:cBhvr>
                                      <p:tavLst>
                                        <p:tav tm="0">
                                          <p:val>
                                            <p:fltVal val="0"/>
                                          </p:val>
                                        </p:tav>
                                        <p:tav tm="100000">
                                          <p:val>
                                            <p:strVal val="#ppt_h"/>
                                          </p:val>
                                        </p:tav>
                                      </p:tavLst>
                                    </p:anim>
                                    <p:animEffect transition="in" filter="fade">
                                      <p:cBhvr>
                                        <p:cTn id="6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1_title" descr="السؤال الأساسي">    </p:cNvPr>
          <p:cNvPicPr>
            <a:picLocks noChangeAspect="1"/>
          </p:cNvPicPr>
          <p:nvPr/>
        </p:nvPicPr>
        <p:blipFill>
          <a:blip r:embed="rId2"/>
          <a:stretch>
            <a:fillRect/>
          </a:stretch>
        </p:blipFill>
        <p:spPr>
          <a:xfrm>
            <a:off x="8161155" y="109728"/>
            <a:ext cx="3680325" cy="868680"/>
          </a:xfrm>
          <a:prstGeom prst="rect">
            <a:avLst/>
          </a:prstGeom>
        </p:spPr>
      </p:pic>
      <p:sp>
        <p:nvSpPr>
          <p:cNvPr id="3" name="s21_strategy"/>
          <p:cNvSpPr txBox="1"/>
          <p:nvPr/>
        </p:nvSpPr>
        <p:spPr>
          <a:xfrm>
            <a:off x="411480" y="274320"/>
            <a:ext cx="3931920" cy="566928"/>
          </a:xfrm>
          <a:prstGeom prst="roundRect">
            <a:avLst>
              <a:gd name="adj" fmla="val 50000"/>
            </a:avLst>
          </a:prstGeom>
          <a:solidFill>
            <a:srgbClr val="FFF6D6"/>
          </a:solidFill>
          <a:ln w="31750">
            <a:solidFill>
              <a:srgbClr val="F5C242"/>
            </a:solidFill>
            <a:prstDash val="dash"/>
          </a:ln>
        </p:spPr>
        <p:txBody>
          <a:bodyPr wrap="square" lIns="762" tIns="762" rIns="762" bIns="762" rtlCol="0" anchor="ctr"/>
          <a:lstStyle/>
          <a:p>
            <a:pPr rtl="1" algn="ctr" indent="0" marL="0">
              <a:lnSpc>
                <a:spcPct val="108000"/>
              </a:lnSpc>
              <a:buNone/>
            </a:pPr>
            <a:r>
              <a:rPr lang="ar-SA" altLang="en-US" sz="1700" b="1" dirty="0">
                <a:solidFill>
                  <a:srgbClr val="C2366F"/>
                </a:solidFill>
                <a:latin typeface="Tahoma" pitchFamily="34" charset="0"/>
                <a:ea typeface="Tahoma" pitchFamily="34" charset="-122"/>
                <a:cs typeface="Tahoma" pitchFamily="34" charset="-120"/>
              </a:rPr>
              <a:t>الاستراتيجية: </a:t>
            </a:r>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المناقشة والحوار</a:t>
            </a:r>
            <a:endParaRPr lang="ar-SA" sz="1700" dirty="0"/>
          </a:p>
        </p:txBody>
      </p:sp>
      <p:pic>
        <p:nvPicPr>
          <p:cNvPr id="4" name="s21_pic_1" descr="/tmp/claude-0/-home-user-Scienceshamah/8386cda7-7741-5ea4-8952-60ee8e67fc31/scratchpad/w/img/card_1845x203_BFEBB8_s_i.png">    </p:cNvPr>
          <p:cNvPicPr>
            <a:picLocks noChangeAspect="1"/>
          </p:cNvPicPr>
          <p:nvPr/>
        </p:nvPicPr>
        <p:blipFill>
          <a:blip r:embed="rId3"/>
          <a:stretch>
            <a:fillRect/>
          </a:stretch>
        </p:blipFill>
        <p:spPr>
          <a:xfrm>
            <a:off x="502920" y="1188720"/>
            <a:ext cx="11247120" cy="1234440"/>
          </a:xfrm>
          <a:prstGeom prst="rect">
            <a:avLst/>
          </a:prstGeom>
        </p:spPr>
      </p:pic>
      <p:sp>
        <p:nvSpPr>
          <p:cNvPr id="5" name="s21_t_2"/>
          <p:cNvSpPr txBox="1"/>
          <p:nvPr/>
        </p:nvSpPr>
        <p:spPr>
          <a:xfrm>
            <a:off x="731520" y="1261872"/>
            <a:ext cx="10789920" cy="1097280"/>
          </a:xfrm>
          <a:prstGeom prst="rect">
            <a:avLst/>
          </a:prstGeom>
          <a:noFill/>
          <a:ln/>
        </p:spPr>
        <p:txBody>
          <a:bodyPr wrap="square" lIns="762" tIns="762" rIns="762" bIns="762" rtlCol="0" anchor="ctr"/>
          <a:lstStyle/>
          <a:p>
            <a:pPr rtl="1" algn="ctr" indent="0" marL="0">
              <a:lnSpc>
                <a:spcPct val="108000"/>
              </a:lnSpc>
              <a:buNone/>
            </a:pPr>
            <a:r>
              <a:rPr lang="ar-SA" altLang="en-US" sz="3000" b="1" dirty="0">
                <a:solidFill>
                  <a:srgbClr val="34405E"/>
                </a:solidFill>
                <a:latin typeface="Tahoma" pitchFamily="34" charset="0"/>
                <a:ea typeface="Tahoma" pitchFamily="34" charset="-122"/>
                <a:cs typeface="Tahoma" pitchFamily="34" charset="-120"/>
              </a:rPr>
              <a:t>كيف تتفاعل مكونات النظام البيئي بعضها مع بعض؟</a:t>
            </a:r>
            <a:endParaRPr lang="ar-SA" sz="3000" dirty="0"/>
          </a:p>
        </p:txBody>
      </p:sp>
      <p:pic>
        <p:nvPicPr>
          <p:cNvPr id="6" name="s21_pic_3" descr="تفاعل المكونات الحية وغير الحية">    </p:cNvPr>
          <p:cNvPicPr>
            <a:picLocks noChangeAspect="1"/>
          </p:cNvPicPr>
          <p:nvPr/>
        </p:nvPicPr>
        <p:blipFill>
          <a:blip r:embed="rId4"/>
          <a:stretch>
            <a:fillRect/>
          </a:stretch>
        </p:blipFill>
        <p:spPr>
          <a:xfrm>
            <a:off x="3355848" y="2560320"/>
            <a:ext cx="5486400" cy="1920240"/>
          </a:xfrm>
          <a:prstGeom prst="rect">
            <a:avLst/>
          </a:prstGeom>
        </p:spPr>
      </p:pic>
      <p:sp>
        <p:nvSpPr>
          <p:cNvPr id="7" name="s21_t_4"/>
          <p:cNvSpPr txBox="1"/>
          <p:nvPr/>
        </p:nvSpPr>
        <p:spPr>
          <a:xfrm>
            <a:off x="6967728" y="3200400"/>
            <a:ext cx="1554480" cy="640080"/>
          </a:xfrm>
          <a:prstGeom prst="rect">
            <a:avLst/>
          </a:prstGeom>
          <a:noFill/>
          <a:ln/>
        </p:spPr>
        <p:txBody>
          <a:bodyPr wrap="square" lIns="762" tIns="762" rIns="762" bIns="762" rtlCol="0" anchor="ctr"/>
          <a:lstStyle/>
          <a:p>
            <a:pPr rtl="1" algn="ctr" indent="0" marL="0">
              <a:lnSpc>
                <a:spcPct val="108000"/>
              </a:lnSpc>
              <a:buNone/>
            </a:pPr>
            <a:r>
              <a:rPr lang="ar-SA" altLang="en-US" sz="1800" b="1" dirty="0">
                <a:solidFill>
                  <a:srgbClr val="34405E"/>
                </a:solidFill>
                <a:latin typeface="Tahoma" pitchFamily="34" charset="0"/>
                <a:ea typeface="Tahoma" pitchFamily="34" charset="-122"/>
                <a:cs typeface="Tahoma" pitchFamily="34" charset="-120"/>
              </a:rPr>
              <a:t>المكونات الحية</a:t>
            </a:r>
            <a:endParaRPr lang="ar-SA" sz="1800" dirty="0"/>
          </a:p>
        </p:txBody>
      </p:sp>
      <p:sp>
        <p:nvSpPr>
          <p:cNvPr id="8" name="s21_t_5"/>
          <p:cNvSpPr txBox="1"/>
          <p:nvPr/>
        </p:nvSpPr>
        <p:spPr>
          <a:xfrm>
            <a:off x="3675888" y="3154680"/>
            <a:ext cx="1554480" cy="731520"/>
          </a:xfrm>
          <a:prstGeom prst="rect">
            <a:avLst/>
          </a:prstGeom>
          <a:noFill/>
          <a:ln/>
        </p:spPr>
        <p:txBody>
          <a:bodyPr wrap="square" lIns="762" tIns="762" rIns="762" bIns="762" rtlCol="0" anchor="ctr"/>
          <a:lstStyle/>
          <a:p>
            <a:pPr rtl="1" algn="ctr" indent="0" marL="0">
              <a:lnSpc>
                <a:spcPct val="108000"/>
              </a:lnSpc>
              <a:buNone/>
            </a:pPr>
            <a:r>
              <a:rPr lang="ar-SA" altLang="en-US" sz="1700" b="1" dirty="0">
                <a:solidFill>
                  <a:srgbClr val="34405E"/>
                </a:solidFill>
                <a:latin typeface="Tahoma" pitchFamily="34" charset="0"/>
                <a:ea typeface="Tahoma" pitchFamily="34" charset="-122"/>
                <a:cs typeface="Tahoma" pitchFamily="34" charset="-120"/>
              </a:rPr>
              <a:t>المكونات غير الحية</a:t>
            </a:r>
            <a:endParaRPr lang="ar-SA" sz="1700" dirty="0"/>
          </a:p>
        </p:txBody>
      </p:sp>
      <p:pic>
        <p:nvPicPr>
          <p:cNvPr id="9" name="s21_pic_6" descr="/tmp/claude-0/-home-user-Scienceshamah/8386cda7-7741-5ea4-8952-60ee8e67fc31/scratchpad/w/img/card_1845x285_FFE8A3_s_i.png">    </p:cNvPr>
          <p:cNvPicPr>
            <a:picLocks noChangeAspect="1"/>
          </p:cNvPicPr>
          <p:nvPr/>
        </p:nvPicPr>
        <p:blipFill>
          <a:blip r:embed="rId5"/>
          <a:stretch>
            <a:fillRect/>
          </a:stretch>
        </p:blipFill>
        <p:spPr>
          <a:xfrm>
            <a:off x="502920" y="4434840"/>
            <a:ext cx="11247120" cy="1737360"/>
          </a:xfrm>
          <a:prstGeom prst="rect">
            <a:avLst/>
          </a:prstGeom>
        </p:spPr>
      </p:pic>
      <p:sp>
        <p:nvSpPr>
          <p:cNvPr id="10" name="s21_t_7"/>
          <p:cNvSpPr txBox="1"/>
          <p:nvPr/>
        </p:nvSpPr>
        <p:spPr>
          <a:xfrm>
            <a:off x="731520" y="4498848"/>
            <a:ext cx="10789920" cy="1600200"/>
          </a:xfrm>
          <a:prstGeom prst="rect">
            <a:avLst/>
          </a:prstGeom>
          <a:noFill/>
          <a:ln/>
        </p:spPr>
        <p:txBody>
          <a:bodyPr wrap="square" lIns="762" tIns="762" rIns="762" bIns="762" rtlCol="0" anchor="ctr"/>
          <a:lstStyle/>
          <a:p>
            <a:pPr rtl="1" algn="ctr" indent="0" marL="0">
              <a:lnSpc>
                <a:spcPct val="120000"/>
              </a:lnSpc>
              <a:buNone/>
            </a:pPr>
            <a:r>
              <a:rPr lang="ar-SA" altLang="en-US" sz="2200" b="1" dirty="0">
                <a:solidFill>
                  <a:srgbClr val="34405E"/>
                </a:solidFill>
                <a:latin typeface="Tahoma" pitchFamily="34" charset="0"/>
                <a:ea typeface="Tahoma" pitchFamily="34" charset="-122"/>
                <a:cs typeface="Tahoma" pitchFamily="34" charset="-120"/>
              </a:rPr>
              <a:t>تتفاعل المكونات الحية وغير الحية في النظام البيئي بعضها مع بعض،</a:t>
            </a:r>
            <a:endParaRPr lang="ar-SA" sz="2200" dirty="0"/>
          </a:p>
          <a:p>
            <a:pPr rtl="1" algn="ctr" indent="0" marL="0">
              <a:lnSpc>
                <a:spcPct val="120000"/>
              </a:lnSpc>
              <a:buNone/>
            </a:pPr>
            <a:r>
              <a:rPr lang="ar-SA" altLang="en-US" sz="2200" dirty="0">
                <a:solidFill>
                  <a:srgbClr val="34405E"/>
                </a:solidFill>
                <a:latin typeface="Tahoma" pitchFamily="34" charset="0"/>
                <a:ea typeface="Tahoma" pitchFamily="34" charset="-122"/>
                <a:cs typeface="Tahoma" pitchFamily="34" charset="-120"/>
              </a:rPr>
              <a:t>وتعتمد المخلوقات الحية على بعضها وعلى العوامل اللاحيوية لتلبية احتياجاتها.</a:t>
            </a:r>
            <a:endParaRPr lang="ar-SA" sz="22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 calcmode="lin" valueType="num">
                                      <p:cBhvr>
                                        <p:cTn id="6" dur="500" fill="hold"/>
                                        <p:tgtEl>
                                          <p:spTgt spid="6"/>
                                        </p:tgtEl>
                                        <p:attrNameLst>
                                          <p:attrName>ppt_w</p:attrName>
                                        </p:attrNameLst>
                                      </p:cBhvr>
                                      <p:tavLst>
                                        <p:tav tm="0">
                                          <p:val>
                                            <p:fltVal val="0"/>
                                          </p:val>
                                        </p:tav>
                                        <p:tav tm="100000">
                                          <p:val>
                                            <p:strVal val="#ppt_w"/>
                                          </p:val>
                                        </p:tav>
                                      </p:tavLst>
                                    </p:anim>
                                    <p:anim calcmode="lin" valueType="num">
                                      <p:cBhvr>
                                        <p:cTn id="7" dur="500" fill="hold"/>
                                        <p:tgtEl>
                                          <p:spTgt spid="6"/>
                                        </p:tgtEl>
                                        <p:attrNameLst>
                                          <p:attrName>ppt_h</p:attrName>
                                        </p:attrNameLst>
                                      </p:cBhvr>
                                      <p:tavLst>
                                        <p:tav tm="0">
                                          <p:val>
                                            <p:fltVal val="0"/>
                                          </p:val>
                                        </p:tav>
                                        <p:tav tm="100000">
                                          <p:val>
                                            <p:strVal val="#ppt_h"/>
                                          </p:val>
                                        </p:tav>
                                      </p:tavLst>
                                    </p:anim>
                                    <p:animEffect transition="in" filter="fade">
                                      <p:cBhvr>
                                        <p:cTn id="8" dur="500"/>
                                        <p:tgtEl>
                                          <p:spTgt spid="6"/>
                                        </p:tgtEl>
                                      </p:cBhvr>
                                    </p:animEffect>
                                  </p:childTnLst>
                                </p:cTn>
                              </p:par>
                              <p:par>
                                <p:cTn id="14" presetID="5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p:cTn id="16" dur="500" fill="hold"/>
                                        <p:tgtEl>
                                          <p:spTgt spid="8"/>
                                        </p:tgtEl>
                                        <p:attrNameLst>
                                          <p:attrName>ppt_w</p:attrName>
                                        </p:attrNameLst>
                                      </p:cBhvr>
                                      <p:tavLst>
                                        <p:tav tm="0">
                                          <p:val>
                                            <p:fltVal val="0"/>
                                          </p:val>
                                        </p:tav>
                                        <p:tav tm="100000">
                                          <p:val>
                                            <p:strVal val="#ppt_w"/>
                                          </p:val>
                                        </p:tav>
                                      </p:tavLst>
                                    </p:anim>
                                    <p:anim calcmode="lin" valueType="num">
                                      <p:cBhvr>
                                        <p:cTn id="17" dur="500" fill="hold"/>
                                        <p:tgtEl>
                                          <p:spTgt spid="8"/>
                                        </p:tgtEl>
                                        <p:attrNameLst>
                                          <p:attrName>ppt_h</p:attrName>
                                        </p:attrNameLst>
                                      </p:cBhvr>
                                      <p:tavLst>
                                        <p:tav tm="0">
                                          <p:val>
                                            <p:fltVal val="0"/>
                                          </p:val>
                                        </p:tav>
                                        <p:tav tm="100000">
                                          <p:val>
                                            <p:strVal val="#ppt_h"/>
                                          </p:val>
                                        </p:tav>
                                      </p:tavLst>
                                    </p:anim>
                                    <p:animEffect transition="in" filter="fade">
                                      <p:cBhvr>
                                        <p:cTn id="18"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4"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7"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9_title" descr="أبدعتن يا عالمات العلوم">    </p:cNvPr>
          <p:cNvPicPr>
            <a:picLocks noChangeAspect="1"/>
          </p:cNvPicPr>
          <p:nvPr/>
        </p:nvPicPr>
        <p:blipFill>
          <a:blip r:embed="rId2"/>
          <a:stretch>
            <a:fillRect/>
          </a:stretch>
        </p:blipFill>
        <p:spPr>
          <a:xfrm>
            <a:off x="2411393" y="320040"/>
            <a:ext cx="7368910" cy="1188720"/>
          </a:xfrm>
          <a:prstGeom prst="rect">
            <a:avLst/>
          </a:prstGeom>
        </p:spPr>
      </p:pic>
      <p:sp>
        <p:nvSpPr>
          <p:cNvPr id="3" name="s22_c_1"/>
          <p:cNvSpPr/>
          <p:nvPr/>
        </p:nvSpPr>
        <p:spPr>
          <a:xfrm>
            <a:off x="2377440" y="1691640"/>
            <a:ext cx="7434072" cy="1600200"/>
          </a:xfrm>
          <a:prstGeom prst="roundRect">
            <a:avLst>
              <a:gd name="adj" fmla="val 17143"/>
            </a:avLst>
          </a:prstGeom>
          <a:solidFill>
            <a:srgbClr val="FFFFFF">
              <a:alpha val="90000"/>
            </a:srgbClr>
          </a:solidFill>
          <a:ln w="38100">
            <a:solidFill>
              <a:srgbClr val="4FB1E3"/>
            </a:solidFill>
            <a:prstDash val="solid"/>
          </a:ln>
          <a:effectLst>
            <a:outerShdw sx="100000" sy="100000" kx="0" ky="0" algn="bl" rotWithShape="0" blurRad="76200" dist="38100" dir="5400000">
              <a:srgbClr val="34405E">
                <a:alpha val="16000"/>
              </a:srgbClr>
            </a:outerShdw>
          </a:effectLst>
        </p:spPr>
      </p:sp>
      <p:sp>
        <p:nvSpPr>
          <p:cNvPr id="4" name="s22_t_2"/>
          <p:cNvSpPr txBox="1"/>
          <p:nvPr/>
        </p:nvSpPr>
        <p:spPr>
          <a:xfrm>
            <a:off x="2560320" y="1755648"/>
            <a:ext cx="7068312" cy="1463040"/>
          </a:xfrm>
          <a:prstGeom prst="rect">
            <a:avLst/>
          </a:prstGeom>
          <a:noFill/>
          <a:ln/>
        </p:spPr>
        <p:txBody>
          <a:bodyPr wrap="square" lIns="762" tIns="762" rIns="762" bIns="762" rtlCol="0" anchor="ctr"/>
          <a:lstStyle/>
          <a:p>
            <a:pPr rtl="1" algn="ctr" indent="0" marL="0">
              <a:lnSpc>
                <a:spcPct val="120000"/>
              </a:lnSpc>
              <a:buNone/>
            </a:pPr>
            <a:r>
              <a:rPr lang="ar-SA" altLang="en-US" sz="2300" b="1" dirty="0">
                <a:solidFill>
                  <a:srgbClr val="34405E"/>
                </a:solidFill>
                <a:latin typeface="Tahoma" pitchFamily="34" charset="0"/>
                <a:ea typeface="Tahoma" pitchFamily="34" charset="-122"/>
                <a:cs typeface="Tahoma" pitchFamily="34" charset="-120"/>
              </a:rPr>
              <a:t>تعلّمنا اليوم أن الماء موطن للعديد من المخلوقات الحية، وأن الأنظمة البيئية المائية متنوعة.</a:t>
            </a:r>
            <a:endParaRPr lang="ar-SA" sz="2300" dirty="0"/>
          </a:p>
        </p:txBody>
      </p:sp>
      <p:sp>
        <p:nvSpPr>
          <p:cNvPr id="5" name="s22_t_3"/>
          <p:cNvSpPr txBox="1"/>
          <p:nvPr/>
        </p:nvSpPr>
        <p:spPr>
          <a:xfrm>
            <a:off x="2926080" y="3429000"/>
            <a:ext cx="6336792" cy="640080"/>
          </a:xfrm>
          <a:prstGeom prst="roundRect">
            <a:avLst>
              <a:gd name="adj" fmla="val 50000"/>
            </a:avLst>
          </a:prstGeom>
          <a:solidFill>
            <a:srgbClr val="FFE8A3"/>
          </a:solidFill>
          <a:ln w="25400">
            <a:solidFill>
              <a:srgbClr val="34405E"/>
            </a:solidFill>
          </a:ln>
        </p:spPr>
        <p:txBody>
          <a:bodyPr wrap="square" lIns="762" tIns="762" rIns="762" bIns="762" rtlCol="0" anchor="ctr"/>
          <a:lstStyle/>
          <a:p>
            <a:pPr rtl="1" algn="ctr" indent="0" marL="0">
              <a:lnSpc>
                <a:spcPct val="108000"/>
              </a:lnSpc>
              <a:buNone/>
            </a:pPr>
            <a:r>
              <a:rPr lang="ar-SA" altLang="en-US" sz="2600" b="1" dirty="0">
                <a:solidFill>
                  <a:srgbClr val="0E6F86"/>
                </a:solidFill>
                <a:latin typeface="Tahoma" pitchFamily="34" charset="0"/>
                <a:ea typeface="Tahoma" pitchFamily="34" charset="-122"/>
                <a:cs typeface="Tahoma" pitchFamily="34" charset="-120"/>
              </a:rPr>
              <a:t>بالعلم نرتقي، وبالإبداع نتميّز ✨</a:t>
            </a:r>
            <a:endParaRPr lang="ar-SA" sz="2600" dirty="0"/>
          </a:p>
        </p:txBody>
      </p:sp>
      <p:sp>
        <p:nvSpPr>
          <p:cNvPr id="6" name="s22_t_4"/>
          <p:cNvSpPr txBox="1"/>
          <p:nvPr/>
        </p:nvSpPr>
        <p:spPr>
          <a:xfrm>
            <a:off x="3813048" y="4251960"/>
            <a:ext cx="4572000" cy="594360"/>
          </a:xfrm>
          <a:prstGeom prst="roundRect">
            <a:avLst>
              <a:gd name="adj" fmla="val 50000"/>
            </a:avLst>
          </a:prstGeom>
          <a:solidFill>
            <a:srgbClr val="0E6F86"/>
          </a:solidFill>
          <a:ln w="25400">
            <a:solidFill>
              <a:srgbClr val="FFFFFF"/>
            </a:solidFill>
          </a:ln>
          <a:effectLst>
            <a:outerShdw sx="100000" sy="100000" kx="0" ky="0" algn="bl" rotWithShape="0" blurRad="76200" dist="38100" dir="5400000">
              <a:srgbClr val="34405E">
                <a:alpha val="16000"/>
              </a:srgbClr>
            </a:outerShdw>
          </a:effectLst>
        </p:spPr>
        <p:txBody>
          <a:bodyPr wrap="square" lIns="381" tIns="381" rIns="381" bIns="381" rtlCol="0" anchor="ctr"/>
          <a:lstStyle/>
          <a:p>
            <a:pPr rtl="1" algn="ctr" indent="0" marL="0">
              <a:lnSpc>
                <a:spcPct val="108000"/>
              </a:lnSpc>
              <a:buNone/>
            </a:pPr>
            <a:r>
              <a:rPr lang="ar-SA" altLang="en-US" sz="2200" b="1" dirty="0">
                <a:solidFill>
                  <a:srgbClr val="FFFFFF"/>
                </a:solidFill>
                <a:latin typeface="Tahoma" pitchFamily="34" charset="0"/>
                <a:ea typeface="Tahoma" pitchFamily="34" charset="-122"/>
                <a:cs typeface="Tahoma" pitchFamily="34" charset="-120"/>
              </a:rPr>
              <a:t>معلمة العلوم: أ/ شامه البقمي</a:t>
            </a:r>
            <a:endParaRPr lang="ar-SA" sz="2200" dirty="0"/>
          </a:p>
        </p:txBody>
      </p:sp>
      <p:pic>
        <p:nvPicPr>
          <p:cNvPr id="7" name="s22_pic_5" descr="طالبة سعيدة">    </p:cNvPr>
          <p:cNvPicPr>
            <a:picLocks noChangeAspect="1"/>
          </p:cNvPicPr>
          <p:nvPr/>
        </p:nvPicPr>
        <p:blipFill>
          <a:blip r:embed="rId3"/>
          <a:stretch>
            <a:fillRect/>
          </a:stretch>
        </p:blipFill>
        <p:spPr>
          <a:xfrm>
            <a:off x="365760" y="3566160"/>
            <a:ext cx="2214331" cy="2560320"/>
          </a:xfrm>
          <a:prstGeom prst="rect">
            <a:avLst/>
          </a:prstGeom>
        </p:spPr>
      </p:pic>
      <p:pic>
        <p:nvPicPr>
          <p:cNvPr id="8" name="s22_pic_6" descr="طالبة تلوّح">    </p:cNvPr>
          <p:cNvPicPr>
            <a:picLocks noChangeAspect="1"/>
          </p:cNvPicPr>
          <p:nvPr/>
        </p:nvPicPr>
        <p:blipFill>
          <a:blip r:embed="rId4"/>
          <a:stretch>
            <a:fillRect/>
          </a:stretch>
        </p:blipFill>
        <p:spPr>
          <a:xfrm>
            <a:off x="9829800" y="3566160"/>
            <a:ext cx="2214331" cy="256032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 calcmode="lin" valueType="num">
                                      <p:cBhvr>
                                        <p:cTn id="6" dur="500" fill="hold"/>
                                        <p:tgtEl>
                                          <p:spTgt spid="2"/>
                                        </p:tgtEl>
                                        <p:attrNameLst>
                                          <p:attrName>ppt_w</p:attrName>
                                        </p:attrNameLst>
                                      </p:cBhvr>
                                      <p:tavLst>
                                        <p:tav tm="0">
                                          <p:val>
                                            <p:fltVal val="0"/>
                                          </p:val>
                                        </p:tav>
                                        <p:tav tm="100000">
                                          <p:val>
                                            <p:strVal val="#ppt_w"/>
                                          </p:val>
                                        </p:tav>
                                      </p:tavLst>
                                    </p:anim>
                                    <p:anim calcmode="lin" valueType="num">
                                      <p:cBhvr>
                                        <p:cTn id="7" dur="500" fill="hold"/>
                                        <p:tgtEl>
                                          <p:spTgt spid="2"/>
                                        </p:tgtEl>
                                        <p:attrNameLst>
                                          <p:attrName>ppt_h</p:attrName>
                                        </p:attrNameLst>
                                      </p:cBhvr>
                                      <p:tavLst>
                                        <p:tav tm="0">
                                          <p:val>
                                            <p:fltVal val="0"/>
                                          </p:val>
                                        </p:tav>
                                        <p:tav tm="100000">
                                          <p:val>
                                            <p:strVal val="#ppt_h"/>
                                          </p:val>
                                        </p:tav>
                                      </p:tavLst>
                                    </p:anim>
                                    <p:animEffect transition="in" filter="fade">
                                      <p:cBhvr>
                                        <p:cTn id="8" dur="500"/>
                                        <p:tgtEl>
                                          <p:spTgt spid="2"/>
                                        </p:tgtEl>
                                      </p:cBhvr>
                                    </p:animEffect>
                                  </p:childTnLst>
                                </p:cTn>
                              </p:par>
                            </p:childTnLst>
                          </p:cTn>
                        </p:par>
                        <p:par>
                          <p:cTn id="10" fill="hold">
                            <p:stCondLst>
                              <p:cond delay="500"/>
                            </p:stCondLst>
                            <p:childTnLst>
                              <p:par>
                                <p:cTn id="13" presetID="10"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6" presetID="10" presetClass="entr" presetSubtype="0" fill="hold" grpId="0" nodeType="withEffect">
                                  <p:stCondLst>
                                    <p:cond delay="3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9" presetID="10" presetClass="entr" presetSubtype="0" fill="hold" grpId="0" nodeType="withEffect">
                                  <p:stCondLst>
                                    <p:cond delay="6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22" presetID="10" presetClass="entr" presetSubtype="0" fill="hold" grpId="0" nodeType="withEffect">
                                  <p:stCondLst>
                                    <p:cond delay="9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par>
                          <p:cTn id="23" fill="hold">
                            <p:stCondLst>
                              <p:cond delay="1900"/>
                            </p:stCondLst>
                            <p:childTnLst>
                              <p:par>
                                <p:cTn id="28" presetID="53" presetClass="entr" presetSubtype="16"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par>
                                <p:cTn id="33" presetID="53" presetClass="entr" presetSubtype="16" fill="hold" grpId="0" nodeType="withEffect">
                                  <p:stCondLst>
                                    <p:cond delay="200"/>
                                  </p:stCondLst>
                                  <p:childTnLst>
                                    <p:set>
                                      <p:cBhvr>
                                        <p:cTn id="29" dur="1" fill="hold">
                                          <p:stCondLst>
                                            <p:cond delay="0"/>
                                          </p:stCondLst>
                                        </p:cTn>
                                        <p:tgtEl>
                                          <p:spTgt spid="8"/>
                                        </p:tgtEl>
                                        <p:attrNameLst>
                                          <p:attrName>style.visibility</p:attrName>
                                        </p:attrNameLst>
                                      </p:cBhvr>
                                      <p:to>
                                        <p:strVal val="visible"/>
                                      </p:to>
                                    </p:set>
                                    <p:anim calcmode="lin" valueType="num">
                                      <p:cBhvr>
                                        <p:cTn id="30" dur="500" fill="hold"/>
                                        <p:tgtEl>
                                          <p:spTgt spid="8"/>
                                        </p:tgtEl>
                                        <p:attrNameLst>
                                          <p:attrName>ppt_w</p:attrName>
                                        </p:attrNameLst>
                                      </p:cBhvr>
                                      <p:tavLst>
                                        <p:tav tm="0">
                                          <p:val>
                                            <p:fltVal val="0"/>
                                          </p:val>
                                        </p:tav>
                                        <p:tav tm="100000">
                                          <p:val>
                                            <p:strVal val="#ppt_w"/>
                                          </p:val>
                                        </p:tav>
                                      </p:tavLst>
                                    </p:anim>
                                    <p:anim calcmode="lin" valueType="num">
                                      <p:cBhvr>
                                        <p:cTn id="31" dur="500" fill="hold"/>
                                        <p:tgtEl>
                                          <p:spTgt spid="8"/>
                                        </p:tgtEl>
                                        <p:attrNameLst>
                                          <p:attrName>ppt_h</p:attrName>
                                        </p:attrNameLst>
                                      </p:cBhvr>
                                      <p:tavLst>
                                        <p:tav tm="0">
                                          <p:val>
                                            <p:fltVal val="0"/>
                                          </p:val>
                                        </p:tav>
                                        <p:tav tm="100000">
                                          <p:val>
                                            <p:strVal val="#ppt_h"/>
                                          </p:val>
                                        </p:tav>
                                      </p:tavLst>
                                    </p:anim>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quatic Whiteboard">
  <a:themeElements>
    <a:clrScheme name="Aquatic Whiteboard">
      <a:dk1>
        <a:srgbClr val="34405E"/>
      </a:dk1>
      <a:lt1>
        <a:srgbClr val="FFFFFF"/>
      </a:lt1>
      <a:dk2>
        <a:srgbClr val="1F6F8B"/>
      </a:dk2>
      <a:lt2>
        <a:srgbClr val="F2FBFF"/>
      </a:lt2>
      <a:accent1>
        <a:srgbClr val="3CC2B0"/>
      </a:accent1>
      <a:accent2>
        <a:srgbClr val="4FB1E3"/>
      </a:accent2>
      <a:accent3>
        <a:srgbClr val="5DBB63"/>
      </a:accent3>
      <a:accent4>
        <a:srgbClr val="F5C242"/>
      </a:accent4>
      <a:accent5>
        <a:srgbClr val="F28BB0"/>
      </a:accent5>
      <a:accent6>
        <a:srgbClr val="9B83E0"/>
      </a:accent6>
      <a:hlink>
        <a:srgbClr val="1F6F8B"/>
      </a:hlink>
      <a:folHlink>
        <a:srgbClr val="9B83E0"/>
      </a:folHlink>
    </a:clrScheme>
    <a:fontScheme name="Aquatic Whiteboard">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هل هناك مناطق حيوية مائية؟</dc:title>
  <dc:subject>العلوم – الصف الرابع الابتدائي</dc:subject>
  <dc:creator>أ/ شامه البقمي</dc:creator>
  <cp:lastModifiedBy>أ/ شامه البقمي</cp:lastModifiedBy>
  <cp:revision>1</cp:revision>
  <dcterms:created xsi:type="dcterms:W3CDTF">2026-10-17T19:35:12Z</dcterms:created>
  <dcterms:modified xsi:type="dcterms:W3CDTF">2026-10-17T19:35:12Z</dcterms:modified>
</cp:coreProperties>
</file>